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Parsing JSON Data (Employees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how to parse JSON data, loop through keys and extract information.</a:t>
            </a:r>
          </a:p>
          <a:p>
            <a:endParaRPr/>
          </a:p>
          <a:p>
            <a:r>
              <a:t>Example use case: Reading employee data and displaying each employee's name and role.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JSON (JavaScript Object Notation) is a lightweight format for storing and exchanging data.</a:t>
            </a:r>
          </a:p>
          <a:p>
            <a:r>
              <a:rPr dirty="0"/>
              <a:t>Example:</a:t>
            </a:r>
          </a:p>
          <a:p>
            <a:r>
              <a:rPr dirty="0"/>
              <a:t>{</a:t>
            </a:r>
          </a:p>
          <a:p>
            <a:r>
              <a:rPr dirty="0"/>
              <a:t>  'employees': [</a:t>
            </a:r>
          </a:p>
          <a:p>
            <a:r>
              <a:rPr dirty="0"/>
              <a:t>    {'name': 'Aisha', 'role': 'Manager'},</a:t>
            </a:r>
          </a:p>
          <a:p>
            <a:r>
              <a:rPr dirty="0"/>
              <a:t>    {'name': 'Rahul', 'role': 'Developer'}</a:t>
            </a:r>
          </a:p>
          <a:p>
            <a:r>
              <a:rPr dirty="0"/>
              <a:t>  ]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Parse JSON in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JSON is commonly used in APIs, configurations, and data storage.</a:t>
            </a:r>
          </a:p>
          <a:p>
            <a:r>
              <a:t>• Python's built-in json module makes it easy to parse and use.</a:t>
            </a:r>
          </a:p>
          <a:p>
            <a:r>
              <a:t>• Helps convert between Python objects and JSON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and Load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json</a:t>
            </a:r>
          </a:p>
          <a:p>
            <a:endParaRPr/>
          </a:p>
          <a:p>
            <a:r>
              <a:t># JSON data as string</a:t>
            </a:r>
          </a:p>
          <a:p>
            <a:r>
              <a:t>data = '{"employees": [{"name": "Aisha", "role": "Manager"}, {"name": "Rahul", "role": "Developer"}]}'</a:t>
            </a:r>
          </a:p>
          <a:p>
            <a:endParaRPr/>
          </a:p>
          <a:p>
            <a:r>
              <a:t># Parse JSON</a:t>
            </a:r>
          </a:p>
          <a:p>
            <a:r>
              <a:t>dict_data = json.loads(data)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Through JSON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= dict_data['employees']</a:t>
            </a:r>
          </a:p>
          <a:p>
            <a:endParaRPr/>
          </a:p>
          <a:p>
            <a:r>
              <a:t>for emp in employees:</a:t>
            </a:r>
          </a:p>
          <a:p>
            <a:r>
              <a:t>    print(emp['name'], '-', emp['role'])</a:t>
            </a:r>
          </a:p>
          <a:p>
            <a:endParaRPr/>
          </a:p>
          <a:p>
            <a:r>
              <a:t>Output:</a:t>
            </a:r>
          </a:p>
          <a:p>
            <a:r>
              <a:t>Aisha - Manager</a:t>
            </a:r>
          </a:p>
          <a:p>
            <a:r>
              <a:t>Rahul - Developer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Handle Missing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try/except to prevent KeyErrors:</a:t>
            </a:r>
          </a:p>
          <a:p>
            <a:endParaRPr/>
          </a:p>
          <a:p>
            <a:r>
              <a:t>for emp in employees:</a:t>
            </a:r>
          </a:p>
          <a:p>
            <a:r>
              <a:t>    try:</a:t>
            </a:r>
          </a:p>
          <a:p>
            <a:r>
              <a:t>        print(emp['name'], '-', emp['role'])</a:t>
            </a:r>
          </a:p>
          <a:p>
            <a:r>
              <a:t>    except KeyError:</a:t>
            </a:r>
          </a:p>
          <a:p>
            <a:r>
              <a:t>        print('Missing data in JSON record')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JSON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open('employees.json', 'r') as f:</a:t>
            </a:r>
          </a:p>
          <a:p>
            <a:r>
              <a:t>    data = json.load(f)</a:t>
            </a:r>
          </a:p>
          <a:p>
            <a:endParaRPr/>
          </a:p>
          <a:p>
            <a:r>
              <a:t>for e in data['employees']:</a:t>
            </a:r>
          </a:p>
          <a:p>
            <a:r>
              <a:t>    print(f"{e['name']} works as {e['role']}")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Nested JSON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0640"/>
            <a:ext cx="8229600" cy="4815523"/>
          </a:xfrm>
        </p:spPr>
        <p:txBody>
          <a:bodyPr>
            <a:noAutofit/>
          </a:bodyPr>
          <a:lstStyle/>
          <a:p>
            <a:r>
              <a:rPr sz="2800" dirty="0"/>
              <a:t>{</a:t>
            </a:r>
          </a:p>
          <a:p>
            <a:r>
              <a:rPr sz="2800" dirty="0"/>
              <a:t>  'department': 'IT',</a:t>
            </a:r>
          </a:p>
          <a:p>
            <a:r>
              <a:rPr sz="2800" dirty="0"/>
              <a:t>  'employees': [</a:t>
            </a:r>
          </a:p>
          <a:p>
            <a:r>
              <a:rPr sz="2800" dirty="0"/>
              <a:t>    {'name': 'Ali', 'skills': ['Python', 'AWS']},</a:t>
            </a:r>
          </a:p>
          <a:p>
            <a:r>
              <a:rPr sz="2800" dirty="0"/>
              <a:t>    {'name': 'Sara', 'skills': ['SQL', 'ETL']}</a:t>
            </a:r>
          </a:p>
          <a:p>
            <a:r>
              <a:rPr sz="2800" dirty="0"/>
              <a:t>  ]</a:t>
            </a:r>
          </a:p>
          <a:p>
            <a:r>
              <a:rPr sz="2800" dirty="0"/>
              <a:t>}</a:t>
            </a:r>
          </a:p>
          <a:p>
            <a:endParaRPr sz="2800" dirty="0"/>
          </a:p>
          <a:p>
            <a:r>
              <a:rPr sz="2800" dirty="0"/>
              <a:t>for emp in data['employees']:</a:t>
            </a:r>
          </a:p>
          <a:p>
            <a:r>
              <a:rPr sz="2800" dirty="0"/>
              <a:t>    print(emp['name'], 'skills:', ', '.join(emp['skills']))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JSONDecodeError: Invalid JSON format</a:t>
            </a:r>
          </a:p>
          <a:p>
            <a:r>
              <a:t>• KeyError: Missing key access</a:t>
            </a:r>
          </a:p>
          <a:p>
            <a:r>
              <a:t>• TypeError: Accessing wrong type (list vs dict)</a:t>
            </a:r>
          </a:p>
          <a:p>
            <a:endParaRPr/>
          </a:p>
          <a:p>
            <a:r>
              <a:t>Tip: Validate JSON and handle exceptions.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Use json.loads() for strings and json.load() for files</a:t>
            </a:r>
          </a:p>
          <a:p>
            <a:r>
              <a:t>✅ Loop through lists and extract key fields</a:t>
            </a:r>
          </a:p>
          <a:p>
            <a:r>
              <a:t>✅ Handle missing or malformed data safely</a:t>
            </a:r>
          </a:p>
          <a:p>
            <a:r>
              <a:t>✅ Ideal for working with API or ETL JSON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452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Parsing JSON Data (Employees Example)</vt:lpstr>
      <vt:lpstr>What is JSON?</vt:lpstr>
      <vt:lpstr>Why Parse JSON in Python?</vt:lpstr>
      <vt:lpstr>Import and Load JSON</vt:lpstr>
      <vt:lpstr>Loop Through JSON Data</vt:lpstr>
      <vt:lpstr>Handle Missing Keys</vt:lpstr>
      <vt:lpstr>Read JSON from a File</vt:lpstr>
      <vt:lpstr>Nested JSON Example</vt:lpstr>
      <vt:lpstr>Common Errors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Rahamatunnisa Abdul</cp:lastModifiedBy>
  <cp:revision>2</cp:revision>
  <dcterms:created xsi:type="dcterms:W3CDTF">2013-01-27T09:14:16Z</dcterms:created>
  <dcterms:modified xsi:type="dcterms:W3CDTF">2025-11-05T10:28:09Z</dcterms:modified>
  <cp:category/>
</cp:coreProperties>
</file>