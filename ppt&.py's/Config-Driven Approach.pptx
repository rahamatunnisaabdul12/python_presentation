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C3C4-BBD1-E0DD-B920-7AF7C0B56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72A25-A2D5-9EB9-A42F-3E8A97879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EEA99-743D-0D7D-CAAE-5033D906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F0CAF-C8A2-D53E-E97D-FF24D2569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8514-3A75-6D04-11F9-F0183550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73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8A12-2F73-0BBA-1D41-E8EF7ABF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332C4-908B-05CE-B432-F07DC7DB5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39B78-D1F4-3954-D77C-D45D0898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86338-E87A-1E90-F23B-6017738F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6AD36-1392-9F05-4361-30B796C2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884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27F8-70CB-EF3E-E342-68B5FCCA7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3CC6A-D627-0CB5-466D-CF83BCA0B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4B408-7420-0648-F2B2-56A9EBE2A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9C20E-60E9-D558-C6CF-7FCE309B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E6629-3B29-7131-0A36-C5D7DD93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093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6BBA-A7DB-29C3-7397-32C3C2FF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6A27A-54CD-43E0-C395-DDFE81933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63D62-CD27-5563-378C-9F639FC4F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BD3CB-DEE3-5A98-844A-D017AF96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9749E-B031-27F9-350E-08DCA628C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572CE-B60F-500A-D763-3F464C8B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40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FEEC-880E-9CC4-D985-1DE40BB43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2DDCE-667C-3B13-37DD-90B109DA6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1A09B-F0B2-BC37-CCB6-C5F25CFB3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C87650-4FA2-D3DA-C806-1B2D03FE6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6B4C6-7F7C-53F6-BC69-622D05811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1FB52-8513-1368-52C8-0516DB756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50A2FF-5670-A84E-740A-5825B2EF4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196D7-A37A-D73C-DCEB-B9A7888F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43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5DC9A-C9C3-2415-F842-3A6BB9F8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98454D-4304-6657-40F3-DFE10B45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165A9-0D14-4442-E92A-60B262FE5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AB74-47DE-F41D-24C7-82C1E734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9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C15D4-FB23-E31D-542A-E91AB1B02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04D5A-B68C-579E-53CD-A684D92E6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6B6E3-3272-9DDA-5F56-3A7A1318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13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A413-6310-ABA4-AFC6-0F3B2BA4C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85F7C-1DD7-E23F-646E-886E87759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245C5-76DA-F55F-93DF-0C6149EBB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6229F-1AD4-4879-4B08-395AEE2AC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63AF4-2AC6-C69C-9C35-D724C8BF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74173-CCF0-083D-BCBA-37A9C4F0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38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69335-BA34-0604-A2C2-F4BFFE228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F460A-E072-2A21-4CEA-4BEAB239C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21CFF-17F5-3806-058F-5E30DC315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7DCD1-3208-501A-A118-2AE58A7C2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2FD7B-43FF-6E94-9E87-9E74BD83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D1AF2-56BD-E0FC-B876-5F96615C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8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9899-A19D-E12D-08E8-4FC636E1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B3BF7-2641-55DC-D513-65E76665D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81473-117D-B221-F73A-38D7DA3E8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14996-E004-6CB6-483E-0F2CBA1E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39D43-E0EB-EAF6-2374-6F3C43497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328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0D9113-AF23-F9C1-F48F-0E6DEC7F3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E05A9-5F4F-42A8-1EBA-EBFA59D12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DB10F-77A1-AB2C-23EF-ED8CCA12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8B048-BFE8-7690-9393-C72DC0ADD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00F01-9641-5653-29ED-4AAF2ED2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6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665F5B-B871-0D71-FC32-3D117625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AFDC1-8B8F-5DF5-E283-AD1D96378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7783-5A01-805D-7B28-C37FACF3D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AA3CA-9422-453E-8C8C-E322FDA0D73B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8E53F-8998-EC74-06C7-F0FE6ABAF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F3D73-55FA-FF82-0BAA-2163C9DCC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3F858-7D7E-4449-BDFD-A15BE91F5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99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6175-E9BC-CE6F-F4F1-A8FB8EA79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105" y="1"/>
            <a:ext cx="9865895" cy="1600200"/>
          </a:xfrm>
        </p:spPr>
        <p:txBody>
          <a:bodyPr/>
          <a:lstStyle/>
          <a:p>
            <a:r>
              <a:rPr lang="en-IN" dirty="0"/>
              <a:t>Config-Driven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6BFDC-11DD-29C5-B7A3-A724982E2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63" y="1925053"/>
            <a:ext cx="11277600" cy="4122821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What is a Config-Driven Approach?</a:t>
            </a:r>
            <a:br>
              <a:rPr lang="en-IN" dirty="0"/>
            </a:br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A </a:t>
            </a:r>
            <a:r>
              <a:rPr lang="en-IN" i="1" dirty="0"/>
              <a:t>config-driven system</a:t>
            </a:r>
            <a:r>
              <a:rPr lang="en-IN" dirty="0"/>
              <a:t> separates code from configuration values. Instead of hardcoding file paths, URLs, or parameters, they are defined in </a:t>
            </a:r>
            <a:r>
              <a:rPr lang="en-IN" b="1" dirty="0"/>
              <a:t>external config files (YAML, JSON, or INI)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This allows flexibility across environments (Dev, Stage, Prod).</a:t>
            </a:r>
            <a:br>
              <a:rPr lang="en-IN" dirty="0"/>
            </a:br>
            <a:r>
              <a:rPr lang="en-IN" b="1" dirty="0"/>
              <a:t>Key Points:</a:t>
            </a:r>
            <a:endParaRPr lang="en-IN" dirty="0"/>
          </a:p>
          <a:p>
            <a:pPr algn="l"/>
            <a:r>
              <a:rPr lang="en-IN" dirty="0"/>
              <a:t>Write code once, control </a:t>
            </a:r>
            <a:r>
              <a:rPr lang="en-IN" dirty="0" err="1"/>
              <a:t>behavior</a:t>
            </a:r>
            <a:r>
              <a:rPr lang="en-IN" dirty="0"/>
              <a:t> via configs</a:t>
            </a:r>
          </a:p>
          <a:p>
            <a:pPr algn="l"/>
            <a:r>
              <a:rPr lang="en-IN" dirty="0"/>
              <a:t>Improves reusability and maintenance</a:t>
            </a:r>
          </a:p>
          <a:p>
            <a:pPr algn="l"/>
            <a:r>
              <a:rPr lang="en-IN" dirty="0"/>
              <a:t>Ideal for multi-environment pipelines (AWS, Dataiku, Glue,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827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1B4F-56B3-393B-8BFE-A02660D0A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Configs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B27F1-0D7D-0DB0-6426-058245D59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Need for Configurations</a:t>
            </a:r>
            <a:br>
              <a:rPr lang="en-US" dirty="0"/>
            </a:b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Without configurations, changes to paths, credentials, or environment targets require code edits and redeploys.</a:t>
            </a:r>
            <a:br>
              <a:rPr lang="en-US" dirty="0"/>
            </a:br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Environment isolation (local vs prod)</a:t>
            </a:r>
          </a:p>
          <a:p>
            <a:r>
              <a:rPr lang="en-US" dirty="0"/>
              <a:t>Centralized settings for pipelines</a:t>
            </a:r>
          </a:p>
          <a:p>
            <a:r>
              <a:rPr lang="en-US" dirty="0"/>
              <a:t>Faster debugging</a:t>
            </a:r>
          </a:p>
          <a:p>
            <a:r>
              <a:rPr lang="en-US" dirty="0"/>
              <a:t>No redeployment for parameter changes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Switching S3 paths using YAML file, not code.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639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D5A06-2701-552D-AD51-5EA6F9FFE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263" y="192506"/>
            <a:ext cx="10872537" cy="1251284"/>
          </a:xfrm>
        </p:spPr>
        <p:txBody>
          <a:bodyPr/>
          <a:lstStyle/>
          <a:p>
            <a:r>
              <a:rPr lang="en-IN" dirty="0"/>
              <a:t>Config File Example (YAML)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F6327-5A5C-373F-4E40-F98DE959D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4" y="1299411"/>
            <a:ext cx="11016916" cy="48775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Defining Config in YAML</a:t>
            </a:r>
            <a:br>
              <a:rPr lang="en-US" dirty="0"/>
            </a:b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YAML files are human-readable and easily parsed in Python.</a:t>
            </a:r>
            <a:br>
              <a:rPr lang="en-US" dirty="0"/>
            </a:br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env: dev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input_path</a:t>
            </a:r>
            <a:r>
              <a:rPr lang="en-IN" dirty="0">
                <a:solidFill>
                  <a:srgbClr val="FF0000"/>
                </a:solidFill>
              </a:rPr>
              <a:t>: "s3://dev-bucket/raw/orders.csv"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output_path</a:t>
            </a:r>
            <a:r>
              <a:rPr lang="en-IN" dirty="0">
                <a:solidFill>
                  <a:srgbClr val="FF0000"/>
                </a:solidFill>
              </a:rPr>
              <a:t>: "s3://dev-bucket/processed/</a:t>
            </a:r>
            <a:r>
              <a:rPr lang="en-IN" dirty="0" err="1">
                <a:solidFill>
                  <a:srgbClr val="FF0000"/>
                </a:solidFill>
              </a:rPr>
              <a:t>orders.parquet</a:t>
            </a:r>
            <a:r>
              <a:rPr lang="en-IN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api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</a:t>
            </a:r>
            <a:r>
              <a:rPr lang="en-IN" dirty="0" err="1">
                <a:solidFill>
                  <a:srgbClr val="FF0000"/>
                </a:solidFill>
              </a:rPr>
              <a:t>base_url</a:t>
            </a:r>
            <a:r>
              <a:rPr lang="en-IN" dirty="0">
                <a:solidFill>
                  <a:srgbClr val="FF0000"/>
                </a:solidFill>
              </a:rPr>
              <a:t>: "https://api-dev.company.com"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token: "DEV123TOKEN“</a:t>
            </a:r>
          </a:p>
          <a:p>
            <a:pPr marL="0" indent="0">
              <a:buNone/>
            </a:pPr>
            <a:r>
              <a:rPr lang="en-US" b="1" dirty="0"/>
              <a:t>Advantage:</a:t>
            </a:r>
            <a:br>
              <a:rPr lang="en-US" dirty="0"/>
            </a:br>
            <a:r>
              <a:rPr lang="en-US" dirty="0"/>
              <a:t>You can switch from Dev → Prod simply by changing the file.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905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1184-44F0-E40D-FB07-62B4AE264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Loading Configs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EE3A5-D4E8-819D-E4E6-043833B8C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Reading Config from File</a:t>
            </a:r>
            <a:br>
              <a:rPr lang="en-US" dirty="0"/>
            </a:b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Python provides libraries like </a:t>
            </a:r>
            <a:r>
              <a:rPr lang="en-US" dirty="0" err="1"/>
              <a:t>yaml</a:t>
            </a:r>
            <a:r>
              <a:rPr lang="en-US" dirty="0"/>
              <a:t>, </a:t>
            </a:r>
            <a:r>
              <a:rPr lang="en-US" dirty="0" err="1"/>
              <a:t>json</a:t>
            </a:r>
            <a:r>
              <a:rPr lang="en-US" dirty="0"/>
              <a:t>, or </a:t>
            </a:r>
            <a:r>
              <a:rPr lang="en-US" dirty="0" err="1"/>
              <a:t>configparser</a:t>
            </a:r>
            <a:r>
              <a:rPr lang="en-US" dirty="0"/>
              <a:t> to load configuration files.</a:t>
            </a:r>
            <a:br>
              <a:rPr lang="en-US" dirty="0"/>
            </a:b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import </a:t>
            </a:r>
            <a:r>
              <a:rPr lang="en-IN" dirty="0" err="1">
                <a:solidFill>
                  <a:srgbClr val="FF0000"/>
                </a:solidFill>
              </a:rPr>
              <a:t>yaml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with open("</a:t>
            </a:r>
            <a:r>
              <a:rPr lang="en-IN" dirty="0" err="1">
                <a:solidFill>
                  <a:srgbClr val="FF0000"/>
                </a:solidFill>
              </a:rPr>
              <a:t>config_dev.yaml</a:t>
            </a:r>
            <a:r>
              <a:rPr lang="en-IN" dirty="0">
                <a:solidFill>
                  <a:srgbClr val="FF0000"/>
                </a:solidFill>
              </a:rPr>
              <a:t>") as f: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config = </a:t>
            </a:r>
            <a:r>
              <a:rPr lang="en-IN" dirty="0" err="1">
                <a:solidFill>
                  <a:srgbClr val="FF0000"/>
                </a:solidFill>
              </a:rPr>
              <a:t>yaml.safe_load</a:t>
            </a:r>
            <a:r>
              <a:rPr lang="en-IN" dirty="0">
                <a:solidFill>
                  <a:srgbClr val="FF0000"/>
                </a:solidFill>
              </a:rPr>
              <a:t>(f)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print(config["env"])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print(config["</a:t>
            </a:r>
            <a:r>
              <a:rPr lang="en-IN" dirty="0" err="1">
                <a:solidFill>
                  <a:srgbClr val="FF0000"/>
                </a:solidFill>
              </a:rPr>
              <a:t>api</a:t>
            </a:r>
            <a:r>
              <a:rPr lang="en-IN" dirty="0">
                <a:solidFill>
                  <a:srgbClr val="FF0000"/>
                </a:solidFill>
              </a:rPr>
              <a:t>"]["</a:t>
            </a:r>
            <a:r>
              <a:rPr lang="en-IN" dirty="0" err="1">
                <a:solidFill>
                  <a:srgbClr val="FF0000"/>
                </a:solidFill>
              </a:rPr>
              <a:t>base_url</a:t>
            </a:r>
            <a:r>
              <a:rPr lang="en-IN" dirty="0">
                <a:solidFill>
                  <a:srgbClr val="FF0000"/>
                </a:solidFill>
              </a:rPr>
              <a:t>"])</a:t>
            </a:r>
          </a:p>
          <a:p>
            <a:pPr marL="0" indent="0">
              <a:buNone/>
            </a:pPr>
            <a:r>
              <a:rPr lang="en-IN" dirty="0"/>
              <a:t>✅ Output depends on environment file used.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031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50C4-39B4-727A-25F1-35DB3499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Configs in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809BB-FEFE-7B1D-D372-76AEB52AA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63" y="147269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Applying Configs Dynamically</a:t>
            </a:r>
            <a:br>
              <a:rPr lang="en-US" dirty="0"/>
            </a:b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Pass config values into your functions instead of hardcoding constants.</a:t>
            </a:r>
            <a:br>
              <a:rPr lang="en-US" dirty="0"/>
            </a:b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def </a:t>
            </a:r>
            <a:r>
              <a:rPr lang="en-IN" dirty="0" err="1">
                <a:solidFill>
                  <a:srgbClr val="FF0000"/>
                </a:solidFill>
              </a:rPr>
              <a:t>read_input</a:t>
            </a:r>
            <a:r>
              <a:rPr lang="en-IN" dirty="0">
                <a:solidFill>
                  <a:srgbClr val="FF0000"/>
                </a:solidFill>
              </a:rPr>
              <a:t>(config):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IN" dirty="0" err="1">
                <a:solidFill>
                  <a:srgbClr val="FF0000"/>
                </a:solidFill>
              </a:rPr>
              <a:t>pd.read_csv</a:t>
            </a:r>
            <a:r>
              <a:rPr lang="en-IN" dirty="0">
                <a:solidFill>
                  <a:srgbClr val="FF0000"/>
                </a:solidFill>
              </a:rPr>
              <a:t>(config["</a:t>
            </a:r>
            <a:r>
              <a:rPr lang="en-IN" dirty="0" err="1">
                <a:solidFill>
                  <a:srgbClr val="FF0000"/>
                </a:solidFill>
              </a:rPr>
              <a:t>input_path</a:t>
            </a:r>
            <a:r>
              <a:rPr lang="en-IN" dirty="0">
                <a:solidFill>
                  <a:srgbClr val="FF0000"/>
                </a:solidFill>
              </a:rPr>
              <a:t>"])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return 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def </a:t>
            </a:r>
            <a:r>
              <a:rPr lang="en-IN" dirty="0" err="1">
                <a:solidFill>
                  <a:srgbClr val="FF0000"/>
                </a:solidFill>
              </a:rPr>
              <a:t>persist_output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df</a:t>
            </a:r>
            <a:r>
              <a:rPr lang="en-IN" dirty="0">
                <a:solidFill>
                  <a:srgbClr val="FF0000"/>
                </a:solidFill>
              </a:rPr>
              <a:t>, config):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df.to_parquet</a:t>
            </a:r>
            <a:r>
              <a:rPr lang="en-IN" dirty="0">
                <a:solidFill>
                  <a:srgbClr val="FF0000"/>
                </a:solidFill>
              </a:rPr>
              <a:t>(config["</a:t>
            </a:r>
            <a:r>
              <a:rPr lang="en-IN" dirty="0" err="1">
                <a:solidFill>
                  <a:srgbClr val="FF0000"/>
                </a:solidFill>
              </a:rPr>
              <a:t>output_path</a:t>
            </a:r>
            <a:r>
              <a:rPr lang="en-IN" dirty="0">
                <a:solidFill>
                  <a:srgbClr val="FF0000"/>
                </a:solidFill>
              </a:rPr>
              <a:t>"], index=False)</a:t>
            </a:r>
          </a:p>
          <a:p>
            <a:pPr marL="0" indent="0">
              <a:buNone/>
            </a:pPr>
            <a:r>
              <a:rPr lang="en-US" b="1" dirty="0"/>
              <a:t>Benefit:</a:t>
            </a:r>
            <a:r>
              <a:rPr lang="en-US" dirty="0"/>
              <a:t> One codebase works for all environments.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248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D5CE-E3AA-6371-73F4-4F09764E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Environment-Specific Configs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2262F-83DB-0B92-A742-EF1FCCC58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Switching Between Environments</a:t>
            </a:r>
            <a:br>
              <a:rPr lang="en-IN" dirty="0"/>
            </a:br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Store separate config files for each environment (e.g., </a:t>
            </a:r>
            <a:r>
              <a:rPr lang="en-IN" dirty="0" err="1"/>
              <a:t>config_dev.yaml</a:t>
            </a:r>
            <a:r>
              <a:rPr lang="en-IN" dirty="0"/>
              <a:t>, </a:t>
            </a:r>
            <a:r>
              <a:rPr lang="en-IN" dirty="0" err="1"/>
              <a:t>config_prod.yaml</a:t>
            </a:r>
            <a:r>
              <a:rPr lang="en-IN" dirty="0"/>
              <a:t>).</a:t>
            </a:r>
            <a:br>
              <a:rPr lang="en-IN" dirty="0"/>
            </a:b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import </a:t>
            </a:r>
            <a:r>
              <a:rPr lang="en-IN" dirty="0" err="1">
                <a:solidFill>
                  <a:srgbClr val="FF0000"/>
                </a:solidFill>
              </a:rPr>
              <a:t>os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env = </a:t>
            </a:r>
            <a:r>
              <a:rPr lang="en-IN" dirty="0" err="1">
                <a:solidFill>
                  <a:srgbClr val="FF0000"/>
                </a:solidFill>
              </a:rPr>
              <a:t>os.getenv</a:t>
            </a:r>
            <a:r>
              <a:rPr lang="en-IN" dirty="0">
                <a:solidFill>
                  <a:srgbClr val="FF0000"/>
                </a:solidFill>
              </a:rPr>
              <a:t>("ENV", "dev")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file = </a:t>
            </a:r>
            <a:r>
              <a:rPr lang="en-IN" dirty="0" err="1">
                <a:solidFill>
                  <a:srgbClr val="FF0000"/>
                </a:solidFill>
              </a:rPr>
              <a:t>f"config</a:t>
            </a:r>
            <a:r>
              <a:rPr lang="en-IN" dirty="0">
                <a:solidFill>
                  <a:srgbClr val="FF0000"/>
                </a:solidFill>
              </a:rPr>
              <a:t>_{env}.</a:t>
            </a:r>
            <a:r>
              <a:rPr lang="en-IN" dirty="0" err="1">
                <a:solidFill>
                  <a:srgbClr val="FF0000"/>
                </a:solidFill>
              </a:rPr>
              <a:t>yaml</a:t>
            </a:r>
            <a:r>
              <a:rPr lang="en-IN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The same code auto-selects the right configuration file at runtime.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576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B9E3-C3CB-7F8A-18E5-75EDDF02B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Secrets &amp;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E3CD0-326A-2FE3-1BC1-DACCD6A46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Handling Secrets Securely</a:t>
            </a:r>
            <a:br>
              <a:rPr lang="en-US" dirty="0"/>
            </a:b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API tokens and DB passwords should not live in plain YAML or code.</a:t>
            </a:r>
            <a:br>
              <a:rPr lang="en-US" dirty="0"/>
            </a:br>
            <a:r>
              <a:rPr lang="en-US" b="1" dirty="0"/>
              <a:t>Best Practices:</a:t>
            </a:r>
            <a:endParaRPr lang="en-US" dirty="0"/>
          </a:p>
          <a:p>
            <a:r>
              <a:rPr lang="en-US" dirty="0"/>
              <a:t>Store secrets in </a:t>
            </a:r>
            <a:r>
              <a:rPr lang="en-US" b="1" dirty="0"/>
              <a:t>AWS Secrets Manager</a:t>
            </a:r>
            <a:r>
              <a:rPr lang="en-US" dirty="0"/>
              <a:t>, </a:t>
            </a:r>
            <a:r>
              <a:rPr lang="en-US" b="1" dirty="0"/>
              <a:t>SSM</a:t>
            </a:r>
            <a:r>
              <a:rPr lang="en-US" dirty="0"/>
              <a:t>, or </a:t>
            </a:r>
            <a:r>
              <a:rPr lang="en-US" b="1" dirty="0"/>
              <a:t>.env files</a:t>
            </a:r>
            <a:r>
              <a:rPr lang="en-US" dirty="0"/>
              <a:t>.</a:t>
            </a:r>
          </a:p>
          <a:p>
            <a:r>
              <a:rPr lang="en-US" dirty="0"/>
              <a:t>Load dynamically using environment variables.</a:t>
            </a:r>
            <a:br>
              <a:rPr lang="en-US" dirty="0"/>
            </a:br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import </a:t>
            </a:r>
            <a:r>
              <a:rPr lang="en-US" dirty="0" err="1">
                <a:solidFill>
                  <a:srgbClr val="FF0000"/>
                </a:solidFill>
              </a:rPr>
              <a:t>os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API_KEY = </a:t>
            </a:r>
            <a:r>
              <a:rPr lang="en-US" dirty="0" err="1">
                <a:solidFill>
                  <a:srgbClr val="FF0000"/>
                </a:solidFill>
              </a:rPr>
              <a:t>os.getenv</a:t>
            </a:r>
            <a:r>
              <a:rPr lang="en-US" dirty="0">
                <a:solidFill>
                  <a:srgbClr val="FF0000"/>
                </a:solidFill>
              </a:rPr>
              <a:t>("API_KEY")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233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B52C-20A9-49A2-E369-E8935389E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4C246-2217-3921-8F0D-878453A94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Validating Config Files**</a:t>
            </a:r>
            <a:br>
              <a:rPr lang="en-US" dirty="0"/>
            </a:b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Validate config before using it to prevent runtime errors.</a:t>
            </a:r>
            <a:br>
              <a:rPr lang="en-US" dirty="0"/>
            </a:b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required_keys</a:t>
            </a:r>
            <a:r>
              <a:rPr lang="en-US" dirty="0">
                <a:solidFill>
                  <a:srgbClr val="FF0000"/>
                </a:solidFill>
              </a:rPr>
              <a:t> = ["</a:t>
            </a:r>
            <a:r>
              <a:rPr lang="en-US" dirty="0" err="1">
                <a:solidFill>
                  <a:srgbClr val="FF0000"/>
                </a:solidFill>
              </a:rPr>
              <a:t>input_path</a:t>
            </a:r>
            <a:r>
              <a:rPr lang="en-US" dirty="0">
                <a:solidFill>
                  <a:srgbClr val="FF0000"/>
                </a:solidFill>
              </a:rPr>
              <a:t>", "</a:t>
            </a:r>
            <a:r>
              <a:rPr lang="en-US" dirty="0" err="1">
                <a:solidFill>
                  <a:srgbClr val="FF0000"/>
                </a:solidFill>
              </a:rPr>
              <a:t>output_path</a:t>
            </a:r>
            <a:r>
              <a:rPr lang="en-US" dirty="0">
                <a:solidFill>
                  <a:srgbClr val="FF0000"/>
                </a:solidFill>
              </a:rPr>
              <a:t>"]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for key in </a:t>
            </a:r>
            <a:r>
              <a:rPr lang="en-US" dirty="0" err="1">
                <a:solidFill>
                  <a:srgbClr val="FF0000"/>
                </a:solidFill>
              </a:rPr>
              <a:t>required_keys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assert key in config, </a:t>
            </a:r>
            <a:r>
              <a:rPr lang="en-US" dirty="0" err="1">
                <a:solidFill>
                  <a:srgbClr val="FF0000"/>
                </a:solidFill>
              </a:rPr>
              <a:t>f"Missing</a:t>
            </a:r>
            <a:r>
              <a:rPr lang="en-US" dirty="0">
                <a:solidFill>
                  <a:srgbClr val="FF0000"/>
                </a:solidFill>
              </a:rPr>
              <a:t> key: {key}"</a:t>
            </a:r>
          </a:p>
          <a:p>
            <a:pPr marL="0" indent="0">
              <a:buNone/>
            </a:pPr>
            <a:r>
              <a:rPr lang="en-US" dirty="0"/>
              <a:t>✅ Ensures all parameters exist before pipeline execution.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723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89BC-0230-9B97-A016-269E2557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Example: Supply Chain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22A2F-F277-1571-1D5E-3EA99B387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Config-Driven Supply Chain Example</a:t>
            </a:r>
            <a:br>
              <a:rPr lang="en-US" dirty="0"/>
            </a:br>
            <a:r>
              <a:rPr lang="en-US" b="1" dirty="0"/>
              <a:t>Scenario:</a:t>
            </a:r>
            <a:endParaRPr lang="en-US" dirty="0"/>
          </a:p>
          <a:p>
            <a:r>
              <a:rPr lang="en-US" dirty="0"/>
              <a:t>transform() reads from S3 path defined in config.</a:t>
            </a:r>
          </a:p>
          <a:p>
            <a:r>
              <a:rPr lang="en-US" dirty="0"/>
              <a:t>Config controls file path, region, and output format.</a:t>
            </a:r>
          </a:p>
          <a:p>
            <a:r>
              <a:rPr lang="en-US" dirty="0"/>
              <a:t>Same code runs in Dev, Stage, Prod — config switches only.</a:t>
            </a:r>
            <a:br>
              <a:rPr lang="en-US" dirty="0"/>
            </a:br>
            <a:r>
              <a:rPr lang="en-US" b="1" dirty="0"/>
              <a:t>Benefit:</a:t>
            </a:r>
            <a:br>
              <a:rPr lang="en-US" dirty="0"/>
            </a:br>
            <a:r>
              <a:rPr lang="en-US" dirty="0"/>
              <a:t>Code is static, only YAMLs change.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89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4D86-53B3-6CF0-8374-1E3FA9F7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5040E-9ED6-F477-3472-DF6D147E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Summary: Config-Driven Systems</a:t>
            </a:r>
            <a:br>
              <a:rPr lang="en-IN" dirty="0"/>
            </a:br>
            <a:r>
              <a:rPr lang="en-IN" b="1" dirty="0"/>
              <a:t>Key Points:</a:t>
            </a:r>
            <a:endParaRPr lang="en-IN" dirty="0"/>
          </a:p>
          <a:p>
            <a:r>
              <a:rPr lang="en-IN" dirty="0"/>
              <a:t>Keep configs outside the main codebase.</a:t>
            </a:r>
          </a:p>
          <a:p>
            <a:r>
              <a:rPr lang="en-IN" dirty="0"/>
              <a:t>Use YAML for structure, .env for secrets.</a:t>
            </a:r>
          </a:p>
          <a:p>
            <a:r>
              <a:rPr lang="en-IN" dirty="0"/>
              <a:t>Validate configs on startup.</a:t>
            </a:r>
          </a:p>
          <a:p>
            <a:r>
              <a:rPr lang="en-IN" dirty="0"/>
              <a:t>Never hardcode credentials or file paths.</a:t>
            </a:r>
            <a:br>
              <a:rPr lang="en-IN" dirty="0"/>
            </a:br>
            <a:r>
              <a:rPr lang="en-IN" b="1"/>
              <a:t>Mini Checklist:</a:t>
            </a:r>
            <a:br>
              <a:rPr lang="en-IN"/>
            </a:br>
            <a:r>
              <a:rPr lang="en-IN"/>
              <a:t>✅ Separate config per environment</a:t>
            </a:r>
            <a:br>
              <a:rPr lang="en-IN"/>
            </a:br>
            <a:r>
              <a:rPr lang="en-IN"/>
              <a:t>✅ Load configs dynamically</a:t>
            </a:r>
            <a:br>
              <a:rPr lang="en-IN"/>
            </a:br>
            <a:r>
              <a:rPr lang="en-IN"/>
              <a:t>✅ Secure secrets externally</a:t>
            </a:r>
            <a:br>
              <a:rPr lang="en-IN"/>
            </a:br>
            <a:r>
              <a:rPr lang="en-IN"/>
              <a:t>✅ Centralize logging, output paths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18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Config-Driven Approach</vt:lpstr>
      <vt:lpstr>Why Configs Matter</vt:lpstr>
      <vt:lpstr>Config File Example (YAML)</vt:lpstr>
      <vt:lpstr>Loading Configs in Python</vt:lpstr>
      <vt:lpstr>Using Configs in Code</vt:lpstr>
      <vt:lpstr>Environment-Specific Configs</vt:lpstr>
      <vt:lpstr>Secrets &amp; Security</vt:lpstr>
      <vt:lpstr>Config Validation</vt:lpstr>
      <vt:lpstr>Real-World Example: Supply Chain Pipeline</vt:lpstr>
      <vt:lpstr>Best Practices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2025-11-10T09:12:43Z</dcterms:created>
  <dcterms:modified xsi:type="dcterms:W3CDTF">2025-11-10T09:12:49Z</dcterms:modified>
</cp:coreProperties>
</file>