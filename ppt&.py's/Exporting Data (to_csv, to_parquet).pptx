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CF4F-00EB-2A90-E7F4-1BAE9818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F62E8-6C04-00A3-14EE-A75A595EA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1A146-E0A3-723C-272E-F61DFAFC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E428-5C8E-1722-C5D8-8AD4FE7B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DB39B-370D-9AF8-9297-79A5B2C4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74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E614-8473-4DAA-A4E6-0B247CF4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7A50-C9D6-013D-5EB3-DDA153139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0D75F-52FA-C918-21B9-1A8AAC726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75739-EF4F-EAAC-976B-88A62B79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C6287-AD5E-6BBA-6BC2-6B6A94A2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06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816C-F9C1-D119-9118-EAEC2B6C9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E548C-E809-6235-C5F8-484310C8A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98BF-9167-F127-CF50-9E913ECB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3F36A-037D-C2C5-A506-3A016144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1F086-7579-8027-4613-EF379D6D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98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7318-02D8-B8C5-392F-6BCA4089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33E47-8C59-E649-75BD-AB7680673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EBD2-B96B-7D56-1479-BCF2962BB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96F5B-C769-6FD6-74C4-BAF7F0A2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F116C-8E48-F7B6-9CAA-097D4293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DC513-62AD-82D6-FEB8-C8CDB6A9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40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EE42-9C64-FCE9-113C-15FA53C8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3B344-78E2-9560-A23B-998F0639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3727A-162A-3E8F-6F86-4F84684AD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B3382F-23A4-F924-B03E-915BC2E72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F9991-896A-F3A4-825F-DE6209EBD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8D8B55-E7D0-F736-25DC-6FCE82E8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CA715-976F-9307-BEAA-C11629C0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318C2-C546-697C-8049-4ED4F032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8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ACEE-66AD-714B-F965-087EC9FF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76114-A54C-C6DC-E8DA-FFC98CA0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B3940-B050-7952-A3DA-F1A4D122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601F1-003F-F14C-F9A3-E7D5A030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28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EA7D0-EDF4-A011-347F-533701CA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6439-2259-F859-083B-2A643A5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5DE3-5CB5-DB43-0123-97576816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7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46D4-129C-ADE4-EFA0-501B79CD9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54C57-5657-3F25-9241-7EDC14F1B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220EE-B6E3-75C0-4A02-8C36B0C81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E99CD-F85D-6A09-72EF-45F044C3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B9F66-96E7-6DE4-A3B6-B5CF98BA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3F378-9755-6E1F-00A1-8A9C0A6C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84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1187-E0D2-D4F6-8986-E8710043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4FA3D-EC44-2420-F094-34A516C12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82B96-E75C-2A86-3A4F-9941D7B9E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BF80C-EEE7-05AD-B2D8-037D61BA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4D27B-D07F-5999-C435-E4B1A3D1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9E4AE-2FC4-E1DC-1FE8-786491C4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1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8D9E-C551-7FD3-F4CF-75683EE0F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FBCA4-E4CA-0DEE-B336-6F5E3A45D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BC69B-C695-E59A-C10D-FC1BECDB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931B6-B62D-199F-7428-45AC21C8F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A3CA0-F889-779A-24AB-00694C09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60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5683F6-54D3-86C5-FC6D-9F6EE4610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1420D-972F-6A68-7958-8B5728A7D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143CF-521F-13F0-581D-C89283EC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FEFF5-7617-1AB8-9A80-B6A252D3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99385-5AF9-DF06-D306-D82EE53F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0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F114B-79ED-7540-14C7-9AE4B847A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A504C-31FB-E7EF-DF9E-4B0897DC2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372CA-A97A-CBD2-DFF8-A9DAE52A3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FB244-3D64-46F0-9B83-000F4981D4C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2804-E958-DCB3-363D-40C1AEED2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5058A-C6EE-61F5-5BFD-A684D7671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56A15-3C71-4E91-82A3-563567094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3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0AA19-605D-4085-0611-08AD750AA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940" y="184559"/>
            <a:ext cx="9508671" cy="1779814"/>
          </a:xfrm>
        </p:spPr>
        <p:txBody>
          <a:bodyPr/>
          <a:lstStyle/>
          <a:p>
            <a:r>
              <a:rPr lang="en-US" sz="4400" b="1" dirty="0"/>
              <a:t>Exporting Data (</a:t>
            </a:r>
            <a:r>
              <a:rPr lang="en-US" sz="4400" b="1" dirty="0" err="1"/>
              <a:t>to_csv</a:t>
            </a:r>
            <a:r>
              <a:rPr lang="en-US" sz="4400" b="1" dirty="0"/>
              <a:t>, </a:t>
            </a:r>
            <a:r>
              <a:rPr lang="en-US" sz="4400" b="1" dirty="0" err="1"/>
              <a:t>to_parquet</a:t>
            </a:r>
            <a:r>
              <a:rPr lang="en-US" sz="5400" b="1" dirty="0"/>
              <a:t>)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CC700-6AC1-C6AB-C05D-E6E822217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663" y="2344738"/>
            <a:ext cx="9990365" cy="1655762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Learn how to export processed data using pandas.</a:t>
            </a:r>
            <a:br>
              <a:rPr lang="en-US" sz="3200" dirty="0"/>
            </a:br>
            <a:r>
              <a:rPr lang="en-US" sz="3200" dirty="0"/>
              <a:t>Use cases: Save cleaned or transformed datasets for reporting, analytics, or data sharing.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9796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989B-56E1-F75C-2BF9-AD0CB6ABE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08" y="365125"/>
            <a:ext cx="10674292" cy="1325563"/>
          </a:xfrm>
        </p:spPr>
        <p:txBody>
          <a:bodyPr/>
          <a:lstStyle/>
          <a:p>
            <a:r>
              <a:rPr lang="en-IN" b="1" dirty="0"/>
              <a:t>Why Export Data?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C6A4532-598E-B1B8-7BD1-1768F3ED41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840" y="1784555"/>
            <a:ext cx="1077496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processed results permanently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 data with other systems or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into BI tools like Tableau, Power BI, or AWS Redshift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multiple file formats (CSV, Parquet, Excel, etc.)</a:t>
            </a:r>
          </a:p>
        </p:txBody>
      </p:sp>
    </p:spTree>
    <p:extLst>
      <p:ext uri="{BB962C8B-B14F-4D97-AF65-F5344CB8AC3E}">
        <p14:creationId xmlns:p14="http://schemas.microsoft.com/office/powerpoint/2010/main" val="18793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F372-BAC3-D64B-7325-D5089DD8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Exporting to 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8AB05-8ACA-3F29-1532-39B4931C1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import pandas as pd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'Name': ['Aisha', 'Rahul', 'Fatima'],</a:t>
            </a:r>
          </a:p>
          <a:p>
            <a:pPr marL="0" indent="0">
              <a:buNone/>
            </a:pPr>
            <a:r>
              <a:rPr lang="en-IN" dirty="0"/>
              <a:t>    'Role': ['Manager', 'Developer', 'Analyst']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Export to CSV</a:t>
            </a:r>
          </a:p>
          <a:p>
            <a:pPr marL="0" indent="0">
              <a:buNone/>
            </a:pPr>
            <a:r>
              <a:rPr lang="en-IN" dirty="0" err="1"/>
              <a:t>df.to_csv</a:t>
            </a:r>
            <a:r>
              <a:rPr lang="en-IN" dirty="0"/>
              <a:t>('employees.csv', index=False)</a:t>
            </a:r>
          </a:p>
          <a:p>
            <a:pPr marL="0" indent="0">
              <a:buNone/>
            </a:pPr>
            <a:r>
              <a:rPr lang="en-IN" dirty="0"/>
              <a:t>print('CSV file created successfully!')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20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B357-9DF0-3DFC-2A9B-42135429C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Exporting to Parquet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A3CAB-1F3F-FAFA-32FF-517FBE20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import pandas as pd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data = {</a:t>
            </a:r>
          </a:p>
          <a:p>
            <a:pPr marL="0" indent="0">
              <a:buNone/>
            </a:pPr>
            <a:r>
              <a:rPr lang="en-IN" dirty="0"/>
              <a:t>    'Name': ['Aisha', 'Rahul', 'Fatima'],</a:t>
            </a:r>
          </a:p>
          <a:p>
            <a:pPr marL="0" indent="0">
              <a:buNone/>
            </a:pPr>
            <a:r>
              <a:rPr lang="en-IN" dirty="0"/>
              <a:t>    'Salary': [80000, 65000, 72000]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Export to Parquet</a:t>
            </a:r>
          </a:p>
          <a:p>
            <a:pPr marL="0" indent="0">
              <a:buNone/>
            </a:pPr>
            <a:r>
              <a:rPr lang="en-IN" dirty="0" err="1"/>
              <a:t>df.to_parquet</a:t>
            </a:r>
            <a:r>
              <a:rPr lang="en-IN" dirty="0"/>
              <a:t>('</a:t>
            </a:r>
            <a:r>
              <a:rPr lang="en-IN" dirty="0" err="1"/>
              <a:t>employees.parquet</a:t>
            </a:r>
            <a:r>
              <a:rPr lang="en-IN" dirty="0"/>
              <a:t>', index=False)</a:t>
            </a:r>
          </a:p>
          <a:p>
            <a:pPr marL="0" indent="0">
              <a:buNone/>
            </a:pPr>
            <a:r>
              <a:rPr lang="en-IN" dirty="0"/>
              <a:t>print('Parquet file created successfully!')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28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8A7B-5285-6439-5E9C-C5504618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Understanding Parquet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490D9C-2497-4BA0-E0D8-B44E01E356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8458" y="2330466"/>
            <a:ext cx="907764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Columnar storage format (efficient for analytics)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 file size than 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compression (snappy,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gzip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brotli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read/write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377092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4779-F674-463E-AC2B-4218D8642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Exporting with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1ACF3-3709-74A1-BD3F-B5796337C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df.to_csv</a:t>
            </a:r>
            <a:r>
              <a:rPr lang="en-IN" dirty="0"/>
              <a:t>('employees_compressed.csv.gz', index=False, compression='</a:t>
            </a:r>
            <a:r>
              <a:rPr lang="en-IN" dirty="0" err="1"/>
              <a:t>gzip</a:t>
            </a:r>
            <a:r>
              <a:rPr lang="en-IN" dirty="0"/>
              <a:t>')</a:t>
            </a:r>
          </a:p>
          <a:p>
            <a:pPr marL="0" indent="0">
              <a:buNone/>
            </a:pPr>
            <a:r>
              <a:rPr lang="en-IN" dirty="0" err="1"/>
              <a:t>df.to_parquet</a:t>
            </a:r>
            <a:r>
              <a:rPr lang="en-IN" dirty="0"/>
              <a:t>('</a:t>
            </a:r>
            <a:r>
              <a:rPr lang="en-IN" dirty="0" err="1"/>
              <a:t>employees_compressed.parquet</a:t>
            </a:r>
            <a:r>
              <a:rPr lang="en-IN" dirty="0"/>
              <a:t>', compression='snappy')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39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C380-C832-FBCC-EEBE-F90CE636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Exporting to AWS 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0EDEA-05BE-0FB3-D301-09EEE6661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df.to_csv</a:t>
            </a:r>
            <a:r>
              <a:rPr lang="en-IN" dirty="0"/>
              <a:t>('s3://my-bucket/exports/employees.csv', index=False)</a:t>
            </a:r>
          </a:p>
          <a:p>
            <a:pPr marL="0" indent="0">
              <a:buNone/>
            </a:pPr>
            <a:r>
              <a:rPr lang="en-IN" dirty="0" err="1"/>
              <a:t>df.to_parquet</a:t>
            </a:r>
            <a:r>
              <a:rPr lang="en-IN" dirty="0"/>
              <a:t>('s3://my-bucket/exports/</a:t>
            </a:r>
            <a:r>
              <a:rPr lang="en-IN" dirty="0" err="1"/>
              <a:t>employees.parquet</a:t>
            </a:r>
            <a:r>
              <a:rPr lang="en-IN" dirty="0"/>
              <a:t>', index=False)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Requires AWS credentials or IAM role permissions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30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7D703-B84D-368F-59DA-6AE020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Parameters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0CAF38-BE38-868C-4BE0-F24F2768C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6814" y="2153013"/>
            <a:ext cx="753102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index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include/exclude row index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include column headers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compression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gzip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bz2, zip, snappy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'w' overwrite, 'a' append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30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135F-353E-5033-3356-6798B799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7A9FC-ADD3-AEF6-4CE5-06A037D7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FileNotFoundError</a:t>
            </a:r>
            <a:r>
              <a:rPr lang="en-IN" dirty="0"/>
              <a:t> → invalid path</a:t>
            </a:r>
          </a:p>
          <a:p>
            <a:r>
              <a:rPr lang="en-IN" b="1" dirty="0" err="1"/>
              <a:t>PermissionError</a:t>
            </a:r>
            <a:r>
              <a:rPr lang="en-IN" dirty="0"/>
              <a:t> → write access denied</a:t>
            </a:r>
          </a:p>
          <a:p>
            <a:r>
              <a:rPr lang="en-IN" b="1" dirty="0"/>
              <a:t>Missing dependency for Parquet</a:t>
            </a:r>
            <a:r>
              <a:rPr lang="en-IN" dirty="0"/>
              <a:t> → install </a:t>
            </a:r>
            <a:r>
              <a:rPr lang="en-IN" dirty="0" err="1"/>
              <a:t>pyarrow</a:t>
            </a:r>
            <a:r>
              <a:rPr lang="en-IN" dirty="0"/>
              <a:t> or </a:t>
            </a:r>
            <a:r>
              <a:rPr lang="en-IN" dirty="0" err="1"/>
              <a:t>fastparquet</a:t>
            </a:r>
            <a:endParaRPr lang="en-IN" dirty="0"/>
          </a:p>
          <a:p>
            <a:r>
              <a:rPr lang="en-IN" dirty="0"/>
              <a:t>💡 Fix:</a:t>
            </a:r>
          </a:p>
          <a:p>
            <a:r>
              <a:rPr lang="en-IN" dirty="0"/>
              <a:t>pip install </a:t>
            </a:r>
            <a:r>
              <a:rPr lang="en-IN" dirty="0" err="1"/>
              <a:t>pyarrow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07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F749-159F-D527-D85F-20D8BD72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B9B21-30D0-17BD-9BC2-B06CA0AB6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Use </a:t>
            </a:r>
            <a:r>
              <a:rPr lang="en-US" dirty="0" err="1"/>
              <a:t>to_csv</a:t>
            </a:r>
            <a:r>
              <a:rPr lang="en-US" dirty="0"/>
              <a:t>() for flat data exports</a:t>
            </a:r>
            <a:br>
              <a:rPr lang="en-US" dirty="0"/>
            </a:br>
            <a:r>
              <a:rPr lang="en-US" dirty="0"/>
              <a:t>✅ Use </a:t>
            </a:r>
            <a:r>
              <a:rPr lang="en-US" dirty="0" err="1"/>
              <a:t>to_parquet</a:t>
            </a:r>
            <a:r>
              <a:rPr lang="en-US" dirty="0"/>
              <a:t>() for compressed analytics files</a:t>
            </a:r>
            <a:br>
              <a:rPr lang="en-US" dirty="0"/>
            </a:br>
            <a:r>
              <a:rPr lang="en-US" dirty="0"/>
              <a:t>✅ Use compression for large data</a:t>
            </a:r>
            <a:br>
              <a:rPr lang="en-US" dirty="0"/>
            </a:br>
            <a:r>
              <a:rPr lang="en-US" dirty="0"/>
              <a:t>✅ Perfect for ETL, reporting, and data pipelines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85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Exporting Data (to_csv, to_parquet)</vt:lpstr>
      <vt:lpstr>Why Export Data?</vt:lpstr>
      <vt:lpstr>Exporting to CSV</vt:lpstr>
      <vt:lpstr>Exporting to Parquet</vt:lpstr>
      <vt:lpstr>Understanding Parquet</vt:lpstr>
      <vt:lpstr>Example – Exporting with Compression</vt:lpstr>
      <vt:lpstr>Exporting to AWS S3</vt:lpstr>
      <vt:lpstr>Common Parameters</vt:lpstr>
      <vt:lpstr>Common Errors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2025-11-05T10:46:35Z</dcterms:created>
  <dcterms:modified xsi:type="dcterms:W3CDTF">2025-11-05T10:46:45Z</dcterms:modified>
</cp:coreProperties>
</file>