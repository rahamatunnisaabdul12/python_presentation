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5F3FA-D23C-BB61-68DD-8833E0A63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36C41-2B76-D3E6-B6FE-283DDB60BD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D7DDF-412F-74DC-6984-F97698FF0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0F30C-2B0C-DDBF-B440-118BA6DB7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03D8B-02C1-4EAD-FD01-3810A1CC2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540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D9B75-9514-4567-08E6-965E6745E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9BE14-B305-2A65-96BA-CF316BFB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CA4E8-A6F7-1148-B2BF-BDCAF7AA4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2A27E-88BA-F6D9-1277-0C29AD0FE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3582B-0584-15A5-B76C-C7E4F1D9F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8107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0AD6B-198E-9C60-DE52-92279FA0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D15D5-100B-4C23-1E1C-5F86F233B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A8AE8-6C1F-3ACB-0741-D2F93F4F3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F091BB-6013-756D-51ED-660C3D329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742A-BF89-2C64-0B98-1739B9D2D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781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06015-2E99-8350-CFE1-9F491B0E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4D79D-3202-8192-1D32-9BD9503C87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5F62C-1BF2-0D28-DF65-50570C1F4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738D8-5191-EE34-CAAD-7575048D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E0A0C9-7638-31E8-7764-4AEC9E30E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4C0FF-160D-78A6-C2CD-444701609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89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7C79F-AFFE-218C-52B5-63B2A8257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EC29C6-EC0C-4F88-8494-F888EB128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5EB810-5B06-DF79-BB49-433EC4188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602C54-F06A-BEB0-24FC-A9E0AF028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79125D-B90C-A93C-A05C-816AEE2CEB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C3F4C9-38EA-7EF2-1C28-32E972CB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2D07E9-FFC4-5460-4E1F-4FBA24570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EA8485-631B-C895-F35F-0495DCE29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89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41D20-43D0-AB82-4840-13E222E67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27F50E-2CBD-15D2-B746-9F1FBE006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FDF5B1-EA4B-A124-2216-08EA0255F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0099DC-A1FD-CA36-EB34-5FC4A2753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7330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CEDEA2-6757-61C8-E5A4-2133A74D9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C9A450-5705-AA24-DF05-F07E090F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2FF8B9-3FDF-D687-E133-817046A67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7938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57E0-3C6B-9B5A-FCB3-94C15E460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8B4D6-6EFF-E0A8-23DC-D48EC7431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9F0694-4FEC-70BC-1893-2889A18CB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3E3A49-EA94-A9F5-729C-10C55860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4292E-CE95-74FE-594E-2A787D99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C196AC-2779-111F-473C-560A41C22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714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3A339-0BF1-E621-8076-F425523B5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6AF53A-180B-F3A4-92AE-71D948BA95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D819E1-9FCF-C17F-DB1E-FF2958435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2D4A5-B95D-755D-3B63-9E8233743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8F168-FDD8-1838-9129-83263B3A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AFFB6-7332-E708-AEEC-94481BED6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593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B6447-54D7-7A25-491E-6E910741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4B6F2A-9A56-4175-87EE-8CF11FC75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881D5-8712-F140-EABD-DE7170B4A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518DA-0F56-8B0A-119F-D9B007DDF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22348-BC54-E729-A55A-AF6C7A2A3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865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5C6CE-FC0B-0B25-0797-5038E2323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356984-24C9-2A2F-459C-FE1B7CAEB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1D093-7538-AAA3-5759-952C6D5DA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A0478-8F0E-16EF-B613-6B67A7C20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6680D-601C-B3D4-323F-8492A504D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160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A2F7DC-C053-6C8C-A852-9088BB80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94FBC-102B-AAAC-B0AA-1C828663E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36F201-4DF3-85FC-E490-57D2BBB24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370E0-D157-43C7-86A1-12FA819061C4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1412-5926-BAE6-49DE-B53DB50F1D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4A080-398D-3F0A-0D16-76898B2C6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80CF5-BA0D-4C95-AC1D-33212BC27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188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026DA-1708-318A-8CD4-F0D88F9492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“Test My Transformers with Sample JSON and See Exact CSV Output”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CB769-3AD9-4E20-DBD4-B58A5B46C3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5242" y="3064042"/>
            <a:ext cx="9432758" cy="2193758"/>
          </a:xfrm>
        </p:spPr>
        <p:txBody>
          <a:bodyPr/>
          <a:lstStyle/>
          <a:p>
            <a:pPr algn="l"/>
            <a:r>
              <a:rPr lang="en-US" b="1" dirty="0"/>
              <a:t>Testing Transformers with Sample JSON</a:t>
            </a:r>
          </a:p>
          <a:p>
            <a:pPr algn="l"/>
            <a:r>
              <a:rPr lang="en-US" dirty="0"/>
              <a:t>Validate your transformer logic by running it on sample JSON data and verifying the exact output CSV rows.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231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18115-BBC8-5AC5-E2A9-301C52CB8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Test Transformers?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556AC-22C8-D2BC-FE5A-FDA050FD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Detect mapping or data type issues</a:t>
            </a:r>
          </a:p>
          <a:p>
            <a:r>
              <a:rPr lang="en-US" dirty="0"/>
              <a:t>Verify nested JSON flattening</a:t>
            </a:r>
          </a:p>
          <a:p>
            <a:r>
              <a:rPr lang="en-US" dirty="0"/>
              <a:t>Confirm output file structure</a:t>
            </a:r>
          </a:p>
          <a:p>
            <a:r>
              <a:rPr lang="en-US" dirty="0"/>
              <a:t>Save debugging time before full pipeline runs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539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0191C-05BD-1723-B091-550B9BE65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Typical Transformer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45001-2BCD-3630-3827-E61C0B0D6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Raw JSON → Transform → Clean → Flatten → CSV → Upload to S3 / Redshift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Each stage should produce predictable, testable results.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01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C4963-F4D6-F0A0-76E9-9F151C0B3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 — Prepare Sample JSON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D5ED6F-F62D-36E2-7621-1A41BE0E5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sample_json</a:t>
            </a:r>
            <a:r>
              <a:rPr lang="en-IN" dirty="0">
                <a:solidFill>
                  <a:srgbClr val="00B050"/>
                </a:solidFill>
              </a:rPr>
              <a:t> = [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{"</a:t>
            </a:r>
            <a:r>
              <a:rPr lang="en-IN" dirty="0" err="1">
                <a:solidFill>
                  <a:srgbClr val="00B050"/>
                </a:solidFill>
              </a:rPr>
              <a:t>emp_id</a:t>
            </a:r>
            <a:r>
              <a:rPr lang="en-IN" dirty="0">
                <a:solidFill>
                  <a:srgbClr val="00B050"/>
                </a:solidFill>
              </a:rPr>
              <a:t>": 1, "name": "Aisha", "dept": {"id": 10, "name": "Finance"}},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{"</a:t>
            </a:r>
            <a:r>
              <a:rPr lang="en-IN" dirty="0" err="1">
                <a:solidFill>
                  <a:srgbClr val="00B050"/>
                </a:solidFill>
              </a:rPr>
              <a:t>emp_id</a:t>
            </a:r>
            <a:r>
              <a:rPr lang="en-IN" dirty="0">
                <a:solidFill>
                  <a:srgbClr val="00B050"/>
                </a:solidFill>
              </a:rPr>
              <a:t>": 2, "name": "Rahul", "dept": {"id": 20, "name": "IT"}}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]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4075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B8D46-9B18-A325-B0BA-44EC537E0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2 — Transform Function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968510-ECCE-9BE2-8196-D486DBA7EF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def </a:t>
            </a:r>
            <a:r>
              <a:rPr lang="en-IN" dirty="0" err="1">
                <a:solidFill>
                  <a:srgbClr val="00B050"/>
                </a:solidFill>
              </a:rPr>
              <a:t>transform_employee_data</a:t>
            </a:r>
            <a:r>
              <a:rPr lang="en-IN" dirty="0">
                <a:solidFill>
                  <a:srgbClr val="00B050"/>
                </a:solidFill>
              </a:rPr>
              <a:t>(data):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rows = []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for d in data: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</a:t>
            </a:r>
            <a:r>
              <a:rPr lang="en-IN" dirty="0" err="1">
                <a:solidFill>
                  <a:srgbClr val="00B050"/>
                </a:solidFill>
              </a:rPr>
              <a:t>rows.append</a:t>
            </a:r>
            <a:r>
              <a:rPr lang="en-IN" dirty="0">
                <a:solidFill>
                  <a:srgbClr val="00B050"/>
                </a:solidFill>
              </a:rPr>
              <a:t>({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    "</a:t>
            </a:r>
            <a:r>
              <a:rPr lang="en-IN" dirty="0" err="1">
                <a:solidFill>
                  <a:srgbClr val="00B050"/>
                </a:solidFill>
              </a:rPr>
              <a:t>emp_id</a:t>
            </a:r>
            <a:r>
              <a:rPr lang="en-IN" dirty="0">
                <a:solidFill>
                  <a:srgbClr val="00B050"/>
                </a:solidFill>
              </a:rPr>
              <a:t>": d["</a:t>
            </a:r>
            <a:r>
              <a:rPr lang="en-IN" dirty="0" err="1">
                <a:solidFill>
                  <a:srgbClr val="00B050"/>
                </a:solidFill>
              </a:rPr>
              <a:t>emp_id</a:t>
            </a:r>
            <a:r>
              <a:rPr lang="en-IN" dirty="0">
                <a:solidFill>
                  <a:srgbClr val="00B050"/>
                </a:solidFill>
              </a:rPr>
              <a:t>"],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    "</a:t>
            </a:r>
            <a:r>
              <a:rPr lang="en-IN" dirty="0" err="1">
                <a:solidFill>
                  <a:srgbClr val="00B050"/>
                </a:solidFill>
              </a:rPr>
              <a:t>emp_name</a:t>
            </a:r>
            <a:r>
              <a:rPr lang="en-IN" dirty="0">
                <a:solidFill>
                  <a:srgbClr val="00B050"/>
                </a:solidFill>
              </a:rPr>
              <a:t>": d["name"],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    "</a:t>
            </a:r>
            <a:r>
              <a:rPr lang="en-IN" dirty="0" err="1">
                <a:solidFill>
                  <a:srgbClr val="00B050"/>
                </a:solidFill>
              </a:rPr>
              <a:t>dept_id</a:t>
            </a:r>
            <a:r>
              <a:rPr lang="en-IN" dirty="0">
                <a:solidFill>
                  <a:srgbClr val="00B050"/>
                </a:solidFill>
              </a:rPr>
              <a:t>": d["dept"]["id"],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    "</a:t>
            </a:r>
            <a:r>
              <a:rPr lang="en-IN" dirty="0" err="1">
                <a:solidFill>
                  <a:srgbClr val="00B050"/>
                </a:solidFill>
              </a:rPr>
              <a:t>dept_name</a:t>
            </a:r>
            <a:r>
              <a:rPr lang="en-IN" dirty="0">
                <a:solidFill>
                  <a:srgbClr val="00B050"/>
                </a:solidFill>
              </a:rPr>
              <a:t>": d["dept"]["name"]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    })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    return rows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9490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5DC23-DCE1-43BC-5CB1-95A8B2D19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 — Convert to </a:t>
            </a:r>
            <a:r>
              <a:rPr lang="en-US" b="1" dirty="0" err="1"/>
              <a:t>DataFrame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6D85D-D3F3-A2FE-830A-050773B70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 = </a:t>
            </a:r>
            <a:r>
              <a:rPr lang="en-IN" dirty="0" err="1">
                <a:solidFill>
                  <a:srgbClr val="00B050"/>
                </a:solidFill>
              </a:rPr>
              <a:t>pd.DataFrame</a:t>
            </a:r>
            <a:r>
              <a:rPr lang="en-IN" dirty="0">
                <a:solidFill>
                  <a:srgbClr val="00B050"/>
                </a:solidFill>
              </a:rPr>
              <a:t>(transformed)</a:t>
            </a:r>
          </a:p>
          <a:p>
            <a:pPr marL="0" indent="0">
              <a:buNone/>
            </a:pPr>
            <a:r>
              <a:rPr lang="en-IN" dirty="0">
                <a:solidFill>
                  <a:srgbClr val="00B050"/>
                </a:solidFill>
              </a:rPr>
              <a:t>print(</a:t>
            </a:r>
            <a:r>
              <a:rPr lang="en-IN" dirty="0" err="1">
                <a:solidFill>
                  <a:srgbClr val="00B050"/>
                </a:solidFill>
              </a:rPr>
              <a:t>df</a:t>
            </a:r>
            <a:r>
              <a:rPr lang="en-IN" dirty="0">
                <a:solidFill>
                  <a:srgbClr val="00B050"/>
                </a:solidFill>
              </a:rPr>
              <a:t>)</a:t>
            </a:r>
          </a:p>
          <a:p>
            <a:pPr marL="0" indent="0">
              <a:buNone/>
            </a:pP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✅ Check columns and row values before saving</a:t>
            </a:r>
            <a:endParaRPr lang="en-IN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475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11C7-6C45-0CF6-AE11-8D3E7471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 — Export to CSV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DEE4F-C9E4-6047-CAA6-18EA0F010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00B050"/>
                </a:solidFill>
              </a:rPr>
              <a:t>df.to_csv</a:t>
            </a:r>
            <a:r>
              <a:rPr lang="en-US" dirty="0">
                <a:solidFill>
                  <a:srgbClr val="00B050"/>
                </a:solidFill>
              </a:rPr>
              <a:t>("employees_output.csv", index=False)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print("✅ CSV generated successfully!")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Validate the CSV file content visually in </a:t>
            </a:r>
            <a:r>
              <a:rPr lang="en-US" dirty="0" err="1"/>
              <a:t>Jupyter</a:t>
            </a:r>
            <a:r>
              <a:rPr lang="en-US" dirty="0"/>
              <a:t> or Excel.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3732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6B49-3E55-F409-E07D-5D9CE366F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 — Automate as a Test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EF061-F7A0-822F-8A24-696C009D2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def </a:t>
            </a:r>
            <a:r>
              <a:rPr lang="en-US" dirty="0" err="1">
                <a:solidFill>
                  <a:srgbClr val="00B050"/>
                </a:solidFill>
              </a:rPr>
              <a:t>test_transform_shape</a:t>
            </a:r>
            <a:r>
              <a:rPr lang="en-US" dirty="0">
                <a:solidFill>
                  <a:srgbClr val="00B050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    assert </a:t>
            </a:r>
            <a:r>
              <a:rPr lang="en-US" dirty="0" err="1">
                <a:solidFill>
                  <a:srgbClr val="00B050"/>
                </a:solidFill>
              </a:rPr>
              <a:t>df.shape</a:t>
            </a:r>
            <a:r>
              <a:rPr lang="en-US" dirty="0">
                <a:solidFill>
                  <a:srgbClr val="00B050"/>
                </a:solidFill>
              </a:rPr>
              <a:t>[1] == 4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dirty="0"/>
              <a:t>Add lightweight tests for column count or schema validation.</a:t>
            </a:r>
          </a:p>
          <a:p>
            <a:pPr marL="0" indent="0">
              <a:buNone/>
            </a:pPr>
            <a:endParaRPr lang="en-US" dirty="0">
              <a:solidFill>
                <a:srgbClr val="00B050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2742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F0153-DD3F-562F-E83C-BAC92714C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Output Example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6D1837-0FC8-B3A1-655C-AD80125134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516450"/>
              </p:ext>
            </p:extLst>
          </p:nvPr>
        </p:nvGraphicFramePr>
        <p:xfrm>
          <a:off x="721895" y="1825624"/>
          <a:ext cx="10631904" cy="3003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7976">
                  <a:extLst>
                    <a:ext uri="{9D8B030D-6E8A-4147-A177-3AD203B41FA5}">
                      <a16:colId xmlns:a16="http://schemas.microsoft.com/office/drawing/2014/main" val="2704229068"/>
                    </a:ext>
                  </a:extLst>
                </a:gridCol>
                <a:gridCol w="2657976">
                  <a:extLst>
                    <a:ext uri="{9D8B030D-6E8A-4147-A177-3AD203B41FA5}">
                      <a16:colId xmlns:a16="http://schemas.microsoft.com/office/drawing/2014/main" val="2342483618"/>
                    </a:ext>
                  </a:extLst>
                </a:gridCol>
                <a:gridCol w="2657976">
                  <a:extLst>
                    <a:ext uri="{9D8B030D-6E8A-4147-A177-3AD203B41FA5}">
                      <a16:colId xmlns:a16="http://schemas.microsoft.com/office/drawing/2014/main" val="69085771"/>
                    </a:ext>
                  </a:extLst>
                </a:gridCol>
                <a:gridCol w="2657976">
                  <a:extLst>
                    <a:ext uri="{9D8B030D-6E8A-4147-A177-3AD203B41FA5}">
                      <a16:colId xmlns:a16="http://schemas.microsoft.com/office/drawing/2014/main" val="771612782"/>
                    </a:ext>
                  </a:extLst>
                </a:gridCol>
              </a:tblGrid>
              <a:tr h="100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/>
                        <a:t>emp_id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emp_name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dept_name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6040819"/>
                  </a:ext>
                </a:extLst>
              </a:tr>
              <a:tr h="100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Aisha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690867"/>
                  </a:ext>
                </a:extLst>
              </a:tr>
              <a:tr h="1001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Rahul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4733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0177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0CB9-BC6E-047F-CA83-DD3B7205B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60FFE-9E4F-0CE7-CE9F-BD3DB17A2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✅ Always test transformers with sample JSONs</a:t>
            </a:r>
            <a:br>
              <a:rPr lang="en-US" sz="3200" dirty="0"/>
            </a:br>
            <a:r>
              <a:rPr lang="en-US" sz="3200" dirty="0"/>
              <a:t>✅ Verify flattening logic and column mapping</a:t>
            </a:r>
            <a:br>
              <a:rPr lang="en-US" sz="3200" dirty="0"/>
            </a:br>
            <a:r>
              <a:rPr lang="en-US" sz="3200" dirty="0"/>
              <a:t>✅ Export and inspect CSVs visually</a:t>
            </a:r>
            <a:br>
              <a:rPr lang="en-US" sz="3200" dirty="0"/>
            </a:br>
            <a:r>
              <a:rPr lang="en-US" sz="3200" dirty="0"/>
              <a:t>✅ Helps detect mapping errors early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91518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Widescreen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“Test My Transformers with Sample JSON and See Exact CSV Output” </vt:lpstr>
      <vt:lpstr>Why Test Transformers?</vt:lpstr>
      <vt:lpstr>Typical Transformer Flow</vt:lpstr>
      <vt:lpstr>Step 1 — Prepare Sample JSON</vt:lpstr>
      <vt:lpstr>Step 2 — Transform Function </vt:lpstr>
      <vt:lpstr>Step 3 — Convert to DataFrame </vt:lpstr>
      <vt:lpstr>Step 4 — Export to CSV</vt:lpstr>
      <vt:lpstr>Step 5 — Automate as a Test </vt:lpstr>
      <vt:lpstr>Output 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2025-11-07T10:06:24Z</dcterms:created>
  <dcterms:modified xsi:type="dcterms:W3CDTF">2025-11-07T10:06:39Z</dcterms:modified>
</cp:coreProperties>
</file>