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BC0-D0E5-953B-B059-D8D30C531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5ED91-0EDA-7F19-0A0D-2A4DF3B9E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BCBCA-9BE1-6EC5-756B-1545D839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CC433-022B-56F4-503A-4FC0052D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BA5EC-CD2D-5888-1848-64A46F0F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3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7852-1895-511E-01C1-99273E20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B2E0-A68A-A53F-7486-66F9DEB5C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4C7AE-3308-AE0A-C825-C3A5300A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D8F0F-8D9B-8F9B-B0D1-078122A4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FF12-80C7-804F-13C4-8CF2E143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4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A721-F8E1-327E-4E42-124B4121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D00C2-3119-D919-3062-A9DB235FA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DB41-EB9D-BB00-C5F6-CEEA8F03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BF2-8063-A55E-5931-533E0950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17B53-E768-7E0D-D92B-07E530CC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57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846A-91AF-4545-1DAD-186C703E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F128B-872A-9D69-52F1-0570E3C72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2F4DC-24B5-CEE1-5A5B-7AF9970B2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7A4B4-661C-DB08-1258-878769BE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8838E-BA7E-EB17-7DE1-66033C57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68F7-9D12-2FD5-DD14-C4953E34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93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D1D4-DB7F-A6E1-CDE3-85D565D1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E80E-4011-3F40-789F-E1D2C2F0C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51F40-ED47-3E44-26AE-6F189CDD5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5A3CD-8475-1D73-764D-57B005428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54104-40E3-740F-BF06-B87604861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96A17-341C-7D62-1813-8E9A6EDD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7B3AF-A50D-DCC5-23DC-AC7B1756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24F46-C75A-7523-7BA2-99C5490C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86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3704-7FE6-6FC6-370C-493CB226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791A6-88F4-B44D-22D6-35825EBD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FC56F-B479-9576-9C43-37DAB5AA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42446-5D5B-FAEA-F1CC-AA56A1A2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83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0E3A8-445A-ACAD-C1ED-C6BCC262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C775B-B5ED-A0EC-5FC5-15F8F50D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68E2-2A97-C8E5-722E-6D48737D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28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1AE6-F5EC-AE60-C110-3F1B823D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F66CF-3A16-D1C5-8917-A6E1DCA5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4431-9286-BC13-E65B-BC2A863E2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07C8B-25F1-7445-99F9-46960F04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B70F8-7303-4D3D-8BDD-9C47A1AC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278AE-CE95-AA69-974B-7637218B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42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8844-E2DC-E2A1-439D-F84B44B7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2FA58-AD7F-655B-58E8-22F76108E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CF5D6-B014-6461-84B3-CBFF23ADB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0E43E-BC28-5F70-1103-5275EFC3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4FA08-DFD9-EACB-AF88-E197DCEC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BF448-1ED7-04FE-D7B6-923A0093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18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2083-503F-7724-C7CB-3FFB019A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B286F-DED4-9594-19D0-D3D05953F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4ECAE-C40E-A2F8-BADE-981EEF4B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E7ADC-212F-4E03-1EBF-8AE6FDFB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960FB-EFBD-3FEA-D85D-B838B92D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01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5600F-7EBB-D3C6-59F3-0AE6CE695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EB367-1F23-35D0-CD9F-C2F8564A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E4F8-F0E0-6234-03EE-5D5092B6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A289-59E3-48AC-F2DF-3EC0878F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21EAC-074E-3C11-A0ED-0319BF9B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42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5BCE9-B9BE-9ADE-6764-99E0C842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FC6D9-FD9F-D586-5199-6C7B5CD3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7B097-E6E6-AE06-218E-BC59F8507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7AAB0-82F5-4DF6-8FBB-1D70DE5A52C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7467E-4D72-C4C8-DBD4-68D718496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2599-6662-EC10-71BA-4664A892C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73374-B665-409D-808D-5065FAE899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98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B111-7565-74B5-0B24-AB96AEC87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51869"/>
          </a:xfrm>
        </p:spPr>
        <p:txBody>
          <a:bodyPr/>
          <a:lstStyle/>
          <a:p>
            <a:r>
              <a:rPr lang="en-US" dirty="0"/>
              <a:t>Lifecycle of a Data Pipeline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EC8EF-D648-1FEA-0DFE-D80B3C0FB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2887578"/>
            <a:ext cx="9144001" cy="2370221"/>
          </a:xfrm>
        </p:spPr>
        <p:txBody>
          <a:bodyPr/>
          <a:lstStyle/>
          <a:p>
            <a:pPr algn="l"/>
            <a:r>
              <a:rPr lang="en-US" b="1" dirty="0"/>
              <a:t>Lifecycle of a Data Pipeline</a:t>
            </a:r>
          </a:p>
          <a:p>
            <a:pPr algn="l"/>
            <a:r>
              <a:rPr lang="en-US" dirty="0"/>
              <a:t>The pipeline lifecycle defines all stages from creation, deployment, monitoring, to continuous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15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3EF5A-338F-707F-7364-DEFFF0D2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Understand Lifecycle?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B475-3FB2-860C-59B2-5AAB2D114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manage environments (Dev, Stage, Prod)</a:t>
            </a:r>
          </a:p>
          <a:p>
            <a:r>
              <a:rPr lang="en-US" dirty="0"/>
              <a:t>Enables version control and CI/CD</a:t>
            </a:r>
          </a:p>
          <a:p>
            <a:r>
              <a:rPr lang="en-US" dirty="0"/>
              <a:t>Supports automation and monitoring</a:t>
            </a:r>
          </a:p>
          <a:p>
            <a:r>
              <a:rPr lang="en-US" dirty="0"/>
              <a:t>Reduces downtime during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34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5EAF-1194-D9C2-CD5C-BA4B1FA5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 Main Stages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3B0B64-02DD-A02F-759B-0B74230B6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429728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09376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86346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40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Design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sources, schema,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71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Build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 ETL code and test locally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3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Deploy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Push to production (Step Functions / Glue)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1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Monitor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logs and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6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 Optimize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 performance and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683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08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2C79-FFF9-CA92-AB93-FDCDEA43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Stage 1 — Design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66FBF8-D319-AFAE-1C14-2CC937BEFA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642" y="2153483"/>
            <a:ext cx="83817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business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source → destination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data model / schema diagrams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input/output expectations</a:t>
            </a:r>
          </a:p>
        </p:txBody>
      </p:sp>
    </p:spTree>
    <p:extLst>
      <p:ext uri="{BB962C8B-B14F-4D97-AF65-F5344CB8AC3E}">
        <p14:creationId xmlns:p14="http://schemas.microsoft.com/office/powerpoint/2010/main" val="154804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D395-6481-2104-DCEE-871F2C9E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Stage 2 — Build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F8415-903D-A59B-6AE7-BF00B1BE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# Develop, transform, validate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pd.read_csv</a:t>
            </a:r>
            <a:r>
              <a:rPr lang="en-IN" dirty="0">
                <a:solidFill>
                  <a:srgbClr val="00B050"/>
                </a:solidFill>
              </a:rPr>
              <a:t>("raw_data.csv")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["</a:t>
            </a:r>
            <a:r>
              <a:rPr lang="en-IN" dirty="0" err="1">
                <a:solidFill>
                  <a:srgbClr val="00B050"/>
                </a:solidFill>
              </a:rPr>
              <a:t>amount_usd</a:t>
            </a:r>
            <a:r>
              <a:rPr lang="en-IN" dirty="0">
                <a:solidFill>
                  <a:srgbClr val="00B050"/>
                </a:solidFill>
              </a:rPr>
              <a:t>"] = </a:t>
            </a: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["amount"] * 0.012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✅ Test logic in </a:t>
            </a:r>
            <a:r>
              <a:rPr lang="en-US" dirty="0" err="1"/>
              <a:t>Jupyter</a:t>
            </a:r>
            <a:r>
              <a:rPr lang="en-US" dirty="0"/>
              <a:t> or local environment first.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46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4BC2-D5BC-0F21-7CC0-6E58A694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Stage 3 — Deploy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8E876D-0323-10B3-0245-FD0B88245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558" y="2134828"/>
            <a:ext cx="948665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scripts and configs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via AWS Glue or Step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AppConfig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YAMLs for environment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your code in GitLab</a:t>
            </a:r>
          </a:p>
        </p:txBody>
      </p:sp>
    </p:spTree>
    <p:extLst>
      <p:ext uri="{BB962C8B-B14F-4D97-AF65-F5344CB8AC3E}">
        <p14:creationId xmlns:p14="http://schemas.microsoft.com/office/powerpoint/2010/main" val="309053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D57D-B062-9BD6-FE22-7DA66A21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Stage 4 —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F894-BA83-10C6-33D9-CEDCCED5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logging.info("Pipeline started")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logging.info("Records processed: 250")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logging.error</a:t>
            </a:r>
            <a:r>
              <a:rPr lang="en-IN" dirty="0">
                <a:solidFill>
                  <a:srgbClr val="00B050"/>
                </a:solidFill>
              </a:rPr>
              <a:t>("Missing column detected!")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✅ Monitor in CloudWatch or logs dashboard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98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6F0D-0F7A-5154-6427-70436B1E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Stage 5 — Optimize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C6530-FC79-8038-C34B-33D49BF8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job runtime</a:t>
            </a:r>
          </a:p>
          <a:p>
            <a:r>
              <a:rPr lang="en-US" dirty="0"/>
              <a:t>Cache frequent lookups</a:t>
            </a:r>
          </a:p>
          <a:p>
            <a:r>
              <a:rPr lang="en-US" dirty="0"/>
              <a:t>Optimize joins and filters</a:t>
            </a:r>
          </a:p>
          <a:p>
            <a:r>
              <a:rPr lang="en-US" dirty="0"/>
              <a:t>Automate retry logic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23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0DC4-3AEA-01CC-1B2C-586146AD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Continuous Improvement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A1B1A2-ABF7-8609-1A21-73BA9C5F6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4"/>
            <a:ext cx="720742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alerts for job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daily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metrics (success %, avg runtime)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documentation up-to-date</a:t>
            </a:r>
          </a:p>
        </p:txBody>
      </p:sp>
    </p:spTree>
    <p:extLst>
      <p:ext uri="{BB962C8B-B14F-4D97-AF65-F5344CB8AC3E}">
        <p14:creationId xmlns:p14="http://schemas.microsoft.com/office/powerpoint/2010/main" val="222233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D34C-304B-09FE-1430-D1DCBCE0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EC025-C41D-613C-D14C-3B346DCDD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Pipeline lifecycle = Design → Build → Deploy → Monitor → Optimize</a:t>
            </a:r>
            <a:br>
              <a:rPr lang="en-IN" dirty="0"/>
            </a:br>
            <a:r>
              <a:rPr lang="en-IN" dirty="0"/>
              <a:t>✅ Helps in version control, stability, and cost optimization</a:t>
            </a:r>
            <a:br>
              <a:rPr lang="en-IN" dirty="0"/>
            </a:br>
            <a:r>
              <a:rPr lang="en-IN" dirty="0"/>
              <a:t>✅ Core skill for DevOps and Data Engineering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10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9AE-EFBE-4B9E-DFD0-3AF8E2E9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B16E8-D0E4-2CFB-6C43-CF10E1BE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91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Lifecycle of a Data Pipeline</vt:lpstr>
      <vt:lpstr>Why Understand Lifecycle?</vt:lpstr>
      <vt:lpstr>5 Main Stages</vt:lpstr>
      <vt:lpstr>Stage 1 — Design </vt:lpstr>
      <vt:lpstr>Stage 2 — Build </vt:lpstr>
      <vt:lpstr>Stage 3 — Deploy </vt:lpstr>
      <vt:lpstr>Stage 4 — Monitor</vt:lpstr>
      <vt:lpstr>Stage 5 — Optimize</vt:lpstr>
      <vt:lpstr>Continuous Improvement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2025-11-07T10:38:26Z</dcterms:created>
  <dcterms:modified xsi:type="dcterms:W3CDTF">2025-11-07T10:38:42Z</dcterms:modified>
</cp:coreProperties>
</file>