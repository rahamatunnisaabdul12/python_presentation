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36F8-AB01-2648-741F-C9361051A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3E983-C4E4-8D75-6DE6-7172FBF12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A51A1-3D45-8D18-5CBF-601CF96F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125B6-D86A-8157-5282-3B1ED57D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F57ED-BD46-9EDF-1C81-4A92CE6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35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34A9-1825-C55F-5346-119919D1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3B47-1321-1B3E-E47F-15F71C9AC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A940-F953-D0F9-68EA-928566AC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30E3C-95DA-0A2D-24FF-E6D8DF0F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3F06-B9AA-C9BB-0263-AB30BE35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9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1295-95CB-E987-079B-31025749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883D0-E3CB-0873-5401-E46D839C9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1E9F5-8889-48AB-42D7-A1EF9322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38A7-F753-96C1-627B-054ED317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C38ED-AABA-DBD1-0C67-D1EFF166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2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FD13-0216-0908-4176-EE7FAD4A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C1CCF-D5BF-FC84-EA84-769CC6076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3C20F-4EFF-B634-70D8-0781A19C8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56090-26F0-72DE-C349-E147E340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8E275-775A-1626-E609-CF943FF5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0779A-F43E-7725-C5FF-FC472545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7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74C6-3CCD-0D02-AB63-C978D266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0D25-3595-3CAE-42BD-284A17B6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818D5-A3B9-7651-677C-687732EE3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BE56D-36A7-6237-5D2B-3686FF5D9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59BFF-0A07-E5AC-74A9-328EE701F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0F39E3-5772-61FE-F21F-70C886B7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FC721-C419-76C7-E11B-732EBD43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66300-742B-596F-1640-25CB84EE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26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5CCF-FBB7-AB9D-B6A5-A9306E7A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0D70F-C974-04B8-75B7-1EAF05F6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96DF0-62FD-4310-BD7B-04CBC4DA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B64B9-D8B1-A16A-193F-882FE1A1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38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B0511-83C6-A2D2-E4A0-55F758DC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2AA08-AAA2-DBD4-0567-B35D4E41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0B4B9-6970-2F79-7F04-3941AD5D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3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4A71-072F-E344-84E2-6E8AA0B8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36270-DCD2-F919-59F1-34476F35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DB6FF-F02E-8FF6-0052-084001A0A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DEB06-F6D8-A35A-50AF-F265167D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E1A67-1A0B-E06D-547A-E1C0C61E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9983-D51A-BDB0-7F33-F39890D0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0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C269-4E43-4366-6552-F9BB2A06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86C13-3A52-8687-4BB5-8E33517BB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0F731-2386-543B-0413-E9854382A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75F8B-7499-85B1-DA4E-6FE15F43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CBFBA-4CA4-015C-039D-19826158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EF1AE-AA54-D107-553B-CAF5B897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6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629F-C6D9-8426-7995-E2E7A20B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96B9D-E4CA-E85E-27E3-5A271DED9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4CFA-DD1A-AC4F-5010-24DC2B96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C72D-1CBC-A52E-7923-CA6F539D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956B4-D275-417F-98DE-26A8E120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25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032AC-B701-54FD-F7C2-AEA3705ED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5128D-BF17-D4C1-26C4-4BFC52037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689DA-1FF3-9A4E-918E-43342E27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99821-A21A-BB02-9317-12707638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9560F-7828-A5CD-E8E5-FD052296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FE484-739F-D1BB-EAA6-02DA94D8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65962-3598-459C-02DE-8C2B4C263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9C347-71BB-836B-BC19-87D922596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4F527-E1C6-449A-9096-DA25EB797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7A195-B836-6D7B-F3EC-C0FA421D9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114BE-FE18-A327-D422-4A59386AF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34604-E6FD-48A6-B697-FDBF29843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9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34A0-DC2E-859E-2815-0E43A534C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347" y="272132"/>
            <a:ext cx="10828420" cy="195772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Integration Testing for End-to-End Flow (API → Transform → S3 → Data Lake)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C4892-DC23-8F69-B1C8-D9D2A3C64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347" y="2229853"/>
            <a:ext cx="10154653" cy="423511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Integration Testing?</a:t>
            </a:r>
          </a:p>
          <a:p>
            <a:pPr algn="l"/>
            <a:r>
              <a:rPr lang="en-US" dirty="0"/>
              <a:t>Integration testing verifies that </a:t>
            </a:r>
            <a:r>
              <a:rPr lang="en-US" b="1" dirty="0"/>
              <a:t>multiple components</a:t>
            </a:r>
            <a:r>
              <a:rPr lang="en-US" dirty="0"/>
              <a:t> (API, ETL, Storage) work </a:t>
            </a:r>
            <a:r>
              <a:rPr lang="en-US" b="1" dirty="0"/>
              <a:t>together correctly</a:t>
            </a:r>
            <a:r>
              <a:rPr lang="en-US" dirty="0"/>
              <a:t> as a system.</a:t>
            </a:r>
          </a:p>
          <a:p>
            <a:pPr algn="l"/>
            <a:r>
              <a:rPr lang="en-US" dirty="0"/>
              <a:t>Here, we’re no longer testing just one function — we’re testing the </a:t>
            </a:r>
            <a:r>
              <a:rPr lang="en-US" i="1" dirty="0"/>
              <a:t>entire pipeline flow</a:t>
            </a:r>
            <a:r>
              <a:rPr lang="en-US" dirty="0"/>
              <a:t> from data ingestion (via API), through transformation, to writing into storage (S3 or Data Lake).</a:t>
            </a:r>
          </a:p>
          <a:p>
            <a:pPr algn="l"/>
            <a:r>
              <a:rPr lang="en-US" dirty="0"/>
              <a:t>This is </a:t>
            </a:r>
            <a:r>
              <a:rPr lang="en-US" i="1" dirty="0"/>
              <a:t>exactly</a:t>
            </a:r>
            <a:r>
              <a:rPr lang="en-US" dirty="0"/>
              <a:t> what happens in your AWS workflows with Step Functions, Glue, and Redshift.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90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7542-7C54-90CA-D6BE-FA4898EA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Integration Testing?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1D2A6-DD3C-0183-D9CF-661E0242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Detects issues between modules</a:t>
            </a:r>
          </a:p>
          <a:p>
            <a:r>
              <a:rPr lang="en-US" dirty="0"/>
              <a:t>Validates full data flow</a:t>
            </a:r>
          </a:p>
          <a:p>
            <a:r>
              <a:rPr lang="en-US" dirty="0"/>
              <a:t>Ensures transformations and outputs are consistent</a:t>
            </a:r>
          </a:p>
          <a:p>
            <a:r>
              <a:rPr lang="en-US" dirty="0"/>
              <a:t>Catches environment or dependency errors early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88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B7E6-F9FD-256E-4F4C-11C8FCA2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ETL Pipeline Integration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973C-1613-5C9F-937F-CF4AC8D5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API → Python Transform → S3 → Data Lake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Each stage communicates with the next — and must be tested end-to-end.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F49B-7B0D-B065-58EA-1C5026E6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Test Focus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098788-D584-D349-BF94-3399533E3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31787"/>
              </p:ext>
            </p:extLst>
          </p:nvPr>
        </p:nvGraphicFramePr>
        <p:xfrm>
          <a:off x="838200" y="1825625"/>
          <a:ext cx="10515600" cy="346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240134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03943837"/>
                    </a:ext>
                  </a:extLst>
                </a:gridCol>
              </a:tblGrid>
              <a:tr h="693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to Validate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990282"/>
                  </a:ext>
                </a:extLst>
              </a:tr>
              <a:tr h="693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API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valid 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64511"/>
                  </a:ext>
                </a:extLst>
              </a:tr>
              <a:tr h="693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Transform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logic applied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492510"/>
                  </a:ext>
                </a:extLst>
              </a:tr>
              <a:tr h="693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Storage (S3)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written successfully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89355"/>
                  </a:ext>
                </a:extLst>
              </a:tr>
              <a:tr h="693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Lake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Schema &amp; record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15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30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1F84-8953-7B05-FC15-C137DA1E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Test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14B58-02F6-1231-B408-DC27A1381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1️⃣ Mock API call → get JSON data</a:t>
            </a:r>
            <a:br>
              <a:rPr lang="en-IN" dirty="0"/>
            </a:br>
            <a:r>
              <a:rPr lang="en-IN" dirty="0"/>
              <a:t>2️⃣ Apply transformations (pandas)</a:t>
            </a:r>
            <a:br>
              <a:rPr lang="en-IN" dirty="0"/>
            </a:br>
            <a:r>
              <a:rPr lang="en-IN" dirty="0"/>
              <a:t>3️⃣ Simulate writing to S3</a:t>
            </a:r>
            <a:br>
              <a:rPr lang="en-IN" dirty="0"/>
            </a:br>
            <a:r>
              <a:rPr lang="en-IN" dirty="0"/>
              <a:t>4️⃣ Verify output file content</a:t>
            </a:r>
            <a:br>
              <a:rPr lang="en-IN" dirty="0"/>
            </a:br>
            <a:r>
              <a:rPr lang="en-IN" dirty="0"/>
              <a:t>5️⃣ Validate schema and record count</a:t>
            </a:r>
          </a:p>
        </p:txBody>
      </p:sp>
    </p:spTree>
    <p:extLst>
      <p:ext uri="{BB962C8B-B14F-4D97-AF65-F5344CB8AC3E}">
        <p14:creationId xmlns:p14="http://schemas.microsoft.com/office/powerpoint/2010/main" val="389471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EF80-6D03-A419-5EEC-88CBECB8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Mock API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62CE1-AEDC-C8E1-EB5D-23129C14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fetch_orders</a:t>
            </a:r>
            <a:r>
              <a:rPr lang="en-US" dirty="0">
                <a:solidFill>
                  <a:schemeClr val="accent6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return [{"</a:t>
            </a:r>
            <a:r>
              <a:rPr lang="en-US" dirty="0" err="1">
                <a:solidFill>
                  <a:schemeClr val="accent6"/>
                </a:solidFill>
              </a:rPr>
              <a:t>order_id</a:t>
            </a:r>
            <a:r>
              <a:rPr lang="en-US" dirty="0">
                <a:solidFill>
                  <a:schemeClr val="accent6"/>
                </a:solidFill>
              </a:rPr>
              <a:t>": 1, "region": "APAC", "price": 250}]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Replaces a real API during testing.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27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7AD0-58E2-91B1-7FEF-CFD16176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Transform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43EB-71A9-E58E-EE30-66A8B97EC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"] = 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["price"] * 0.012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 in </a:t>
            </a:r>
            <a:r>
              <a:rPr lang="en-US" dirty="0" err="1">
                <a:solidFill>
                  <a:schemeClr val="accent6"/>
                </a:solidFill>
              </a:rPr>
              <a:t>df.columns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Ensures data logic is correctly applied.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803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9D59-C0CC-09EC-E410-A10E877C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S3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12EE6-C8E7-5FAB-3F34-E52A4357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df.to_csv</a:t>
            </a:r>
            <a:r>
              <a:rPr lang="en-IN" dirty="0">
                <a:solidFill>
                  <a:schemeClr val="accent6"/>
                </a:solidFill>
              </a:rPr>
              <a:t>("s3_output/orders.csv", index=False)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assert </a:t>
            </a:r>
            <a:r>
              <a:rPr lang="en-IN" dirty="0" err="1">
                <a:solidFill>
                  <a:schemeClr val="accent6"/>
                </a:solidFill>
              </a:rPr>
              <a:t>os.path.exists</a:t>
            </a:r>
            <a:r>
              <a:rPr lang="en-IN" dirty="0">
                <a:solidFill>
                  <a:schemeClr val="accent6"/>
                </a:solidFill>
              </a:rPr>
              <a:t>("s3_output/orders.csv")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Verifies data is stored successfully.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32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09D4-32C9-492F-BE89-93FFC195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84ED-D7C6-DB44-9FF9-1546D70E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Use mock APIs or local S3 folders</a:t>
            </a:r>
            <a:br>
              <a:rPr lang="en-US" dirty="0"/>
            </a:br>
            <a:r>
              <a:rPr lang="en-US" dirty="0"/>
              <a:t>✅ Validate schema, count, and output files</a:t>
            </a:r>
            <a:br>
              <a:rPr lang="en-US" dirty="0"/>
            </a:br>
            <a:r>
              <a:rPr lang="en-US" dirty="0"/>
              <a:t>✅ Automate integration tests in CI/CD</a:t>
            </a:r>
            <a:br>
              <a:rPr lang="en-US" dirty="0"/>
            </a:br>
            <a:r>
              <a:rPr lang="en-US" dirty="0"/>
              <a:t>✅ Test environment configs separately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182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90DF-67DA-7A64-C741-6FB06ABA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98EF7-0FAA-704A-958D-273069D2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✅ Integration testing = complete system check</a:t>
            </a:r>
            <a:br>
              <a:rPr lang="en-US"/>
            </a:br>
            <a:r>
              <a:rPr lang="en-US"/>
              <a:t>✅ Verifies data movement across all layers</a:t>
            </a:r>
            <a:br>
              <a:rPr lang="en-US"/>
            </a:br>
            <a:r>
              <a:rPr lang="en-US"/>
              <a:t>✅ Combines API, ETL, and storage logic</a:t>
            </a:r>
            <a:br>
              <a:rPr lang="en-US"/>
            </a:br>
            <a:r>
              <a:rPr lang="en-US"/>
              <a:t>✅ Critical for production-ready pipelines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47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Integration Testing for End-to-End Flow (API → Transform → S3 → Data Lake)</vt:lpstr>
      <vt:lpstr>Why Integration Testing? </vt:lpstr>
      <vt:lpstr>ETL Pipeline Integration Flow</vt:lpstr>
      <vt:lpstr>Integration Test Focus</vt:lpstr>
      <vt:lpstr>Example Test Flow</vt:lpstr>
      <vt:lpstr>Mock API Simulation</vt:lpstr>
      <vt:lpstr>Transform &amp; Validation</vt:lpstr>
      <vt:lpstr>S3 Simulation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2025-11-08T09:22:07Z</dcterms:created>
  <dcterms:modified xsi:type="dcterms:W3CDTF">2025-11-08T09:22:21Z</dcterms:modified>
</cp:coreProperties>
</file>