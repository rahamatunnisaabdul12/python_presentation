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 Ingestion?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What:</a:t>
            </a:r>
          </a:p>
          <a:p>
            <a:r>
              <a:t>Data ingestion is the process of moving raw or processed data from various source systems into a centralized storage (like a Data Lake).</a:t>
            </a:r>
          </a:p>
          <a:p/>
          <a:p>
            <a:r>
              <a:t>Why:</a:t>
            </a:r>
          </a:p>
          <a:p>
            <a:r>
              <a:t>It ensures that data from APIs, CSV files, and external vendors is available for transformation and analytics.</a:t>
            </a:r>
          </a:p>
          <a:p/>
          <a:p>
            <a:r>
              <a:t>How:</a:t>
            </a:r>
          </a:p>
          <a:p>
            <a:r>
              <a:t>Tools and SDKs like DPL Publisher handle file upload, authentication, and data validation automatically.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DPL Publisher SDK?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What:</a:t>
            </a:r>
          </a:p>
          <a:p>
            <a:r>
              <a:t>The DPL Publisher SDK is a client-side utility for pushing validated data (like CSVs) into a centralized Data Lake environment.</a:t>
            </a:r>
          </a:p>
          <a:p/>
          <a:p>
            <a:r>
              <a:t>Why:</a:t>
            </a:r>
          </a:p>
          <a:p>
            <a:r>
              <a:t>It simplifies secure, consistent ingestion without writing custom upload logic.</a:t>
            </a:r>
          </a:p>
          <a:p/>
          <a:p>
            <a:r>
              <a:t>How:</a:t>
            </a:r>
          </a:p>
          <a:p>
            <a:r>
              <a:t>Developers call SDK functions to authenticate, verify tokens, and upload files into defined zones (e.g., raw/trusted).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Tokens in Secure Upload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What:</a:t>
            </a:r>
          </a:p>
          <a:p>
            <a:r>
              <a:t>Tokens are unique identifiers for validating authorized uploads.</a:t>
            </a:r>
          </a:p>
          <a:p/>
          <a:p>
            <a:r>
              <a:t>Why:</a:t>
            </a:r>
          </a:p>
          <a:p>
            <a:r>
              <a:t>They ensure that only approved systems or apps can send data to the lake.</a:t>
            </a:r>
          </a:p>
          <a:p/>
          <a:p>
            <a:r>
              <a:t>How:</a:t>
            </a:r>
          </a:p>
          <a:p>
            <a:r>
              <a:t>The DPL Publisher SDK verifies tokens against its backend before accepting any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Ingestion Flow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What:</a:t>
            </a:r>
          </a:p>
          <a:p>
            <a:r>
              <a:t>The ingestion flow describes how data moves from staging to the lake.</a:t>
            </a:r>
          </a:p>
          <a:p/>
          <a:p>
            <a:r>
              <a:t>Why:</a:t>
            </a:r>
          </a:p>
          <a:p>
            <a:r>
              <a:t>Helps visualize the interaction between CSV files, the SDK, and the storage layer.</a:t>
            </a:r>
          </a:p>
          <a:p/>
          <a:p>
            <a:r>
              <a:t>How:</a:t>
            </a:r>
          </a:p>
          <a:p>
            <a:r>
              <a:t>1️⃣ CSV generated → 2️⃣ Token validated → 3️⃣ SDK upload → 4️⃣ File stored in S3 (raw zone)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Uploading CSV to Data Lake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What:</a:t>
            </a:r>
          </a:p>
          <a:p>
            <a:r>
              <a:t>A CherryPy-generated CSV is uploaded through DPL Publisher SDK.</a:t>
            </a:r>
          </a:p>
          <a:p/>
          <a:p>
            <a:r>
              <a:t>Why:</a:t>
            </a:r>
          </a:p>
          <a:p>
            <a:r>
              <a:t>Provides automated handling for file transfer, metadata, and token verification.</a:t>
            </a:r>
          </a:p>
          <a:p/>
          <a:p>
            <a:r>
              <a:t>How:</a:t>
            </a:r>
          </a:p>
          <a:p>
            <a:r>
              <a:t>The SDK takes care of upload path, region, and data encryption in S3.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 in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What:</a:t>
            </a:r>
          </a:p>
          <a:p>
            <a:r>
              <a:t>Common ingestion errors include token mismatch, schema validation failure, or network timeouts.</a:t>
            </a:r>
          </a:p>
          <a:p/>
          <a:p>
            <a:r>
              <a:t>Why:</a:t>
            </a:r>
          </a:p>
          <a:p>
            <a:r>
              <a:t>Improper handling may corrupt lake data or break automation.</a:t>
            </a:r>
          </a:p>
          <a:p/>
          <a:p>
            <a:r>
              <a:t>How:</a:t>
            </a:r>
          </a:p>
          <a:p>
            <a:r>
              <a:t>The SDK implements retry mechanisms, logging, and error notifications.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Using DPL Publisher SDK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What:</a:t>
            </a:r>
          </a:p>
          <a:p>
            <a:r>
              <a:t>- Secure data uploads</a:t>
            </a:r>
          </a:p>
          <a:p>
            <a:r>
              <a:t>- Centralized logging</a:t>
            </a:r>
          </a:p>
          <a:p>
            <a:r>
              <a:t>- Auto token validation</a:t>
            </a:r>
          </a:p>
          <a:p>
            <a:r>
              <a:t>- Zone-aware file management</a:t>
            </a:r>
          </a:p>
          <a:p/>
          <a:p>
            <a:r>
              <a:t>Why:</a:t>
            </a:r>
          </a:p>
          <a:p>
            <a:r>
              <a:t>Minimizes human errors and ensures compliance.</a:t>
            </a:r>
          </a:p>
          <a:p/>
          <a:p>
            <a:r>
              <a:t>How:</a:t>
            </a:r>
          </a:p>
          <a:p>
            <a:r>
              <a:t>Each upload call automatically maps to the appropriate data zone and audit log.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with Data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What:</a:t>
            </a:r>
          </a:p>
          <a:p>
            <a:r>
              <a:t>Once ingested, data becomes available to downstream ETL and reporting jobs.</a:t>
            </a:r>
          </a:p>
          <a:p/>
          <a:p>
            <a:r>
              <a:t>Why:</a:t>
            </a:r>
          </a:p>
          <a:p>
            <a:r>
              <a:t>This forms the bridge between external data generation and analytics readiness.</a:t>
            </a:r>
          </a:p>
          <a:p/>
          <a:p>
            <a:r>
              <a:t>How:</a:t>
            </a:r>
          </a:p>
          <a:p>
            <a:r>
              <a:t>Glue, Athena, or Redshift consume the lake files as trusted data sources.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and Auditing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What:</a:t>
            </a:r>
          </a:p>
          <a:p>
            <a:r>
              <a:t>Each file upload is tracked in audit logs.</a:t>
            </a:r>
          </a:p>
          <a:p/>
          <a:p>
            <a:r>
              <a:t>Why:</a:t>
            </a:r>
          </a:p>
          <a:p>
            <a:r>
              <a:t>Ensures visibility into data lineage and governance.</a:t>
            </a:r>
          </a:p>
          <a:p/>
          <a:p>
            <a:r>
              <a:t>How:</a:t>
            </a:r>
          </a:p>
          <a:p>
            <a:r>
              <a:t>CloudWatch and DPL SDK logs record upload time, file size, and validation status.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What:</a:t>
            </a:r>
          </a:p>
          <a:p>
            <a:r>
              <a:t>Data ingestion connects staging systems with your central data platform.</a:t>
            </a:r>
          </a:p>
          <a:p/>
          <a:p>
            <a:r>
              <a:t>Why:</a:t>
            </a:r>
          </a:p>
          <a:p>
            <a:r>
              <a:t>It guarantees reliable and secure data flow from multiple sources.</a:t>
            </a:r>
          </a:p>
          <a:p/>
          <a:p>
            <a:r>
              <a:t>How:</a:t>
            </a:r>
          </a:p>
          <a:p>
            <a:r>
              <a:t>DPL Publisher SDK automates this process — validating tokens, logging uploads, and storing data in the correct S3 zone.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