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C5B5-829B-951F-ACCB-1706E49CA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93671-22D4-9EDE-BE60-3D2B0DF9B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66BA-BB51-AF33-61F8-A84393BC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01364-D6AD-315B-A565-15980DBD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57237-8B63-91C8-5A21-8DCDF352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80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11B0-9A71-94E6-8832-C7302DDA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89632-5154-1CCA-3D2F-DB5BFBF44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0BA3-0800-EA90-11BE-2D37347F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2A6D8-5FD9-F9B6-F19A-C2EBFA9C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444D0-237C-B1E0-0777-5CE56DA0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41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AB25-772E-939E-A997-212CD75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4A576-5AF0-F3C4-4145-1273978F0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A590A-D54B-961C-040F-04B2EC07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CB155-A5F6-0797-26CE-9C1C347D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FF97D-6164-936A-42B8-3162F24B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47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7CFC2-A613-165E-68EF-76B62579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D7086-055C-0066-1E33-F05447845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DDF21-B0E9-B512-2450-C482EFE0F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1419F-46B4-3CAE-C8B5-8968E62C5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E55DF-DD3D-4355-4172-20FEE7B9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DCE54-065B-0493-D756-25DE1D60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916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025A-1714-2553-10DD-A0CD8879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3231C-D6D3-7B03-4358-577ED6F0F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3515C-F5D6-A527-65BA-0FFE5DB5A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6F4DE8-6FCD-F505-642D-033F62FF3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E4B16-F533-FE84-1678-67078DA33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14F4F-2621-5CC8-1B14-79DDDB95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A3F6D1-C2FE-F921-CCE4-F13AB032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E2D5F-12BC-B155-9917-6BE99AF2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78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6D03-D8D1-EAB2-72FF-091DF951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B190E-A8DC-CEE0-E8B1-89A20C58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3590E-E365-BA5D-E527-B8B1B97A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03EDD-84D8-B47F-B753-C63D312E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61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98A1A-70EE-6B22-5B09-6170C8BD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92531-9C9D-BD39-8DA2-36E560674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0237-9B89-04F9-41B8-F0DD092D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85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6650-9DA2-AD51-6464-EFB53970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0108-D071-B181-0385-438AEBF48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051F3-262E-99EE-7DF2-3948ABC68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8A9FE-833F-03AE-B2D8-E7455198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A85ED-9427-9270-B9EE-B75CABB3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7D4C1-B999-89CB-58AD-D5A60DCF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87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AC81F-421B-8F41-24B8-1C16A443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CD3CD-9BEF-7853-B783-FFEAE5720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83873-FF9B-1493-61E0-C7AA73494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4FC7D-C7E7-25E2-43D2-2D7B47AF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5ED44-68B7-791D-4D44-85B255BC9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10A2F-4FBF-F1C2-46F6-9D941C17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85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E86D-9DD4-8738-B520-4BD9CF3C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8BED7-6330-CBA2-D73B-C4280E44D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DFF-328C-3E63-A304-343CDAEE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AD4CD-9350-1104-3F1D-6632F0C2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4A457-26DA-6D14-3EC7-82C07F71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2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6F73D-33CE-A760-C7D4-F185BADE9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022C0-54F3-EF89-78B9-8F5C3A5D8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AC526-C2F7-FCE0-73E7-055F69E47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8ABC0-6BC6-46E8-99E3-A6FAFAA3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46C50-64F9-C90B-5FE9-7172F145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5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F4F67F-F37E-B37C-C6E0-870359CE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41E5-2842-DA49-F3E0-7CD058210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0AE66-E9D1-36E6-FDE1-E40956566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F439D-0A08-4349-9E6C-E3BA8D58BC6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97A34-6405-8AC5-BB71-9D0656A24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13060-09C2-C74C-C1AB-DF5DA2381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47F8B-DD15-4EA6-B9B9-6AE9BA880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40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A3FF-B09F-B908-EBCB-A094DD9C2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453" y="1122363"/>
            <a:ext cx="9352547" cy="882900"/>
          </a:xfrm>
        </p:spPr>
        <p:txBody>
          <a:bodyPr>
            <a:normAutofit fontScale="90000"/>
          </a:bodyPr>
          <a:lstStyle/>
          <a:p>
            <a:r>
              <a:rPr lang="en-IN" dirty="0"/>
              <a:t>Debugging &amp;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910C5-FD0B-6615-9C5C-C252B0957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5453" y="2181726"/>
            <a:ext cx="9352547" cy="307607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Debugging = finding and fixing errors.</a:t>
            </a:r>
            <a:br>
              <a:rPr lang="en-US" dirty="0"/>
            </a:br>
            <a:r>
              <a:rPr lang="en-US" dirty="0"/>
              <a:t>Testing = ensuring your code works as expected before deployment.</a:t>
            </a:r>
          </a:p>
          <a:p>
            <a:pPr algn="l"/>
            <a:r>
              <a:rPr lang="en-US" dirty="0"/>
              <a:t>This topic will show </a:t>
            </a:r>
            <a:r>
              <a:rPr lang="en-US" b="1" dirty="0"/>
              <a:t>how to find, fix, and prevent issues</a:t>
            </a:r>
            <a:r>
              <a:rPr lang="en-US" dirty="0"/>
              <a:t> in your Python + AWS projects — including your ETL, API, and JSON workflows.</a:t>
            </a:r>
            <a:br>
              <a:rPr lang="en-US" dirty="0"/>
            </a:br>
            <a:r>
              <a:rPr lang="en-US" dirty="0"/>
              <a:t>We’ll keep it </a:t>
            </a:r>
            <a:r>
              <a:rPr lang="en-US" b="1" dirty="0"/>
              <a:t>realistic</a:t>
            </a:r>
            <a:r>
              <a:rPr lang="en-US" dirty="0"/>
              <a:t>, with examples from your own style (</a:t>
            </a:r>
            <a:r>
              <a:rPr lang="en-US" dirty="0" err="1"/>
              <a:t>DataFrames</a:t>
            </a:r>
            <a:r>
              <a:rPr lang="en-US" dirty="0"/>
              <a:t>, configs, APIs, etc.).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996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A858-2C11-0B73-DD7C-508C7BB0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Debugging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E3D5D-DB48-DA09-1689-60E4C7C0B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logic or data errors early</a:t>
            </a:r>
          </a:p>
          <a:p>
            <a:r>
              <a:rPr lang="en-US" dirty="0"/>
              <a:t>Avoid breaking production pipelines</a:t>
            </a:r>
          </a:p>
          <a:p>
            <a:r>
              <a:rPr lang="en-US" dirty="0"/>
              <a:t>Improve reliability of Glue/ETL scripts</a:t>
            </a:r>
          </a:p>
          <a:p>
            <a:r>
              <a:rPr lang="en-US" dirty="0"/>
              <a:t>Make CI/CD (GitLab) deployments safer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66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3036-1E20-4A30-FA2A-303DA783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Error Types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BAF8212-64E9-B3BC-0EA3-F6CDAA9B8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2373910"/>
              </p:ext>
            </p:extLst>
          </p:nvPr>
        </p:nvGraphicFramePr>
        <p:xfrm>
          <a:off x="838198" y="1825624"/>
          <a:ext cx="10515600" cy="3420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823684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490039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97207163"/>
                    </a:ext>
                  </a:extLst>
                </a:gridCol>
              </a:tblGrid>
              <a:tr h="68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Error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489194"/>
                  </a:ext>
                </a:extLst>
              </a:tr>
              <a:tr h="68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SyntaxError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IN"/>
                        <a:t> or bracket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correct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736273"/>
                  </a:ext>
                </a:extLst>
              </a:tr>
              <a:tr h="68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TypeError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en-IN"/>
                        <a:t> +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str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cast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78771"/>
                  </a:ext>
                </a:extLst>
              </a:tr>
              <a:tr h="68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KeyError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JSON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.get()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218882"/>
                  </a:ext>
                </a:extLst>
              </a:tr>
              <a:tr h="68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FileNotFoundError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file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 configs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969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98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3670-ABE8-6696-0AB1-BE130356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print() vs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308F-4BB7-7DC7-1F15-BA08B7571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print("Step 1 completed")  # For local runs</a:t>
            </a:r>
          </a:p>
          <a:p>
            <a:pPr marL="0" indent="0">
              <a:buNone/>
            </a:pPr>
            <a:r>
              <a:rPr lang="en-IN" dirty="0"/>
              <a:t>Use </a:t>
            </a:r>
            <a:r>
              <a:rPr lang="en-IN" b="1" dirty="0"/>
              <a:t>logging</a:t>
            </a:r>
            <a:r>
              <a:rPr lang="en-IN" dirty="0"/>
              <a:t> for production: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import logging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logging.info("Data loaded successfully")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logging.error</a:t>
            </a:r>
            <a:r>
              <a:rPr lang="en-IN" dirty="0">
                <a:solidFill>
                  <a:srgbClr val="00B050"/>
                </a:solidFill>
              </a:rPr>
              <a:t>("Invalid API response")</a:t>
            </a:r>
          </a:p>
          <a:p>
            <a:pPr marL="0" indent="0">
              <a:buNone/>
            </a:pP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20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312E-2E16-8C49-20DB-D6D5DF07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Debugging with try/except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AA186-B147-10E8-FB86-1E675B137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try: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data = </a:t>
            </a:r>
            <a:r>
              <a:rPr lang="en-IN" dirty="0" err="1">
                <a:solidFill>
                  <a:srgbClr val="00B050"/>
                </a:solidFill>
              </a:rPr>
              <a:t>json.loads</a:t>
            </a:r>
            <a:r>
              <a:rPr lang="en-IN" dirty="0">
                <a:solidFill>
                  <a:srgbClr val="00B050"/>
                </a:solidFill>
              </a:rPr>
              <a:t>(</a:t>
            </a:r>
            <a:r>
              <a:rPr lang="en-IN" dirty="0" err="1">
                <a:solidFill>
                  <a:srgbClr val="00B050"/>
                </a:solidFill>
              </a:rPr>
              <a:t>bad_json</a:t>
            </a:r>
            <a:r>
              <a:rPr lang="en-IN" dirty="0">
                <a:solidFill>
                  <a:srgbClr val="00B050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except </a:t>
            </a:r>
            <a:r>
              <a:rPr lang="en-IN" dirty="0" err="1">
                <a:solidFill>
                  <a:srgbClr val="00B050"/>
                </a:solidFill>
              </a:rPr>
              <a:t>json.JSONDecodeError</a:t>
            </a:r>
            <a:r>
              <a:rPr lang="en-IN" dirty="0">
                <a:solidFill>
                  <a:srgbClr val="00B050"/>
                </a:solidFill>
              </a:rPr>
              <a:t> as e: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print("❌ JSON Error:", 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Use specific exception types to capture predictable issues.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97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237A-5932-67F1-E202-CD8AD12C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breakpoints()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48386-A457-90E0-1FE3-AA8718BC1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for row in rows: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if row["id"] == 10: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  breakpoint()  # pause here</a:t>
            </a:r>
          </a:p>
          <a:p>
            <a:pPr marL="0" indent="0">
              <a:buNone/>
            </a:pPr>
            <a:r>
              <a:rPr lang="en-IN" dirty="0"/>
              <a:t>Stops code execution → opens interactive debug console.</a:t>
            </a:r>
          </a:p>
        </p:txBody>
      </p:sp>
    </p:spTree>
    <p:extLst>
      <p:ext uri="{BB962C8B-B14F-4D97-AF65-F5344CB8AC3E}">
        <p14:creationId xmlns:p14="http://schemas.microsoft.com/office/powerpoint/2010/main" val="3140314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7115-3190-8BCA-CDA6-483D25CD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Testing with </a:t>
            </a:r>
            <a:r>
              <a:rPr lang="en-IN" b="1" dirty="0" err="1"/>
              <a:t>pytest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9A763-702F-A06E-F96A-89627B876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def </a:t>
            </a:r>
            <a:r>
              <a:rPr lang="en-US" b="1" dirty="0" err="1">
                <a:solidFill>
                  <a:srgbClr val="00B050"/>
                </a:solidFill>
              </a:rPr>
              <a:t>test_sum</a:t>
            </a:r>
            <a:r>
              <a:rPr lang="en-US" b="1" dirty="0">
                <a:solidFill>
                  <a:srgbClr val="00B050"/>
                </a:solidFill>
              </a:rPr>
              <a:t>():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    assert 2 + 3 == 5</a:t>
            </a:r>
          </a:p>
          <a:p>
            <a:pPr marL="0" indent="0">
              <a:buNone/>
            </a:pPr>
            <a:r>
              <a:rPr lang="en-IN" dirty="0"/>
              <a:t>Run with:</a:t>
            </a:r>
          </a:p>
          <a:p>
            <a:pPr marL="0" indent="0">
              <a:buNone/>
            </a:pPr>
            <a:r>
              <a:rPr lang="en-IN" dirty="0"/>
              <a:t>Bash:</a:t>
            </a: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pytest</a:t>
            </a:r>
            <a:r>
              <a:rPr lang="en-US" dirty="0">
                <a:solidFill>
                  <a:srgbClr val="00B050"/>
                </a:solidFill>
              </a:rPr>
              <a:t> test_mycode.py –v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✅ If all tests pass → safe to deploy.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252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1F7F-BB1C-8448-CB3D-B3FD49FD3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Testing Your JSON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1E160-68E4-CACD-3866-8E971A5EA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def transform(data):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return [d["name"] for d in data if "name" in d]</a:t>
            </a:r>
          </a:p>
          <a:p>
            <a:pPr marL="0" indent="0">
              <a:buNone/>
            </a:pP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def </a:t>
            </a:r>
            <a:r>
              <a:rPr lang="en-IN" dirty="0" err="1">
                <a:solidFill>
                  <a:srgbClr val="00B050"/>
                </a:solidFill>
              </a:rPr>
              <a:t>test_transform</a:t>
            </a:r>
            <a:r>
              <a:rPr lang="en-IN" dirty="0">
                <a:solidFill>
                  <a:srgbClr val="00B050"/>
                </a:solidFill>
              </a:rPr>
              <a:t>():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sample = [{"name": "Aisha"}, {"id": 2}]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result = transform(sample)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assert result == ["Aisha"]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718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F1AB-E61F-00C0-327F-D062D1B4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Debugging ETL Pipelines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A7FF14-69F6-1282-15F8-699229F4F6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5"/>
            <a:ext cx="1081738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S3/Redshift connection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all paths and 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intermediate outputs 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count, schema)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try/except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around all AWS calls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47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A8AE-D943-825B-DB24-55655B55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24BD3-8A1F-7CF3-7517-F3A21B17F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Use logging instead of print</a:t>
            </a:r>
            <a:br>
              <a:rPr lang="en-US" dirty="0"/>
            </a:br>
            <a:r>
              <a:rPr lang="en-US" dirty="0"/>
              <a:t>✅ Add try/except for predictable issues</a:t>
            </a:r>
            <a:br>
              <a:rPr lang="en-US" dirty="0"/>
            </a:br>
            <a:r>
              <a:rPr lang="en-US" dirty="0"/>
              <a:t>✅ Write tests with </a:t>
            </a:r>
            <a:r>
              <a:rPr lang="en-US" dirty="0" err="1"/>
              <a:t>pytest</a:t>
            </a:r>
            <a:br>
              <a:rPr lang="en-US"/>
            </a:br>
            <a:r>
              <a:rPr lang="en-US"/>
              <a:t>✅ Validate outputs before deployment</a:t>
            </a:r>
            <a:br>
              <a:rPr lang="en-US"/>
            </a:br>
            <a:r>
              <a:rPr lang="en-US"/>
              <a:t>✅ Debug locally before Glue or Step Functions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98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Unicode MS</vt:lpstr>
      <vt:lpstr>Calibri</vt:lpstr>
      <vt:lpstr>Calibri Light</vt:lpstr>
      <vt:lpstr>Courier New</vt:lpstr>
      <vt:lpstr>Office Theme</vt:lpstr>
      <vt:lpstr>Debugging &amp; Testing</vt:lpstr>
      <vt:lpstr>Why Debugging Matters</vt:lpstr>
      <vt:lpstr>Common Error Types</vt:lpstr>
      <vt:lpstr>print() vs Logging</vt:lpstr>
      <vt:lpstr>Debugging with try/except</vt:lpstr>
      <vt:lpstr>Using breakpoints()</vt:lpstr>
      <vt:lpstr>Testing with pytest</vt:lpstr>
      <vt:lpstr>Example – Testing Your JSON Transformer</vt:lpstr>
      <vt:lpstr>Debugging ETL Pipelines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2025-11-07T09:26:45Z</dcterms:created>
  <dcterms:modified xsi:type="dcterms:W3CDTF">2025-11-07T09:27:04Z</dcterms:modified>
</cp:coreProperties>
</file>