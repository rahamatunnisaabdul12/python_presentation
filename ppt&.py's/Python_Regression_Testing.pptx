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72D8-F50E-20FF-9E38-C7462FDC5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886151-D48B-8544-5C74-E7C0A2B9F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092E8-BBAE-73C7-806E-49E6F83DB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C2AF-A4AA-4487-82FF-C38CBCBAAF1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0FDCD-19B4-2CFF-187B-764358923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F2AA6-FE7D-6AC5-D5E9-D3E3306D8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8A3A-F7E0-4FF5-B162-39D670F51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974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E2890-B48B-2699-7635-BAF2A6CDC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C797D-3967-F929-4AA6-B27E2AC7C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9F094-9022-3D56-1DEB-44053353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C2AF-A4AA-4487-82FF-C38CBCBAAF1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E29BA-7140-6B5E-A1F8-3005E969B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B49B0-2C14-8DB5-7407-2D57595A2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8A3A-F7E0-4FF5-B162-39D670F51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12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D328A-B9E7-0B52-718A-8CF5D7AC7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3DED9-D9F4-E699-6B80-7C5766690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021E9-B1F9-19B4-162E-C67F77646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C2AF-A4AA-4487-82FF-C38CBCBAAF1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07E7B-BD74-8340-D8AD-13E88D6F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3704F-0C14-2E84-3209-C8B0AE1F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8A3A-F7E0-4FF5-B162-39D670F51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132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A5183-75EA-14AB-28FC-19339D3AE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A0659-9761-49CB-F771-A2C1E1CE3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5A4D9-2795-093D-43B7-082B9A8E8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3CB3D-D7D7-F77E-CE37-537A28120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C2AF-A4AA-4487-82FF-C38CBCBAAF1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13C19-8D06-FBB0-A832-3924F7464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A3098-A360-3121-CDE7-135943A8B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8A3A-F7E0-4FF5-B162-39D670F51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747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3199-88FC-1BB8-A808-E5E3DAEB7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ED77D-1D6C-CFA3-ED3B-A7681BAE3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4C37EB-8028-0CB3-CC07-F28246AB7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0407DE-A75A-3916-3CF3-309201575C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EE1C92-FAF7-FFE7-AD8B-42DD9A721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383E61-987F-DC17-6414-BF9526E0A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C2AF-A4AA-4487-82FF-C38CBCBAAF1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92C3CD-59AA-4496-6F00-5492F9A6B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C16F3E-CF60-BE13-609F-F04ACBEE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8A3A-F7E0-4FF5-B162-39D670F51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075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068D-B941-6605-6968-DAB394005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FE038-E229-6AC3-A96B-7D828507F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C2AF-A4AA-4487-82FF-C38CBCBAAF1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DDCBE-D9D7-E4D1-167F-0C1DFCFAB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2E6ED-7B7A-BFAF-13DA-57BD65296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8A3A-F7E0-4FF5-B162-39D670F51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887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8A6BC1-98ED-6961-68EE-DF0E95E6A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C2AF-A4AA-4487-82FF-C38CBCBAAF1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FBA540-405B-E80F-E871-99F1EB4A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407DE-447D-91E7-D3AB-1CC47419B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8A3A-F7E0-4FF5-B162-39D670F51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592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37FEC-BF4E-8482-46B5-54FFF5D06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2B907-5BC0-9C10-B8E6-6AF7F425D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D279D-8F10-C40A-D559-C15FFEFBB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032C6C-3E74-653E-D83C-81748973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C2AF-A4AA-4487-82FF-C38CBCBAAF1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5E37B-4BEA-1BD7-BB95-7FDA8ECC3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43BBA-2889-F47A-4E56-231F2F51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8A3A-F7E0-4FF5-B162-39D670F51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447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A0043-8FDC-A69C-DE25-3FFD49328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D4FF7C-CC93-8CCE-5386-4BC750082F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D64FE-88CC-501C-0438-956D5C391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3A2E1-6F50-5D9E-584B-A7821F3B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C2AF-A4AA-4487-82FF-C38CBCBAAF1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F34BE-56FE-2E84-FADE-9F1F32829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E107C-7C07-A037-4D9B-9522822CC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8A3A-F7E0-4FF5-B162-39D670F51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156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1418-BCFC-2556-1A1B-18529268C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0B7A3-B474-9DF4-6404-8E576CD7F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D1BE7-F3BC-015D-A1A3-CA6FB3284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C2AF-A4AA-4487-82FF-C38CBCBAAF1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A3FDC-5F01-9B86-C70D-95D22450F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35814-7E20-0AFA-0530-4F9E4905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8A3A-F7E0-4FF5-B162-39D670F51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06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C72095-BB6D-19DE-2FC1-2AE7AE115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3AE050-740D-7C99-E691-A793CDCBA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F7E41-8BE6-C2D1-6F43-1685ED1E7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C2AF-A4AA-4487-82FF-C38CBCBAAF1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A8890-3682-590B-1CB8-390BFA01F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44BE-7F1C-F1CA-9E4B-122E27576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C8A3A-F7E0-4FF5-B162-39D670F51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742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358F70-F2F1-DCE5-8B1C-9035C9E7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20649-DB08-E8F8-628A-461A89BC8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64D4B-02FB-563D-EEEC-3D7F4C01A0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2C2AF-A4AA-4487-82FF-C38CBCBAAF1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3E00E-EC9F-A8E8-FC9D-97057B683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C2889-3907-3CF1-6ECF-335BD4E25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C8A3A-F7E0-4FF5-B162-39D670F51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34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BB747-99BF-AFD3-E912-CE1917209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052" y="256674"/>
            <a:ext cx="11004885" cy="2679031"/>
          </a:xfrm>
        </p:spPr>
        <p:txBody>
          <a:bodyPr>
            <a:normAutofit/>
          </a:bodyPr>
          <a:lstStyle/>
          <a:p>
            <a:r>
              <a:rPr lang="en-US" b="1" dirty="0"/>
              <a:t>“Regression Testing (Same Input → Same Output After Code Changes)”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37587-BE44-711B-B98F-17E621EDFF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052" y="2935705"/>
            <a:ext cx="10266947" cy="3801979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Regression Testing?</a:t>
            </a:r>
          </a:p>
          <a:p>
            <a:pPr algn="l"/>
            <a:r>
              <a:rPr lang="en-US" dirty="0"/>
              <a:t>Regression testing ensures that </a:t>
            </a:r>
            <a:r>
              <a:rPr lang="en-US" b="1" dirty="0"/>
              <a:t>existing functionality still works correctly</a:t>
            </a:r>
            <a:r>
              <a:rPr lang="en-US" dirty="0"/>
              <a:t> after code or configuration changes.</a:t>
            </a:r>
            <a:br>
              <a:rPr lang="en-US" dirty="0"/>
            </a:br>
            <a:r>
              <a:rPr lang="en-US" dirty="0"/>
              <a:t>Goal → Same input should produce the same output as before.</a:t>
            </a:r>
          </a:p>
          <a:p>
            <a:pPr algn="l"/>
            <a:r>
              <a:rPr lang="en-US" dirty="0"/>
              <a:t>In real projects (like your Glue or Redshift ETL flows), code changes are frequent — and </a:t>
            </a:r>
            <a:r>
              <a:rPr lang="en-US" b="1" dirty="0"/>
              <a:t>regression testing ensures</a:t>
            </a:r>
            <a:r>
              <a:rPr lang="en-US" dirty="0"/>
              <a:t> that new updates don’t accidentally break existing transformations or logic.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9718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EFF59-2766-45EB-D8B7-918F2AA57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Regression Testing?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B2D278-3ED3-E5D1-6586-E3FA8D5B61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93353"/>
            <a:ext cx="811151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unintended side effects after changes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backward compatibility of data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Maintains trust in production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errors during refactoring or optimization</a:t>
            </a:r>
          </a:p>
        </p:txBody>
      </p:sp>
    </p:spTree>
    <p:extLst>
      <p:ext uri="{BB962C8B-B14F-4D97-AF65-F5344CB8AC3E}">
        <p14:creationId xmlns:p14="http://schemas.microsoft.com/office/powerpoint/2010/main" val="3915769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0B3D-8525-6944-38AA-45D8C16A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8C858-AACA-B9D4-C35E-7FE07BF05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v1: ETL pipeline converts INR → USD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v2: New developer updates conversion logic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Regression Test → Ensure output remains consistent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8848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D39D9-4122-2501-E856-3A86894C8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Regression Use Cases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B5A21A-D8D3-0CC3-69E0-C6D120627C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53013"/>
              </p:ext>
            </p:extLst>
          </p:nvPr>
        </p:nvGraphicFramePr>
        <p:xfrm>
          <a:off x="657726" y="1825625"/>
          <a:ext cx="10696074" cy="32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8037">
                  <a:extLst>
                    <a:ext uri="{9D8B030D-6E8A-4147-A177-3AD203B41FA5}">
                      <a16:colId xmlns:a16="http://schemas.microsoft.com/office/drawing/2014/main" val="1381014232"/>
                    </a:ext>
                  </a:extLst>
                </a:gridCol>
                <a:gridCol w="5348037">
                  <a:extLst>
                    <a:ext uri="{9D8B030D-6E8A-4147-A177-3AD203B41FA5}">
                      <a16:colId xmlns:a16="http://schemas.microsoft.com/office/drawing/2014/main" val="2263528310"/>
                    </a:ext>
                  </a:extLst>
                </a:gridCol>
              </a:tblGrid>
              <a:tr h="648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489510"/>
                  </a:ext>
                </a:extLst>
              </a:tr>
              <a:tr h="648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ETL Logic Change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Formula updates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6018618"/>
                  </a:ext>
                </a:extLst>
              </a:tr>
              <a:tr h="648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Library Upgrade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Pandas version 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4356578"/>
                  </a:ext>
                </a:extLst>
              </a:tr>
              <a:tr h="648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Schema Update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New column added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0138210"/>
                  </a:ext>
                </a:extLst>
              </a:tr>
              <a:tr h="648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Performance Optimization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Join/filter 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2080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356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578CF-95BD-315C-2DEF-C2AFC96F9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Regression Test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14FB4-8F69-D7E0-269E-60751A8B2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1️⃣ Capture baseline output (before code change)</a:t>
            </a:r>
            <a:br>
              <a:rPr lang="en-IN" dirty="0"/>
            </a:br>
            <a:r>
              <a:rPr lang="en-IN" dirty="0"/>
              <a:t>2️⃣ Run new code version</a:t>
            </a:r>
            <a:br>
              <a:rPr lang="en-IN" dirty="0"/>
            </a:br>
            <a:r>
              <a:rPr lang="en-IN" dirty="0"/>
              <a:t>3️⃣ Compare results → row count, schema, values</a:t>
            </a:r>
            <a:br>
              <a:rPr lang="en-IN" dirty="0"/>
            </a:br>
            <a:r>
              <a:rPr lang="en-IN" dirty="0"/>
              <a:t>4️⃣ Log differences, if any</a:t>
            </a:r>
          </a:p>
        </p:txBody>
      </p:sp>
    </p:spTree>
    <p:extLst>
      <p:ext uri="{BB962C8B-B14F-4D97-AF65-F5344CB8AC3E}">
        <p14:creationId xmlns:p14="http://schemas.microsoft.com/office/powerpoint/2010/main" val="2032712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083BB-0C3C-3EA8-3DEA-7A401F4AA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— Capture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3FD14-2CDB-A0EE-3944-6F957B281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old_df.to_csv</a:t>
            </a:r>
            <a:r>
              <a:rPr lang="en-IN" dirty="0"/>
              <a:t>("baseline_output.csv", index=False)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Save old output as baseline reference.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5539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FB648-A8A8-47D0-DE21-69A84E69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— Compare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04465-128C-E4C6-5176-0DDEA088D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pd.testing.assert_frame_equal</a:t>
            </a:r>
            <a:r>
              <a:rPr lang="en-US" dirty="0"/>
              <a:t>(</a:t>
            </a:r>
            <a:r>
              <a:rPr lang="en-US" dirty="0" err="1"/>
              <a:t>old_df</a:t>
            </a:r>
            <a:r>
              <a:rPr lang="en-US" dirty="0"/>
              <a:t>, </a:t>
            </a:r>
            <a:r>
              <a:rPr lang="en-US" dirty="0" err="1"/>
              <a:t>new_df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Ensures both </a:t>
            </a:r>
            <a:r>
              <a:rPr lang="en-US" dirty="0" err="1"/>
              <a:t>DataFrames</a:t>
            </a:r>
            <a:r>
              <a:rPr lang="en-US" dirty="0"/>
              <a:t> are identical (row by row, column by column).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3880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606FD-B203-D8B1-8B40-37ABAD76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Regression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953DC-C60D-0706-7D07-F8B9A284D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❌ Output mismatch detected: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Column: </a:t>
            </a:r>
            <a:r>
              <a:rPr lang="en-US" dirty="0" err="1">
                <a:solidFill>
                  <a:schemeClr val="accent6"/>
                </a:solidFill>
              </a:rPr>
              <a:t>price_usd</a:t>
            </a:r>
            <a:r>
              <a:rPr lang="en-US" dirty="0">
                <a:solidFill>
                  <a:schemeClr val="accent6"/>
                </a:solidFill>
              </a:rPr>
              <a:t> | Old: 3.0 | New: 3.2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✅ Triggers alert or rollback.</a:t>
            </a:r>
          </a:p>
        </p:txBody>
      </p:sp>
    </p:spTree>
    <p:extLst>
      <p:ext uri="{BB962C8B-B14F-4D97-AF65-F5344CB8AC3E}">
        <p14:creationId xmlns:p14="http://schemas.microsoft.com/office/powerpoint/2010/main" val="2999236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5700D-ECF2-9C47-5B4A-7336C9F22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Best Practices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DE6E9-D482-4B15-8C0E-EB43F540C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 regression tests in CI/CD</a:t>
            </a:r>
          </a:p>
          <a:p>
            <a:r>
              <a:rPr lang="en-US" dirty="0"/>
              <a:t>Store baseline outputs in version control or S3</a:t>
            </a:r>
          </a:p>
          <a:p>
            <a:r>
              <a:rPr lang="en-US" dirty="0"/>
              <a:t>Run before every deployment</a:t>
            </a:r>
          </a:p>
          <a:p>
            <a:r>
              <a:rPr lang="en-US" dirty="0"/>
              <a:t>Compare both schema and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0441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74898-A23F-95DA-6240-2CF07F002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F044C-F221-6622-B23A-C1C75DDB1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✅ Regression = “no change in expected results”</a:t>
            </a:r>
            <a:br>
              <a:rPr lang="en-US" dirty="0"/>
            </a:br>
            <a:r>
              <a:rPr lang="en-US" dirty="0"/>
              <a:t>✅ Detects silent data breaks</a:t>
            </a:r>
            <a:br>
              <a:rPr lang="en-US" dirty="0"/>
            </a:br>
            <a:r>
              <a:rPr lang="en-US" dirty="0"/>
              <a:t>✅ Automate with pandas or </a:t>
            </a:r>
            <a:r>
              <a:rPr lang="en-US" dirty="0" err="1"/>
              <a:t>pytest</a:t>
            </a:r>
            <a:br>
              <a:rPr lang="en-US"/>
            </a:br>
            <a:r>
              <a:rPr lang="en-US"/>
              <a:t>✅ Core QA step for production data systems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418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“Regression Testing (Same Input → Same Output After Code Changes)”</vt:lpstr>
      <vt:lpstr>Why Regression Testing?</vt:lpstr>
      <vt:lpstr>Example Scenario</vt:lpstr>
      <vt:lpstr>Common Regression Use Cases </vt:lpstr>
      <vt:lpstr>Regression Test Flow</vt:lpstr>
      <vt:lpstr>Example — Capture Baseline</vt:lpstr>
      <vt:lpstr>Example — Compare Outputs</vt:lpstr>
      <vt:lpstr>Regression Detection</vt:lpstr>
      <vt:lpstr>Best Practices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2025-11-08T09:40:22Z</dcterms:created>
  <dcterms:modified xsi:type="dcterms:W3CDTF">2025-11-08T09:40:34Z</dcterms:modified>
</cp:coreProperties>
</file>