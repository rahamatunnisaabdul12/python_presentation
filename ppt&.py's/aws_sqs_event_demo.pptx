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C640-8A5B-F000-7CA7-D6B4C256A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925FD-2D3E-3086-5474-251FCFCA8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3CF0F-60AB-AF88-4503-15A5BDDCF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F702-3ED2-4061-A5B4-0EE1433DE39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41358-26B5-0C01-64B2-9D441A59B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3E3DF-B00E-DD2E-D909-D09206E4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7E9FE-E5DD-4EDB-8941-C92F2CB7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077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7A86A-C8B9-F638-4DC6-6034C3F1E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6F040-AD82-BA1C-D5B4-C6AB75295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438B8-8A5D-F921-941C-64A895CDC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F702-3ED2-4061-A5B4-0EE1433DE39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6B7F9-CBF0-28AC-8B38-36C74CE56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0E045-40E4-9864-063F-87E968A28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7E9FE-E5DD-4EDB-8941-C92F2CB7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50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AA7F-964D-B810-C854-938866ED3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34C8B-E40B-B074-8591-3CB83B84B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5CC55-1C80-95B7-743D-54BA7921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F702-3ED2-4061-A5B4-0EE1433DE39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EB02D-DE93-2FD2-F4B4-622A3609F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A82F1-70C4-F8B5-305A-87D92197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7E9FE-E5DD-4EDB-8941-C92F2CB7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255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341A-47EA-EB32-6879-78CB6FD34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BCADC-9C97-BE07-64D7-CEF54EFAC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BAF3A-0275-C90A-4FE6-F6DA5D486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7FA61-1328-9970-FC31-B7F294F3D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F702-3ED2-4061-A5B4-0EE1433DE39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E96FB-4DEB-F6A0-EB7B-9BAB3371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54B91-2893-FD84-38B8-E013A7377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7E9FE-E5DD-4EDB-8941-C92F2CB7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812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AD8E9-2AC2-9391-2904-ABD5DCB8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7FE12-EAB1-4D88-1331-A3A7E5687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9C2AF-D91F-6FC9-9423-0F1F29BC2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E2974-0EFC-EF6E-6DBC-320B6E702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89190-9884-BEC2-8EA6-B7A95A171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73896D-1E91-94EA-9BCF-83E563B0C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F702-3ED2-4061-A5B4-0EE1433DE39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736510-1EA6-6DF2-7795-EE615A9C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5C40E7-9E78-3F32-6EBC-7473D6125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7E9FE-E5DD-4EDB-8941-C92F2CB7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29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469ED-C372-E5EA-31E6-8138F1AFF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438239-FE8E-EB04-A79E-C1F3628AF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F702-3ED2-4061-A5B4-0EE1433DE39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12E0C-A099-F1A3-D0AC-FC1206BDB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737B06-3A67-AC1F-8BC0-5456DB31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7E9FE-E5DD-4EDB-8941-C92F2CB7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65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2EACE-4360-E4E8-7182-736958C4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F702-3ED2-4061-A5B4-0EE1433DE39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64C7DD-4A5E-9877-0B91-09611C2A2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E930C-A3C5-3AEE-4848-93F08BA7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7E9FE-E5DD-4EDB-8941-C92F2CB7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182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6D231-C01C-0887-D3D6-C0DBBE693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FB25B-8789-A43C-1A04-34A773A10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FA3B2-557D-33A4-35A5-1921D07D2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5AD4C-2C95-8119-F2FF-555A3D889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F702-3ED2-4061-A5B4-0EE1433DE39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2CBCF-EC50-13C7-7AB8-8DD4ACB4B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4A63A-9004-4BB2-CE01-F953EAA7D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7E9FE-E5DD-4EDB-8941-C92F2CB7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36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D7347-8320-2933-D3A4-721AA9618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0B020-8F60-DF7E-30D6-9B48BDEB6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C51B0-8FE2-14F6-DF62-C2D85CD8D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88364-4E47-0545-29BF-FC2E3CA1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F702-3ED2-4061-A5B4-0EE1433DE39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E8650-C721-3E93-43F2-6857E9C5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A9A81-B0D8-24E6-FF69-07ED4710F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7E9FE-E5DD-4EDB-8941-C92F2CB7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21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762E-40E3-3A5A-7546-1448788FB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8E2EA-58A3-8CE5-765F-6B9674170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39E9F-F820-1AC0-06FE-A47A136F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F702-3ED2-4061-A5B4-0EE1433DE39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45E2B-2D66-E744-4C1A-72DE9423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FD416-7424-FB1A-1800-41829E1E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7E9FE-E5DD-4EDB-8941-C92F2CB7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83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CF9C5-7DD4-98EB-2177-75E9B98793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2CA29-26D6-6DAC-C031-BCFB31BA3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193DC-3D15-C1A4-2D58-5DE43396D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3F702-3ED2-4061-A5B4-0EE1433DE39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A382F-54F1-0BF4-3EF6-F5B09C32F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5D443-6587-F3A5-449D-B5C219D8E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7E9FE-E5DD-4EDB-8941-C92F2CB7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508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ED8B96-04AC-0F88-9219-12FAA5BD7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35E9C-228F-D643-865C-6A0A619DD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F56F-1C39-CB27-D8E6-CDB33EE1A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3F702-3ED2-4061-A5B4-0EE1433DE396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63A3-25FD-D960-789C-3578F14F1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D6D7D-A316-4507-3410-85B93C8EC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7E9FE-E5DD-4EDB-8941-C92F2CB78D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325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140A0-FD20-EF4B-F89B-8B1088777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537" y="272717"/>
            <a:ext cx="9320463" cy="1844842"/>
          </a:xfrm>
        </p:spPr>
        <p:txBody>
          <a:bodyPr/>
          <a:lstStyle/>
          <a:p>
            <a:pPr algn="l"/>
            <a:r>
              <a:rPr lang="en-IN" dirty="0"/>
              <a:t>AWS SQS (Simple Queue Service)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C69C7-3B65-B1B3-03E0-57628C619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389" y="2117559"/>
            <a:ext cx="11357811" cy="4467724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 to Amazon SQS</a:t>
            </a:r>
          </a:p>
          <a:p>
            <a:pPr algn="l"/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Amazon Simple Queue Service (SQS) is a </a:t>
            </a:r>
            <a:r>
              <a:rPr lang="en-US" i="1" dirty="0"/>
              <a:t>fully managed message queue</a:t>
            </a:r>
            <a:r>
              <a:rPr lang="en-US" dirty="0"/>
              <a:t> that lets applications communicate asynchronously.</a:t>
            </a:r>
            <a:br>
              <a:rPr lang="en-US" dirty="0"/>
            </a:br>
            <a:r>
              <a:rPr lang="en-US" b="1" dirty="0"/>
              <a:t>Key Features:</a:t>
            </a:r>
            <a:endParaRPr lang="en-US" dirty="0"/>
          </a:p>
          <a:p>
            <a:pPr algn="l"/>
            <a:r>
              <a:rPr lang="en-US" dirty="0"/>
              <a:t>Stores messages temporarily until processed</a:t>
            </a:r>
          </a:p>
          <a:p>
            <a:pPr algn="l"/>
            <a:r>
              <a:rPr lang="en-US" dirty="0"/>
              <a:t>Decouples producers and consumers</a:t>
            </a:r>
          </a:p>
          <a:p>
            <a:pPr algn="l"/>
            <a:r>
              <a:rPr lang="en-US" dirty="0"/>
              <a:t>Highly scalable and serverless</a:t>
            </a:r>
            <a:br>
              <a:rPr lang="en-US" dirty="0"/>
            </a:br>
            <a:r>
              <a:rPr lang="en-US" b="1" dirty="0"/>
              <a:t>Use Case:</a:t>
            </a:r>
            <a:br>
              <a:rPr lang="en-US" dirty="0"/>
            </a:br>
            <a:r>
              <a:rPr lang="en-US" dirty="0"/>
              <a:t>When one process finishes (e.g., ETL job), it can send a message — another process listens and runs automatically.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113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733A7-CD9E-6268-C4B5-19C852BA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SQS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ACD57-BA03-E432-1B84-20F67B25C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In traditional systems, one job manually triggers the next — this is inefficient and error-prone.</a:t>
            </a:r>
            <a:br>
              <a:rPr lang="en-US" dirty="0"/>
            </a:br>
            <a:r>
              <a:rPr lang="en-US" dirty="0"/>
              <a:t>SQS automates that workflow through message passing.</a:t>
            </a:r>
            <a:br>
              <a:rPr lang="en-US" dirty="0"/>
            </a:br>
            <a:r>
              <a:rPr lang="en-US" b="1" dirty="0"/>
              <a:t>Benefits:</a:t>
            </a:r>
            <a:endParaRPr lang="en-US" dirty="0"/>
          </a:p>
          <a:p>
            <a:r>
              <a:rPr lang="en-US" dirty="0"/>
              <a:t>No direct dependency between components</a:t>
            </a:r>
          </a:p>
          <a:p>
            <a:r>
              <a:rPr lang="en-US" dirty="0"/>
              <a:t>Handles traffic spikes automatically</a:t>
            </a:r>
          </a:p>
          <a:p>
            <a:r>
              <a:rPr lang="en-US" dirty="0"/>
              <a:t>Enables fault tolerance and retry logic</a:t>
            </a:r>
            <a:br>
              <a:rPr lang="en-US" dirty="0"/>
            </a:br>
            <a:r>
              <a:rPr lang="en-US" b="1" dirty="0"/>
              <a:t>Analogy:</a:t>
            </a:r>
            <a:br>
              <a:rPr lang="en-US" dirty="0"/>
            </a:br>
            <a:r>
              <a:rPr lang="en-US" dirty="0"/>
              <a:t>Think of SQS as a digital “postbox” — messages are safely queued until the receiver picks them up.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8043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50E4C-323F-A7BB-5399-4320FA74F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SQS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935B2-A4D7-542A-E555-A255C120B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Key Elements:</a:t>
            </a:r>
            <a:br>
              <a:rPr lang="en-IN" dirty="0"/>
            </a:br>
            <a:r>
              <a:rPr lang="en-IN" dirty="0"/>
              <a:t>1️⃣ </a:t>
            </a:r>
            <a:r>
              <a:rPr lang="en-IN" b="1" dirty="0"/>
              <a:t>Queue:</a:t>
            </a:r>
            <a:r>
              <a:rPr lang="en-IN" dirty="0"/>
              <a:t> A container that holds messages temporarily</a:t>
            </a:r>
            <a:br>
              <a:rPr lang="en-IN" dirty="0"/>
            </a:br>
            <a:r>
              <a:rPr lang="en-IN" dirty="0"/>
              <a:t>2️⃣ </a:t>
            </a:r>
            <a:r>
              <a:rPr lang="en-IN" b="1" dirty="0"/>
              <a:t>Producer:</a:t>
            </a:r>
            <a:r>
              <a:rPr lang="en-IN" dirty="0"/>
              <a:t> Sends (publishes) messages to the queue</a:t>
            </a:r>
            <a:br>
              <a:rPr lang="en-IN" dirty="0"/>
            </a:br>
            <a:r>
              <a:rPr lang="en-IN" dirty="0"/>
              <a:t>3️⃣ </a:t>
            </a:r>
            <a:r>
              <a:rPr lang="en-IN" b="1" dirty="0"/>
              <a:t>Consumer:</a:t>
            </a:r>
            <a:r>
              <a:rPr lang="en-IN" dirty="0"/>
              <a:t> Reads (polls) and processes messages</a:t>
            </a:r>
            <a:br>
              <a:rPr lang="en-IN" dirty="0"/>
            </a:br>
            <a:r>
              <a:rPr lang="en-IN" dirty="0"/>
              <a:t>4️⃣ </a:t>
            </a:r>
            <a:r>
              <a:rPr lang="en-IN" b="1" dirty="0"/>
              <a:t>Visibility Timeout:</a:t>
            </a:r>
            <a:r>
              <a:rPr lang="en-IN" dirty="0"/>
              <a:t> Locks message until processed</a:t>
            </a:r>
            <a:br>
              <a:rPr lang="en-IN" dirty="0"/>
            </a:br>
            <a:r>
              <a:rPr lang="en-IN" dirty="0"/>
              <a:t>5️⃣ </a:t>
            </a:r>
            <a:r>
              <a:rPr lang="en-IN" b="1" dirty="0"/>
              <a:t>Dead Letter Queue (DLQ):</a:t>
            </a:r>
            <a:r>
              <a:rPr lang="en-IN" dirty="0"/>
              <a:t> Catches failed messages</a:t>
            </a:r>
            <a:br>
              <a:rPr lang="en-IN" dirty="0"/>
            </a:br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Lambda sends message after data validation</a:t>
            </a:r>
          </a:p>
          <a:p>
            <a:r>
              <a:rPr lang="en-IN" dirty="0"/>
              <a:t>Another Lambda consumes and loads data into Redshift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870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A8022-F420-142E-222F-2C537526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SQS Queue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44221-F595-70A8-24FE-7692415E0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Types:</a:t>
            </a:r>
            <a:endParaRPr lang="en-IN" dirty="0"/>
          </a:p>
          <a:p>
            <a:r>
              <a:rPr lang="en-IN" b="1" dirty="0"/>
              <a:t>Standard Queue:</a:t>
            </a:r>
            <a:r>
              <a:rPr lang="en-IN" dirty="0"/>
              <a:t> Unlimited throughput, at-least-once delivery (duplicates possible)</a:t>
            </a:r>
          </a:p>
          <a:p>
            <a:r>
              <a:rPr lang="en-IN" b="1" dirty="0"/>
              <a:t>FIFO Queue:</a:t>
            </a:r>
            <a:r>
              <a:rPr lang="en-IN" dirty="0"/>
              <a:t> First-In-First-Out, exactly-once delivery</a:t>
            </a:r>
            <a:br>
              <a:rPr lang="en-IN" dirty="0"/>
            </a:br>
            <a:r>
              <a:rPr lang="en-IN" b="1" dirty="0"/>
              <a:t>Choose FIFO for:</a:t>
            </a:r>
            <a:r>
              <a:rPr lang="en-IN" dirty="0"/>
              <a:t> ETL pipelines where sequence matters</a:t>
            </a:r>
            <a:br>
              <a:rPr lang="en-IN" dirty="0"/>
            </a:br>
            <a:r>
              <a:rPr lang="en-IN" b="1" dirty="0"/>
              <a:t>Choose Standard for:</a:t>
            </a:r>
            <a:r>
              <a:rPr lang="en-IN" dirty="0"/>
              <a:t> High throughput tasks (alerts, logging, async APIs)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830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FCBF0-9303-518C-EA14-B130F939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Typical Workflow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E71C6-B8DD-5DD6-3F1F-0E7E750D3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Flow:</a:t>
            </a:r>
            <a:br>
              <a:rPr lang="en-IN" dirty="0"/>
            </a:br>
            <a:r>
              <a:rPr lang="en-IN" dirty="0"/>
              <a:t>1️⃣ ETL script finishes data load → Sends SQS message</a:t>
            </a:r>
            <a:br>
              <a:rPr lang="en-IN" dirty="0"/>
            </a:br>
            <a:r>
              <a:rPr lang="en-IN" dirty="0"/>
              <a:t>2️⃣ Message stored temporarily</a:t>
            </a:r>
            <a:br>
              <a:rPr lang="en-IN" dirty="0"/>
            </a:br>
            <a:r>
              <a:rPr lang="en-IN" dirty="0"/>
              <a:t>3️⃣ Consumer Lambda polls messages</a:t>
            </a:r>
            <a:br>
              <a:rPr lang="en-IN" dirty="0"/>
            </a:br>
            <a:r>
              <a:rPr lang="en-IN" dirty="0"/>
              <a:t>4️⃣ Message triggers another job automatically</a:t>
            </a:r>
            <a:br>
              <a:rPr lang="en-IN" dirty="0"/>
            </a:br>
            <a:r>
              <a:rPr lang="en-IN" dirty="0"/>
              <a:t>5️⃣ Once processed, message is deleted from queue</a:t>
            </a:r>
            <a:br>
              <a:rPr lang="en-IN" dirty="0"/>
            </a:br>
            <a:r>
              <a:rPr lang="en-IN" b="1" dirty="0"/>
              <a:t>End Result:</a:t>
            </a:r>
            <a:br>
              <a:rPr lang="en-IN" dirty="0"/>
            </a:br>
            <a:r>
              <a:rPr lang="en-IN" dirty="0"/>
              <a:t>No manual trigger — full automation via events.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850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96D0-0051-3D06-748C-157B04DD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Integration with AWS 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B9142-D293-2ADE-1F9F-3078B9D79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Lambda can be configured to poll SQS queues automatically.</a:t>
            </a:r>
            <a:br>
              <a:rPr lang="en-IN" dirty="0"/>
            </a:br>
            <a:r>
              <a:rPr lang="en-IN" b="1" dirty="0"/>
              <a:t>Flow:</a:t>
            </a:r>
            <a:br>
              <a:rPr lang="en-IN" dirty="0"/>
            </a:br>
            <a:r>
              <a:rPr lang="en-IN" dirty="0"/>
              <a:t>📤 </a:t>
            </a:r>
            <a:r>
              <a:rPr lang="en-IN" b="1" dirty="0"/>
              <a:t>Producer:</a:t>
            </a:r>
            <a:r>
              <a:rPr lang="en-IN" dirty="0"/>
              <a:t> Glue or EC2 sends message →</a:t>
            </a:r>
            <a:br>
              <a:rPr lang="en-IN" dirty="0"/>
            </a:br>
            <a:r>
              <a:rPr lang="en-IN" dirty="0"/>
              <a:t>📬 </a:t>
            </a:r>
            <a:r>
              <a:rPr lang="en-IN" b="1" dirty="0"/>
              <a:t>Queue:</a:t>
            </a:r>
            <a:r>
              <a:rPr lang="en-IN" dirty="0"/>
              <a:t> Stores message →</a:t>
            </a:r>
            <a:br>
              <a:rPr lang="en-IN" dirty="0"/>
            </a:br>
            <a:r>
              <a:rPr lang="en-IN" dirty="0"/>
              <a:t>⚡ </a:t>
            </a:r>
            <a:r>
              <a:rPr lang="en-IN" b="1" dirty="0"/>
              <a:t>Consumer:</a:t>
            </a:r>
            <a:r>
              <a:rPr lang="en-IN" dirty="0"/>
              <a:t> Lambda triggered automatically</a:t>
            </a:r>
            <a:br>
              <a:rPr lang="en-IN" dirty="0"/>
            </a:br>
            <a:r>
              <a:rPr lang="en-IN" b="1" dirty="0"/>
              <a:t>Benefits:</a:t>
            </a:r>
            <a:endParaRPr lang="en-IN" dirty="0"/>
          </a:p>
          <a:p>
            <a:r>
              <a:rPr lang="en-IN" dirty="0"/>
              <a:t>Auto-scaling event processing</a:t>
            </a:r>
          </a:p>
          <a:p>
            <a:r>
              <a:rPr lang="en-IN" dirty="0"/>
              <a:t>Pay only for runtime</a:t>
            </a:r>
          </a:p>
          <a:p>
            <a:r>
              <a:rPr lang="en-IN" dirty="0"/>
              <a:t>Error isolation via DLQs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08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FB23-32E5-A698-9883-52EB7C8D8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Automating a Data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2A76E-AE50-C23E-B125-C46BB5A4E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Scenario:</a:t>
            </a:r>
            <a:br>
              <a:rPr lang="en-US" dirty="0"/>
            </a:br>
            <a:r>
              <a:rPr lang="en-US" dirty="0"/>
              <a:t>After a file lands in the S3 </a:t>
            </a:r>
            <a:r>
              <a:rPr lang="en-US" i="1" dirty="0"/>
              <a:t>trusted</a:t>
            </a:r>
            <a:r>
              <a:rPr lang="en-US" dirty="0"/>
              <a:t> zone, a Glue job publishes a success message to SQS.</a:t>
            </a:r>
            <a:br>
              <a:rPr lang="en-US" dirty="0"/>
            </a:br>
            <a:r>
              <a:rPr lang="en-US" dirty="0"/>
              <a:t>Then, a Lambda function consumes it to trigger downstream analytics.</a:t>
            </a:r>
            <a:br>
              <a:rPr lang="en-US" dirty="0"/>
            </a:br>
            <a:r>
              <a:rPr lang="en-US" b="1" dirty="0"/>
              <a:t>Result:</a:t>
            </a:r>
            <a:endParaRPr lang="en-US" dirty="0"/>
          </a:p>
          <a:p>
            <a:r>
              <a:rPr lang="en-US" dirty="0"/>
              <a:t>No manual coordination</a:t>
            </a:r>
          </a:p>
          <a:p>
            <a:r>
              <a:rPr lang="en-US" dirty="0"/>
              <a:t>Fully event-driven workflow</a:t>
            </a:r>
          </a:p>
          <a:p>
            <a:r>
              <a:rPr lang="en-US" dirty="0"/>
              <a:t>Logs maintained in CloudWatch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841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516CF-D24D-CC28-7FEF-56E823F4D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SQS Message Structure</a:t>
            </a:r>
            <a:br>
              <a:rPr lang="fr-FR" b="1" dirty="0"/>
            </a:br>
            <a:r>
              <a:rPr lang="fr-FR" b="1" dirty="0"/>
              <a:t>Example JSON Message:</a:t>
            </a:r>
            <a:br>
              <a:rPr lang="fr-FR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BE4D3-8C1F-2823-1C9C-73447EEA3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"</a:t>
            </a:r>
            <a:r>
              <a:rPr lang="en-IN" dirty="0" err="1">
                <a:solidFill>
                  <a:srgbClr val="FF0000"/>
                </a:solidFill>
              </a:rPr>
              <a:t>eventType</a:t>
            </a:r>
            <a:r>
              <a:rPr lang="en-IN" dirty="0">
                <a:solidFill>
                  <a:srgbClr val="FF0000"/>
                </a:solidFill>
              </a:rPr>
              <a:t>": "S3_LOAD_COMPLETE",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"bucket": "</a:t>
            </a:r>
            <a:r>
              <a:rPr lang="en-IN" dirty="0" err="1">
                <a:solidFill>
                  <a:srgbClr val="FF0000"/>
                </a:solidFill>
              </a:rPr>
              <a:t>supplychain</a:t>
            </a:r>
            <a:r>
              <a:rPr lang="en-IN" dirty="0">
                <a:solidFill>
                  <a:srgbClr val="FF0000"/>
                </a:solidFill>
              </a:rPr>
              <a:t>-data-demo",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"file": "trusted/shipment_2025_11_09.parquet",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"timestamp": "2025-11-09T10:00:00Z"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r>
              <a:rPr lang="en-US" b="1" dirty="0"/>
              <a:t>Fields:</a:t>
            </a:r>
            <a:endParaRPr lang="en-US" dirty="0"/>
          </a:p>
          <a:p>
            <a:r>
              <a:rPr lang="en-US" dirty="0" err="1"/>
              <a:t>eventType</a:t>
            </a:r>
            <a:r>
              <a:rPr lang="en-US" dirty="0"/>
              <a:t>: identifies the event</a:t>
            </a:r>
          </a:p>
          <a:p>
            <a:r>
              <a:rPr lang="en-US" dirty="0"/>
              <a:t>bucket, file: provide data context</a:t>
            </a:r>
          </a:p>
          <a:p>
            <a:r>
              <a:rPr lang="en-US" dirty="0"/>
              <a:t>timestamp: used for ordering and auditing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116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E65D-166E-6CE5-46C8-90872AAEE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and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68377-FB12-4569-B67B-DE69A03C7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SQS integrates deeply with CloudWatch and DLQs.</a:t>
            </a:r>
            <a:br>
              <a:rPr lang="en-IN" dirty="0"/>
            </a:br>
            <a:r>
              <a:rPr lang="en-IN" b="1" dirty="0"/>
              <a:t>Monitoring:</a:t>
            </a:r>
            <a:endParaRPr lang="en-IN" dirty="0"/>
          </a:p>
          <a:p>
            <a:r>
              <a:rPr lang="en-IN" dirty="0"/>
              <a:t>Track queue size, message age, and errors</a:t>
            </a:r>
          </a:p>
          <a:p>
            <a:r>
              <a:rPr lang="en-IN" dirty="0"/>
              <a:t>Configure DLQ for messages that fail repeatedly</a:t>
            </a:r>
            <a:br>
              <a:rPr lang="en-IN" dirty="0"/>
            </a:br>
            <a:r>
              <a:rPr lang="en-IN" b="1" dirty="0"/>
              <a:t>Best Practices:</a:t>
            </a:r>
            <a:endParaRPr lang="en-IN" dirty="0"/>
          </a:p>
          <a:p>
            <a:r>
              <a:rPr lang="en-IN" dirty="0"/>
              <a:t>Set visibility timeout longer than average processing time</a:t>
            </a:r>
          </a:p>
          <a:p>
            <a:r>
              <a:rPr lang="en-IN" dirty="0"/>
              <a:t>Enable CloudWatch alarms for queue growth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54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FC88A-DE3E-7BC6-F29D-31C764365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A6763-9653-8498-C4E5-EBBEAF180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Best Practices:</a:t>
            </a:r>
            <a:br>
              <a:rPr lang="en-IN" dirty="0"/>
            </a:br>
            <a:r>
              <a:rPr lang="en-IN" dirty="0"/>
              <a:t>✅ Use FIFO queues for ordered processing</a:t>
            </a:r>
            <a:br>
              <a:rPr lang="en-IN" dirty="0"/>
            </a:br>
            <a:r>
              <a:rPr lang="en-IN" dirty="0"/>
              <a:t>✅ Always use DLQs for reliability</a:t>
            </a:r>
            <a:br>
              <a:rPr lang="en-IN" dirty="0"/>
            </a:br>
            <a:r>
              <a:rPr lang="en-IN" dirty="0"/>
              <a:t>✅ Implement exponential backoff on retries</a:t>
            </a:r>
            <a:br>
              <a:rPr lang="en-IN" dirty="0"/>
            </a:br>
            <a:r>
              <a:rPr lang="en-IN" dirty="0"/>
              <a:t>✅ Keep messages &lt; 256 KB</a:t>
            </a:r>
            <a:br>
              <a:rPr lang="en-IN" dirty="0"/>
            </a:br>
            <a:r>
              <a:rPr lang="en-IN" dirty="0"/>
              <a:t>✅ Use CloudWatch for metrics and alerts</a:t>
            </a:r>
            <a:br>
              <a:rPr lang="en-IN" dirty="0"/>
            </a:br>
            <a:r>
              <a:rPr lang="en-IN" b="1" dirty="0"/>
              <a:t>Summary:</a:t>
            </a:r>
            <a:br>
              <a:rPr lang="en-IN" dirty="0"/>
            </a:br>
            <a:r>
              <a:rPr lang="en-IN" dirty="0"/>
              <a:t>SQS enables </a:t>
            </a:r>
            <a:r>
              <a:rPr lang="en-IN" b="1" dirty="0"/>
              <a:t>fully automated</a:t>
            </a:r>
            <a:r>
              <a:rPr lang="en-IN" dirty="0"/>
              <a:t>, </a:t>
            </a:r>
            <a:r>
              <a:rPr lang="en-IN" b="1" dirty="0"/>
              <a:t>decoupled</a:t>
            </a:r>
            <a:r>
              <a:rPr lang="en-IN" dirty="0"/>
              <a:t>, and </a:t>
            </a:r>
            <a:r>
              <a:rPr lang="en-IN" b="1" dirty="0"/>
              <a:t>resilient</a:t>
            </a:r>
            <a:r>
              <a:rPr lang="en-IN" dirty="0"/>
              <a:t> AWS workflows —</a:t>
            </a:r>
            <a:br>
              <a:rPr lang="en-IN" dirty="0"/>
            </a:br>
            <a:r>
              <a:rPr lang="en-IN" dirty="0"/>
              <a:t>your data pipeline now runs itself, message by message. </a:t>
            </a:r>
            <a:r>
              <a:rPr lang="en-IN"/>
              <a:t>🚀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447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AWS SQS (Simple Queue Service)</vt:lpstr>
      <vt:lpstr>Why Use SQS</vt:lpstr>
      <vt:lpstr>SQS Components</vt:lpstr>
      <vt:lpstr>SQS Queue Types</vt:lpstr>
      <vt:lpstr>Typical Workflow </vt:lpstr>
      <vt:lpstr>Integration with AWS Lambda</vt:lpstr>
      <vt:lpstr>Example: Automating a Data Pipeline</vt:lpstr>
      <vt:lpstr>SQS Message Structure Example JSON Message: </vt:lpstr>
      <vt:lpstr>Monitoring and Error Handling</vt:lpstr>
      <vt:lpstr>Best Practices &amp;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2025-11-10T10:12:27Z</dcterms:created>
  <dcterms:modified xsi:type="dcterms:W3CDTF">2025-11-10T10:12:41Z</dcterms:modified>
</cp:coreProperties>
</file>