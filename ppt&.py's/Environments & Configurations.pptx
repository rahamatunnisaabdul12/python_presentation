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CEF4F0-3293-6D63-135C-8A2FEEA40C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8CE99E-B2C1-1E85-9A5F-F5E60C32C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A1B46-0B5E-4ED0-BE9D-B30D5A588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CDB0EE-0751-F87B-3F45-4EB671F62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73C1E4-CE10-B0C6-7F7F-00B81F2FD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7162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6F76F-5582-1F9A-AF7C-934968FCF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98B9C-A2E2-065E-2BC2-F04425E1C0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E78F6-8624-61F3-3442-8CC68F4EA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E2E75-7AC9-557A-B7E4-C46201EE3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4A068-6919-878B-2C7F-89EF3C083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3270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0EA99-8866-7C1B-6072-01FE43D0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57EBCD-D743-4DB8-D7E2-98F007025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14CB49-CED4-3EAB-21D2-1D0E93F30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95A1C1-47C3-A33D-9425-8EFF2F7A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F3328-D86F-D89A-3F9C-17483121A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255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8FA2F-1203-C48C-A342-DBF6BC3594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16DA5-263D-DEDA-2ED8-BF002D2EC9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9B52D5-2B83-759A-49F2-3D09F0684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89E3F-E647-D6A2-7801-7A7DCC56D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1CC1F-46B7-2EF1-7F19-649997E1E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BFFA9-3176-239C-3184-8F2D493CF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7130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67914-E1DA-BF72-21FB-CFBAE1321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FEDCD5-BEA9-E5AA-FF6E-E99994877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007DE9-CEF0-59FF-C095-5FDC05A170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75D211-83EC-B3E1-9F4F-298053A8FC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8B34B9-D24F-8EE4-BC27-5385B1E29F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168C8E-2B71-8E4F-8A12-69BE6E9965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61B13-A54F-7E34-04C7-E7654DB88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88F7C0-F79A-5E5A-6853-EA5300F654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047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296D2-CA87-B96A-6175-16F79AC0C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EA7880-7943-F1E6-33BC-000E137FB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16DBF-9112-09B7-C275-E8E5BA373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47379-DF5E-1C55-47F9-33EF63416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0341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23FE5D-FADC-F7FB-D905-1C0A888B2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BE10C8-F2E5-C1E3-9702-174B8DD3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5559E-8476-8203-95F8-9620F39C79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586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220BC-61EB-4FF2-795F-CDF28BD8F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A3A6A-1240-C70C-E65A-89B0C734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11C3E8-C2D6-6092-7F88-55683EDFFE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FF1CA-879D-13E1-AADC-261037CA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F4D6C3-8DCC-2624-C09C-AA06E41D4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85DF60-91C4-341B-EAA4-68EE6AA4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9579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96D98-4127-0FF1-1DE7-3B9AB0793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9A2C38-6AFD-D25A-79EE-3A7978FC20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6471C1-8DA7-C833-B472-3174AB63DA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947F55-F78E-E26A-DDBD-8CEDFA09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E0708F-D329-E5E2-5ADF-8684BE0C1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579D5F-CE2E-1D6B-E1FF-21DE47928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03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F03319-5668-D8CF-5D5D-9339E743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CAAE1F-64DB-289F-9888-1A578CBC3D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4792DD-7514-27E7-D75F-A7734E9BF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B34A5-E0EB-591C-C5A1-AA304E9B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1F866-948D-6679-48DC-124C9732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7813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6F7568-BF4D-AF4F-576B-D99715690A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E6D2E1-8F85-8E76-F47A-2173413EE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E6AE1-13E9-B5A7-F24E-21CE9D496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8BF750-1729-4D1B-87F4-F8B72CFE8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F9AB8-D241-86E6-814D-2692BD711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218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BF911-8B45-4B6F-40BB-EFFC0A687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4FC92-34F5-2CA0-FB56-3C98395D3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F1C404-8A05-08AE-A95D-C925E9B8F3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A056D2-29FB-433B-B6F5-ADF2995F23FA}" type="datetimeFigureOut">
              <a:rPr lang="en-IN" smtClean="0"/>
              <a:t>06-11-2025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4C492-B0C7-8B45-4CA5-B0416EF6D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36730-D0AC-A19D-0EBA-37F854DD6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767F7-204D-4729-BADE-607ECC7D00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6974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E3192-A617-9B63-A227-75620EBADF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905" y="240633"/>
            <a:ext cx="9561095" cy="1860883"/>
          </a:xfrm>
        </p:spPr>
        <p:txBody>
          <a:bodyPr/>
          <a:lstStyle/>
          <a:p>
            <a:r>
              <a:rPr lang="en-IN" b="1" dirty="0"/>
              <a:t>Environments &amp; Configurations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DF1D52-B37D-E41E-FE1C-71320DEEE2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99411" y="2101516"/>
            <a:ext cx="9368589" cy="3156284"/>
          </a:xfrm>
        </p:spPr>
        <p:txBody>
          <a:bodyPr/>
          <a:lstStyle/>
          <a:p>
            <a:pPr algn="l"/>
            <a:r>
              <a:rPr lang="en-US" dirty="0"/>
              <a:t>Different environments (Dev, Stage, Prod) help isolate testing and deployment.</a:t>
            </a:r>
            <a:br>
              <a:rPr lang="en-US" dirty="0"/>
            </a:br>
            <a:r>
              <a:rPr lang="en-US" dirty="0"/>
              <a:t>Configuration management ensures the </a:t>
            </a:r>
            <a:r>
              <a:rPr lang="en-US" b="1" dirty="0"/>
              <a:t>same code</a:t>
            </a:r>
            <a:r>
              <a:rPr lang="en-US" dirty="0"/>
              <a:t> runs with </a:t>
            </a:r>
            <a:r>
              <a:rPr lang="en-US" b="1" dirty="0"/>
              <a:t>different settings</a:t>
            </a:r>
            <a:r>
              <a:rPr lang="en-US" dirty="0"/>
              <a:t>.</a:t>
            </a:r>
          </a:p>
          <a:p>
            <a:pPr algn="l"/>
            <a:r>
              <a:rPr lang="en-US" dirty="0"/>
              <a:t>This one directly applies to your AWS pipeline setup (Dev → Stage → Prod), where each environment uses </a:t>
            </a:r>
            <a:r>
              <a:rPr lang="en-US" b="1" dirty="0"/>
              <a:t>different configurations</a:t>
            </a:r>
            <a:r>
              <a:rPr lang="en-US" dirty="0"/>
              <a:t> — like S3 paths, Redshift endpoints, and </a:t>
            </a:r>
            <a:r>
              <a:rPr lang="en-US" dirty="0" err="1"/>
              <a:t>AppConfig</a:t>
            </a:r>
            <a:r>
              <a:rPr lang="en-US" dirty="0"/>
              <a:t> URLs — but the same codebase.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3714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AF391-5B11-4BB3-7402-3BCF3B899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What Are Environments?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58293E6-72EE-8144-28B4-6A5726EF0E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4061500"/>
              </p:ext>
            </p:extLst>
          </p:nvPr>
        </p:nvGraphicFramePr>
        <p:xfrm>
          <a:off x="838200" y="1690688"/>
          <a:ext cx="10515600" cy="3042128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7504278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591675301"/>
                    </a:ext>
                  </a:extLst>
                </a:gridCol>
              </a:tblGrid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Environment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945883"/>
                  </a:ext>
                </a:extLst>
              </a:tr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Dev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 testing and debugging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8033931"/>
                  </a:ext>
                </a:extLst>
              </a:tr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Stage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 validation before release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017462"/>
                  </a:ext>
                </a:extLst>
              </a:tr>
              <a:tr h="7605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Prod</a:t>
                      </a:r>
                      <a:endParaRPr lang="en-I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For live production runs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6731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6523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63B62-122D-C4BA-8458-BC00153C1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Configurations?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EE79B74-E2A9-AA92-5A47-75A66DCEB4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77516" y="2271185"/>
            <a:ext cx="926084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Avoid hardcoding S3 paths, DB credentials, etc.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 environments easily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 safety (no Prod writes from Dev code)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CI/CD (GitLab, Step Functions, etc.)</a:t>
            </a:r>
          </a:p>
        </p:txBody>
      </p:sp>
    </p:spTree>
    <p:extLst>
      <p:ext uri="{BB962C8B-B14F-4D97-AF65-F5344CB8AC3E}">
        <p14:creationId xmlns:p14="http://schemas.microsoft.com/office/powerpoint/2010/main" val="38081989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1C3B9-5CA9-D23B-0E26-402B115FD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Example – Environment Config File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53895-02ED-7066-1D92-FBE905610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"dev": 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"s3_path": "s3://my-dev-bucket/data/",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</a:t>
            </a:r>
            <a:r>
              <a:rPr lang="en-IN" dirty="0" err="1">
                <a:solidFill>
                  <a:schemeClr val="accent6"/>
                </a:solidFill>
              </a:rPr>
              <a:t>redshift_url</a:t>
            </a:r>
            <a:r>
              <a:rPr lang="en-IN" dirty="0">
                <a:solidFill>
                  <a:schemeClr val="accent6"/>
                </a:solidFill>
              </a:rPr>
              <a:t>": "dev-cluster.xxxx.region.redshift.amazonaws.com"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},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"prod": {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"s3_path": "s3://my-prod-bucket/data/",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"</a:t>
            </a:r>
            <a:r>
              <a:rPr lang="en-IN" dirty="0" err="1">
                <a:solidFill>
                  <a:schemeClr val="accent6"/>
                </a:solidFill>
              </a:rPr>
              <a:t>redshift_url</a:t>
            </a:r>
            <a:r>
              <a:rPr lang="en-IN" dirty="0">
                <a:solidFill>
                  <a:schemeClr val="accent6"/>
                </a:solidFill>
              </a:rPr>
              <a:t>": "prod-cluster.xxxx.region.redshift.amazonaws.com"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}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13059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04CDD3-FC17-D5AD-C5DB-D70B9F1FC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3347" y="1"/>
            <a:ext cx="10840453" cy="1106904"/>
          </a:xfrm>
        </p:spPr>
        <p:txBody>
          <a:bodyPr/>
          <a:lstStyle/>
          <a:p>
            <a:r>
              <a:rPr lang="en-IN" b="1" dirty="0"/>
              <a:t>Selecting Environment Dynamically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83BD61-50BE-2D80-F201-3998E76EF4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0633" y="930442"/>
            <a:ext cx="11113168" cy="59275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</a:t>
            </a:r>
            <a:r>
              <a:rPr lang="en-IN" dirty="0" err="1">
                <a:solidFill>
                  <a:schemeClr val="accent6"/>
                </a:solidFill>
              </a:rPr>
              <a:t>json</a:t>
            </a:r>
            <a:r>
              <a:rPr lang="en-IN" dirty="0">
                <a:solidFill>
                  <a:schemeClr val="accent6"/>
                </a:solidFill>
              </a:rPr>
              <a:t>, </a:t>
            </a:r>
            <a:r>
              <a:rPr lang="en-IN" dirty="0" err="1">
                <a:solidFill>
                  <a:schemeClr val="accent6"/>
                </a:solidFill>
              </a:rPr>
              <a:t>os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env = </a:t>
            </a:r>
            <a:r>
              <a:rPr lang="en-IN" dirty="0" err="1">
                <a:solidFill>
                  <a:schemeClr val="accent6"/>
                </a:solidFill>
              </a:rPr>
              <a:t>os.getenv</a:t>
            </a:r>
            <a:r>
              <a:rPr lang="en-IN" dirty="0">
                <a:solidFill>
                  <a:schemeClr val="accent6"/>
                </a:solidFill>
              </a:rPr>
              <a:t>("ENV", "dev")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with open("</a:t>
            </a:r>
            <a:r>
              <a:rPr lang="en-IN" dirty="0" err="1">
                <a:solidFill>
                  <a:schemeClr val="accent6"/>
                </a:solidFill>
              </a:rPr>
              <a:t>config.json</a:t>
            </a:r>
            <a:r>
              <a:rPr lang="en-IN" dirty="0">
                <a:solidFill>
                  <a:schemeClr val="accent6"/>
                </a:solidFill>
              </a:rPr>
              <a:t>") as f: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config = </a:t>
            </a:r>
            <a:r>
              <a:rPr lang="en-IN" dirty="0" err="1">
                <a:solidFill>
                  <a:schemeClr val="accent6"/>
                </a:solidFill>
              </a:rPr>
              <a:t>json.load</a:t>
            </a:r>
            <a:r>
              <a:rPr lang="en-IN" dirty="0">
                <a:solidFill>
                  <a:schemeClr val="accent6"/>
                </a:solidFill>
              </a:rPr>
              <a:t>(f)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settings = config[env]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</a:t>
            </a:r>
            <a:r>
              <a:rPr lang="en-IN" dirty="0" err="1">
                <a:solidFill>
                  <a:schemeClr val="accent6"/>
                </a:solidFill>
              </a:rPr>
              <a:t>f"Running</a:t>
            </a:r>
            <a:r>
              <a:rPr lang="en-IN" dirty="0">
                <a:solidFill>
                  <a:schemeClr val="accent6"/>
                </a:solidFill>
              </a:rPr>
              <a:t> in {</a:t>
            </a:r>
            <a:r>
              <a:rPr lang="en-IN" dirty="0" err="1">
                <a:solidFill>
                  <a:schemeClr val="accent6"/>
                </a:solidFill>
              </a:rPr>
              <a:t>env.upper</a:t>
            </a:r>
            <a:r>
              <a:rPr lang="en-IN" dirty="0">
                <a:solidFill>
                  <a:schemeClr val="accent6"/>
                </a:solidFill>
              </a:rPr>
              <a:t>()} environment")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print("S3 Path:", settings["s3_path"])</a:t>
            </a:r>
          </a:p>
          <a:p>
            <a:pPr marL="0" indent="0">
              <a:buNone/>
            </a:pPr>
            <a:r>
              <a:rPr lang="en-US" dirty="0"/>
              <a:t>You can switch environments with: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set ENV=prod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27717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1B4CB-CE40-C351-E4B0-4C14D9F45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Using AWS </a:t>
            </a:r>
            <a:r>
              <a:rPr lang="en-IN" b="1" dirty="0" err="1"/>
              <a:t>AppConfig</a:t>
            </a:r>
            <a:r>
              <a:rPr lang="en-IN" b="1" dirty="0"/>
              <a:t> (Optional)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A6038-5940-2428-9668-833F6288F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Store configuration centrally in AWS </a:t>
            </a:r>
            <a:r>
              <a:rPr lang="en-US" dirty="0" err="1"/>
              <a:t>AppConfig</a:t>
            </a:r>
            <a:r>
              <a:rPr lang="en-US" dirty="0"/>
              <a:t>:</a:t>
            </a:r>
          </a:p>
          <a:p>
            <a:r>
              <a:rPr lang="en-US" dirty="0"/>
              <a:t>Version control configs</a:t>
            </a:r>
          </a:p>
          <a:p>
            <a:r>
              <a:rPr lang="en-US" dirty="0"/>
              <a:t>Dynamic updates without redeployment</a:t>
            </a:r>
          </a:p>
          <a:p>
            <a:r>
              <a:rPr lang="en-US" dirty="0"/>
              <a:t>Secure through IAM access</a:t>
            </a:r>
          </a:p>
          <a:p>
            <a:pPr marL="0" indent="0">
              <a:buNone/>
            </a:pPr>
            <a:r>
              <a:rPr lang="en-US" dirty="0"/>
              <a:t># Fetching config dynamically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6"/>
                </a:solidFill>
              </a:rPr>
              <a:t>import boto3</a:t>
            </a:r>
          </a:p>
          <a:p>
            <a:pPr marL="0" indent="0">
              <a:buNone/>
            </a:pPr>
            <a:r>
              <a:rPr lang="en-US" dirty="0" err="1">
                <a:solidFill>
                  <a:schemeClr val="accent6"/>
                </a:solidFill>
              </a:rPr>
              <a:t>appconfig</a:t>
            </a:r>
            <a:r>
              <a:rPr lang="en-US" dirty="0">
                <a:solidFill>
                  <a:schemeClr val="accent6"/>
                </a:solidFill>
              </a:rPr>
              <a:t> = boto3.client('</a:t>
            </a:r>
            <a:r>
              <a:rPr lang="en-US" dirty="0" err="1">
                <a:solidFill>
                  <a:schemeClr val="accent6"/>
                </a:solidFill>
              </a:rPr>
              <a:t>appconfigdata</a:t>
            </a:r>
            <a:r>
              <a:rPr lang="en-US" dirty="0">
                <a:solidFill>
                  <a:schemeClr val="accent6"/>
                </a:solidFill>
              </a:rPr>
              <a:t>')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5765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2A5CD-6CD8-436F-6156-DB7DCF62E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Real-World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7B317-DB2F-9B65-FA75-1EA664AB9E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if env == "dev":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</a:t>
            </a:r>
            <a:r>
              <a:rPr lang="en-IN" dirty="0" err="1">
                <a:solidFill>
                  <a:schemeClr val="accent6"/>
                </a:solidFill>
              </a:rPr>
              <a:t>spark.conf.set</a:t>
            </a:r>
            <a:r>
              <a:rPr lang="en-IN" dirty="0">
                <a:solidFill>
                  <a:schemeClr val="accent6"/>
                </a:solidFill>
              </a:rPr>
              <a:t>("</a:t>
            </a:r>
            <a:r>
              <a:rPr lang="en-IN" dirty="0" err="1">
                <a:solidFill>
                  <a:schemeClr val="accent6"/>
                </a:solidFill>
              </a:rPr>
              <a:t>spark.sql.shuffle.partitions</a:t>
            </a:r>
            <a:r>
              <a:rPr lang="en-IN" dirty="0">
                <a:solidFill>
                  <a:schemeClr val="accent6"/>
                </a:solidFill>
              </a:rPr>
              <a:t>", "2")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else: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    </a:t>
            </a:r>
            <a:r>
              <a:rPr lang="en-IN" dirty="0" err="1">
                <a:solidFill>
                  <a:schemeClr val="accent6"/>
                </a:solidFill>
              </a:rPr>
              <a:t>spark.conf.set</a:t>
            </a:r>
            <a:r>
              <a:rPr lang="en-IN" dirty="0">
                <a:solidFill>
                  <a:schemeClr val="accent6"/>
                </a:solidFill>
              </a:rPr>
              <a:t>("</a:t>
            </a:r>
            <a:r>
              <a:rPr lang="en-IN" dirty="0" err="1">
                <a:solidFill>
                  <a:schemeClr val="accent6"/>
                </a:solidFill>
              </a:rPr>
              <a:t>spark.sql.shuffle.partitions</a:t>
            </a:r>
            <a:r>
              <a:rPr lang="en-IN" dirty="0">
                <a:solidFill>
                  <a:schemeClr val="accent6"/>
                </a:solidFill>
              </a:rPr>
              <a:t>", "100")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r>
              <a:rPr lang="nb-NO" dirty="0"/>
              <a:t>Different Spark settings per environment.</a:t>
            </a: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6885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A5A019-B46C-0D7F-E441-BD1006A02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Secrets &amp; Credentials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E3847F-86A2-6B8E-5525-1CC88881D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b="1" dirty="0"/>
              <a:t>AWS Secrets Manager</a:t>
            </a:r>
            <a:r>
              <a:rPr lang="en-US" dirty="0"/>
              <a:t> or </a:t>
            </a:r>
            <a:r>
              <a:rPr lang="en-US" b="1" dirty="0"/>
              <a:t>SSM Parameter Store</a:t>
            </a:r>
            <a:r>
              <a:rPr lang="en-US" dirty="0"/>
              <a:t>:</a:t>
            </a:r>
          </a:p>
          <a:p>
            <a:r>
              <a:rPr lang="en-US" dirty="0"/>
              <a:t>Don’t store credentials in code</a:t>
            </a:r>
          </a:p>
          <a:p>
            <a:r>
              <a:rPr lang="en-US" dirty="0"/>
              <a:t>Fetch securely at runtime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import boto3</a:t>
            </a:r>
          </a:p>
          <a:p>
            <a:pPr marL="0" indent="0">
              <a:buNone/>
            </a:pPr>
            <a:r>
              <a:rPr lang="en-IN" dirty="0" err="1">
                <a:solidFill>
                  <a:schemeClr val="accent6"/>
                </a:solidFill>
              </a:rPr>
              <a:t>ssm</a:t>
            </a:r>
            <a:r>
              <a:rPr lang="en-IN" dirty="0">
                <a:solidFill>
                  <a:schemeClr val="accent6"/>
                </a:solidFill>
              </a:rPr>
              <a:t> = boto3.client('</a:t>
            </a:r>
            <a:r>
              <a:rPr lang="en-IN" dirty="0" err="1">
                <a:solidFill>
                  <a:schemeClr val="accent6"/>
                </a:solidFill>
              </a:rPr>
              <a:t>ssm</a:t>
            </a:r>
            <a:r>
              <a:rPr lang="en-IN" dirty="0">
                <a:solidFill>
                  <a:schemeClr val="accent6"/>
                </a:solidFill>
              </a:rPr>
              <a:t>')</a:t>
            </a:r>
          </a:p>
          <a:p>
            <a:pPr marL="0" indent="0">
              <a:buNone/>
            </a:pPr>
            <a:r>
              <a:rPr lang="en-IN" dirty="0">
                <a:solidFill>
                  <a:schemeClr val="accent6"/>
                </a:solidFill>
              </a:rPr>
              <a:t>password = </a:t>
            </a:r>
            <a:r>
              <a:rPr lang="en-IN" dirty="0" err="1">
                <a:solidFill>
                  <a:schemeClr val="accent6"/>
                </a:solidFill>
              </a:rPr>
              <a:t>ssm.get_parameter</a:t>
            </a:r>
            <a:r>
              <a:rPr lang="en-IN" dirty="0">
                <a:solidFill>
                  <a:schemeClr val="accent6"/>
                </a:solidFill>
              </a:rPr>
              <a:t>(Name='/prod/</a:t>
            </a:r>
            <a:r>
              <a:rPr lang="en-IN" dirty="0" err="1">
                <a:solidFill>
                  <a:schemeClr val="accent6"/>
                </a:solidFill>
              </a:rPr>
              <a:t>db</a:t>
            </a:r>
            <a:r>
              <a:rPr lang="en-IN" dirty="0">
                <a:solidFill>
                  <a:schemeClr val="accent6"/>
                </a:solidFill>
              </a:rPr>
              <a:t>/password', </a:t>
            </a:r>
            <a:r>
              <a:rPr lang="en-IN" dirty="0" err="1">
                <a:solidFill>
                  <a:schemeClr val="accent6"/>
                </a:solidFill>
              </a:rPr>
              <a:t>WithDecryption</a:t>
            </a:r>
            <a:r>
              <a:rPr lang="en-IN" dirty="0">
                <a:solidFill>
                  <a:schemeClr val="accent6"/>
                </a:solidFill>
              </a:rPr>
              <a:t>=True)['Parameter']['Value’]</a:t>
            </a:r>
          </a:p>
          <a:p>
            <a:pPr marL="0" indent="0">
              <a:buNone/>
            </a:pPr>
            <a:endParaRPr lang="en-IN" dirty="0">
              <a:solidFill>
                <a:schemeClr val="accent6"/>
              </a:solidFill>
            </a:endParaRP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4969065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DBEA65-89EF-7402-F75B-5C9FAF9C1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CI/CD Integration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AB77C2-9B2A-D65A-987E-E44FBDA11F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23818" y="2438188"/>
            <a:ext cx="10515600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GitLab or Step Functions trigger based on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</a:t>
            </a: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.env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or environment variables</a:t>
            </a:r>
            <a:endParaRPr kumimoji="0" lang="en-US" altLang="en-US" sz="6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the same code to multiple targets</a:t>
            </a:r>
          </a:p>
        </p:txBody>
      </p:sp>
    </p:spTree>
    <p:extLst>
      <p:ext uri="{BB962C8B-B14F-4D97-AF65-F5344CB8AC3E}">
        <p14:creationId xmlns:p14="http://schemas.microsoft.com/office/powerpoint/2010/main" val="36254164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608D1C-D461-E9C1-2C23-A00E66655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B5355-8A59-D352-072D-693038CC4E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3200" dirty="0"/>
              <a:t>✅ Use JSON/config files per environment</a:t>
            </a:r>
            <a:br>
              <a:rPr lang="en-IN" sz="3200" dirty="0"/>
            </a:br>
            <a:r>
              <a:rPr lang="en-IN" sz="3200" dirty="0"/>
              <a:t>✅ Fetch secrets from AWS securely</a:t>
            </a:r>
            <a:br>
              <a:rPr lang="en-IN" sz="3200" dirty="0"/>
            </a:br>
            <a:r>
              <a:rPr lang="en-IN" sz="3200" dirty="0"/>
              <a:t>✅ Avoid hardcoded paths and credentials</a:t>
            </a:r>
            <a:br>
              <a:rPr lang="en-IN" sz="3200" dirty="0"/>
            </a:br>
            <a:r>
              <a:rPr lang="en-IN" sz="3200" dirty="0"/>
              <a:t>✅ Use CI/CD or </a:t>
            </a:r>
            <a:r>
              <a:rPr lang="en-IN" sz="3200" dirty="0" err="1"/>
              <a:t>AppConfig</a:t>
            </a:r>
            <a:r>
              <a:rPr lang="en-IN" sz="3200" dirty="0"/>
              <a:t> for environment control</a:t>
            </a:r>
          </a:p>
        </p:txBody>
      </p:sp>
    </p:spTree>
    <p:extLst>
      <p:ext uri="{BB962C8B-B14F-4D97-AF65-F5344CB8AC3E}">
        <p14:creationId xmlns:p14="http://schemas.microsoft.com/office/powerpoint/2010/main" val="3807228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495</Words>
  <Application>Microsoft Office PowerPoint</Application>
  <PresentationFormat>Widescreen</PresentationFormat>
  <Paragraphs>68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Unicode MS</vt:lpstr>
      <vt:lpstr>Calibri</vt:lpstr>
      <vt:lpstr>Calibri Light</vt:lpstr>
      <vt:lpstr>Office Theme</vt:lpstr>
      <vt:lpstr>Environments &amp; Configurations</vt:lpstr>
      <vt:lpstr>What Are Environments?</vt:lpstr>
      <vt:lpstr>Why Use Configurations?</vt:lpstr>
      <vt:lpstr>Example – Environment Config File</vt:lpstr>
      <vt:lpstr>Selecting Environment Dynamically</vt:lpstr>
      <vt:lpstr>Using AWS AppConfig (Optional)</vt:lpstr>
      <vt:lpstr>Real-World Example</vt:lpstr>
      <vt:lpstr>Secrets &amp; Credentials</vt:lpstr>
      <vt:lpstr>CI/CD Integration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2025-11-06T09:25:07Z</dcterms:created>
  <dcterms:modified xsi:type="dcterms:W3CDTF">2025-11-06T09:25:17Z</dcterms:modified>
</cp:coreProperties>
</file>