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Printing / Logging Data at Each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understand what your pipeline is doing, always monitor each stage — through prints (for local testing) or logs (for production).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Print or Log?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Identify where code fails</a:t>
            </a:r>
          </a:p>
          <a:p>
            <a:r>
              <a:t>- Track data transformations</a:t>
            </a:r>
          </a:p>
          <a:p>
            <a:r>
              <a:t>- Validate row counts or key columns</a:t>
            </a:r>
          </a:p>
          <a:p>
            <a:r>
              <a:t>- Debug pipeline flow (ETL, APIs, JSONs)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ETL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Read Input → Log file path, record count</a:t>
            </a:r>
          </a:p>
          <a:p>
            <a:r>
              <a:t>Step 2: Transform Data → Log column changes, missing values</a:t>
            </a:r>
          </a:p>
          <a:p>
            <a:r>
              <a:t>Step 3: Write Output → Log destination path, file 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print() for Local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print('Step 1: Reading employees.json')</a:t>
            </a:r>
          </a:p>
          <a:p>
            <a:r>
              <a:t>df = pd.read_json('employees.json')</a:t>
            </a:r>
          </a:p>
          <a:p>
            <a:r>
              <a:t>print('Rows loaded:', len(df))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logging for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logging</a:t>
            </a:r>
          </a:p>
          <a:p>
            <a:r>
              <a:t>logging.basicConfig(filename='pipeline.log', level=logging.INFO)</a:t>
            </a:r>
          </a:p>
          <a:p>
            <a:r>
              <a:t>logging.info('Reading data from S3')</a:t>
            </a:r>
          </a:p>
          <a:p>
            <a:r>
              <a:t>logging.info(f'Rows processed: {len(df)}')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Log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  - Step 1: Read input file</a:t>
            </a:r>
          </a:p>
          <a:p>
            <a:r>
              <a:t>INFO  - Step 2: Transformed 250 rows</a:t>
            </a:r>
          </a:p>
          <a:p>
            <a:r>
              <a:t>INFO  - Step 3: Wrote output to S3</a:t>
            </a:r>
          </a:p>
          <a:p>
            <a:r>
              <a:t>ERROR - Column 'role' missing in 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Printing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print('Unique Regions:', df['region'].nunique())</a:t>
            </a:r>
          </a:p>
          <a:p>
            <a:r>
              <a:t>print('Top Roles:', df['role'].value_counts().head(3))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in Glue or CloudWatch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logging.info('Job started')</a:t>
            </a:r>
          </a:p>
          <a:p>
            <a:r>
              <a:t>logging.info('S3 Path: s3://my-bucket/data/')</a:t>
            </a:r>
          </a:p>
          <a:p>
            <a:r>
              <a:t>logging.info('Job completed successfully')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Use print() for notebooks and local testing</a:t>
            </a:r>
          </a:p>
          <a:p>
            <a:r>
              <a:t>✅ Use logging for production</a:t>
            </a:r>
          </a:p>
          <a:p>
            <a:r>
              <a:t>✅ Include row counts, timestamps, and key info</a:t>
            </a:r>
          </a:p>
          <a:p>
            <a:r>
              <a:t>✅ Log errors separately using logging.error()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Print → local debugging</a:t>
            </a:r>
          </a:p>
          <a:p>
            <a:r>
              <a:t>✅ Log → production monitoring</a:t>
            </a:r>
          </a:p>
          <a:p>
            <a:r>
              <a:t>✅ Track row counts, schema, and paths</a:t>
            </a:r>
          </a:p>
          <a:p>
            <a:r>
              <a:t>✅ Helps in quick troubleshooting and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