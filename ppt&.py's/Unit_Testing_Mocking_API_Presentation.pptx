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Testing with Pytest (Mocking API Responses)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 tests verify that small pieces of your code (functions, classes) work as expected — before you deploy to Dev, Stage, or Prod.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Unit Testing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Detect bugs early before integration</a:t>
            </a:r>
          </a:p>
          <a:p>
            <a:r>
              <a:t>- Reduce debugging time</a:t>
            </a:r>
          </a:p>
          <a:p>
            <a:r>
              <a:t>- Enable CI/CD pipeline validation</a:t>
            </a:r>
          </a:p>
          <a:p>
            <a:r>
              <a:t>- Validate JSON or API transformations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Pytest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Lightweight, easy syntax</a:t>
            </a:r>
          </a:p>
          <a:p>
            <a:r>
              <a:t>- Automatic test discovery (test_*.py)</a:t>
            </a:r>
          </a:p>
          <a:p>
            <a:r>
              <a:t>- Supports fixtures, parameterization, and mocking</a:t>
            </a:r>
          </a:p>
          <a:p>
            <a:r>
              <a:t>- Works perfectly with AWS Lambda or Glue local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Your First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add(x, y):</a:t>
            </a:r>
          </a:p>
          <a:p>
            <a:r>
              <a:t>    return x + y</a:t>
            </a:r>
          </a:p>
          <a:p/>
          <a:p>
            <a:r>
              <a:t>def test_add():</a:t>
            </a:r>
          </a:p>
          <a:p>
            <a:r>
              <a:t>    assert add(2, 3) == 5</a:t>
            </a:r>
          </a:p>
          <a:p/>
          <a:p>
            <a:r>
              <a:t>✅ Run with: pytest -v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Mocking API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unittest.mock import patch</a:t>
            </a:r>
          </a:p>
          <a:p/>
          <a:p>
            <a:r>
              <a:t>@patch('requests.get')</a:t>
            </a:r>
          </a:p>
          <a:p>
            <a:r>
              <a:t>def test_api(mock_get):</a:t>
            </a:r>
          </a:p>
          <a:p>
            <a:r>
              <a:t>    mock_get.return_value.json.return_value = {'status': 'ok'}</a:t>
            </a:r>
          </a:p>
          <a:p>
            <a:r>
              <a:t>    result = my_api_call()</a:t>
            </a:r>
          </a:p>
          <a:p>
            <a:r>
              <a:t>    assert result['status'] == 'ok'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Mocking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No dependency on internet</a:t>
            </a:r>
          </a:p>
          <a:p>
            <a:r>
              <a:t>✅ Test error-handling logic</a:t>
            </a:r>
          </a:p>
          <a:p>
            <a:r>
              <a:t>✅ Simulate timeouts or invalid data</a:t>
            </a:r>
          </a:p>
          <a:p>
            <a:r>
              <a:t>✅ Works fast in local/CI environments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Real-World Mock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@patch('requests.get')</a:t>
            </a:r>
          </a:p>
          <a:p>
            <a:r>
              <a:t>def test_weather_api(mock_get):</a:t>
            </a:r>
          </a:p>
          <a:p>
            <a:r>
              <a:t>    mock_get.return_value.json.return_value = {'temp': 30, 'city': 'Hyderabad'}</a:t>
            </a:r>
          </a:p>
          <a:p>
            <a:r>
              <a:t>    data = fetch_weather('Hyderabad')</a:t>
            </a:r>
          </a:p>
          <a:p>
            <a:r>
              <a:t>    assert data['temp'] ==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API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mock_get.return_value.status_code = 500</a:t>
            </a:r>
          </a:p>
          <a:p>
            <a:r>
              <a:t>mock_get.return_value.json.return_value = {'error': 'server down'}</a:t>
            </a:r>
          </a:p>
          <a:p/>
          <a:p>
            <a:r>
              <a:t>✅ Helps verify retry or fallback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Keep tests isolated</a:t>
            </a:r>
          </a:p>
          <a:p>
            <a:r>
              <a:t>- Mock only external calls</a:t>
            </a:r>
          </a:p>
          <a:p>
            <a:r>
              <a:t>- Use descriptive test names</a:t>
            </a:r>
          </a:p>
          <a:p>
            <a:r>
              <a:t>- Add pytest to CI/CD pipelines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Unit tests verify individual code blocks</a:t>
            </a:r>
          </a:p>
          <a:p>
            <a:r>
              <a:t>✅ Pytest simplifies test creation</a:t>
            </a:r>
          </a:p>
          <a:p>
            <a:r>
              <a:t>✅ Mocking avoids real API calls</a:t>
            </a:r>
          </a:p>
          <a:p>
            <a:r>
              <a:t>✅ Faster + safer deployments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