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0DE50-6256-4CB1-A0C8-7D0C8C4242C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352ED-D33D-4551-B6FD-F238C4FA0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08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2ED-D33D-4551-B6FD-F238C4FA071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15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key concept in writing reliable programs.</a:t>
            </a:r>
          </a:p>
          <a:p>
            <a:endParaRPr/>
          </a:p>
          <a:p>
            <a:r>
              <a:t>Error handling prevents a program from crashing and allows controlled responses to unexpected events.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Error Handling?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handling means detecting, catching, and managing errors gracefully.</a:t>
            </a:r>
          </a:p>
          <a:p>
            <a:endParaRPr/>
          </a:p>
          <a:p>
            <a:r>
              <a:t>Python uses try/except blocks to handle exceptions.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Error Handling?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Prevent application crashes</a:t>
            </a:r>
          </a:p>
          <a:p>
            <a:r>
              <a:t>• Display user-friendly error messages</a:t>
            </a:r>
          </a:p>
          <a:p>
            <a:r>
              <a:t>• Log and analyze failures</a:t>
            </a:r>
          </a:p>
          <a:p>
            <a:r>
              <a:t>• Keep programs running smoothly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Syntax: try/except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703" y="1166018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t>try:</a:t>
            </a:r>
          </a:p>
          <a:p>
            <a:r>
              <a:t>    # risky code</a:t>
            </a:r>
          </a:p>
          <a:p>
            <a:r>
              <a:t>except ExceptionType:</a:t>
            </a:r>
          </a:p>
          <a:p>
            <a:r>
              <a:t>    # handle error</a:t>
            </a:r>
          </a:p>
          <a:p>
            <a:endParaRPr/>
          </a:p>
          <a:p>
            <a:r>
              <a:t>Example:</a:t>
            </a:r>
          </a:p>
          <a:p>
            <a:r>
              <a:t>try:</a:t>
            </a:r>
          </a:p>
          <a:p>
            <a:r>
              <a:t>    result = 10 / 0</a:t>
            </a:r>
          </a:p>
          <a:p>
            <a:r>
              <a:t>except ZeroDivisionError:</a:t>
            </a:r>
          </a:p>
          <a:p>
            <a:r>
              <a:t>    print('Cannot divide by zero!')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else and 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try:</a:t>
            </a:r>
          </a:p>
          <a:p>
            <a:r>
              <a:t>    num = int(input('Enter a number: '))</a:t>
            </a:r>
          </a:p>
          <a:p>
            <a:r>
              <a:t>except ValueError:</a:t>
            </a:r>
          </a:p>
          <a:p>
            <a:r>
              <a:t>    print('Invalid input!')</a:t>
            </a:r>
          </a:p>
          <a:p>
            <a:r>
              <a:t>else:</a:t>
            </a:r>
          </a:p>
          <a:p>
            <a:r>
              <a:t>    print('You entered:', num)</a:t>
            </a:r>
          </a:p>
          <a:p>
            <a:r>
              <a:t>finally:</a:t>
            </a:r>
          </a:p>
          <a:p>
            <a:r>
              <a:t>    print('Execution complete.')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670" y="1216404"/>
            <a:ext cx="8435130" cy="4909759"/>
          </a:xfrm>
        </p:spPr>
        <p:txBody>
          <a:bodyPr>
            <a:noAutofit/>
          </a:bodyPr>
          <a:lstStyle/>
          <a:p>
            <a:r>
              <a:rPr sz="2800" dirty="0"/>
              <a:t>import logging</a:t>
            </a:r>
          </a:p>
          <a:p>
            <a:endParaRPr sz="2800" dirty="0"/>
          </a:p>
          <a:p>
            <a:r>
              <a:rPr sz="2800" dirty="0" err="1"/>
              <a:t>logging.basicConfig</a:t>
            </a:r>
            <a:r>
              <a:rPr sz="2800" dirty="0"/>
              <a:t>(filename='app.log', level=</a:t>
            </a:r>
            <a:r>
              <a:rPr sz="2800" dirty="0" err="1"/>
              <a:t>logging.ERROR</a:t>
            </a:r>
            <a:r>
              <a:rPr sz="2800" dirty="0"/>
              <a:t>)</a:t>
            </a:r>
          </a:p>
          <a:p>
            <a:endParaRPr sz="2800" dirty="0"/>
          </a:p>
          <a:p>
            <a:r>
              <a:rPr sz="2800" dirty="0"/>
              <a:t>try:</a:t>
            </a:r>
          </a:p>
          <a:p>
            <a:r>
              <a:rPr sz="2800" dirty="0"/>
              <a:t>    with open('data.txt', 'r') as file:</a:t>
            </a:r>
          </a:p>
          <a:p>
            <a:r>
              <a:rPr sz="2800" dirty="0"/>
              <a:t>        content = </a:t>
            </a:r>
            <a:r>
              <a:rPr sz="2800" dirty="0" err="1"/>
              <a:t>file.read</a:t>
            </a:r>
            <a:r>
              <a:rPr sz="2800" dirty="0"/>
              <a:t>()</a:t>
            </a:r>
          </a:p>
          <a:p>
            <a:r>
              <a:rPr sz="2800" dirty="0"/>
              <a:t>except </a:t>
            </a:r>
            <a:r>
              <a:rPr sz="2800" dirty="0" err="1"/>
              <a:t>FileNotFoundError</a:t>
            </a:r>
            <a:r>
              <a:rPr sz="2800" dirty="0"/>
              <a:t> as e:</a:t>
            </a:r>
          </a:p>
          <a:p>
            <a:r>
              <a:rPr sz="2800" dirty="0"/>
              <a:t>    </a:t>
            </a:r>
            <a:r>
              <a:rPr sz="2800" dirty="0" err="1"/>
              <a:t>logging.error</a:t>
            </a:r>
            <a:r>
              <a:rPr sz="2800" dirty="0"/>
              <a:t>(</a:t>
            </a:r>
            <a:r>
              <a:rPr sz="2800" dirty="0" err="1"/>
              <a:t>f'File</a:t>
            </a:r>
            <a:r>
              <a:rPr sz="2800" dirty="0"/>
              <a:t> not found: {e}')</a:t>
            </a:r>
          </a:p>
          <a:p>
            <a:r>
              <a:rPr sz="2800" dirty="0"/>
              <a:t>    print('Please check if the file exists.')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API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import logging, requests</a:t>
            </a:r>
          </a:p>
          <a:p>
            <a:endParaRPr sz="2400" dirty="0"/>
          </a:p>
          <a:p>
            <a:r>
              <a:rPr sz="2400" dirty="0" err="1"/>
              <a:t>logging.basicConfig</a:t>
            </a:r>
            <a:r>
              <a:rPr sz="2400" dirty="0"/>
              <a:t>(filename='api.log', level=</a:t>
            </a:r>
            <a:r>
              <a:rPr sz="2400" dirty="0" err="1"/>
              <a:t>logging.ERROR</a:t>
            </a:r>
            <a:r>
              <a:rPr sz="2400" dirty="0"/>
              <a:t>)</a:t>
            </a:r>
          </a:p>
          <a:p>
            <a:endParaRPr sz="2400" dirty="0"/>
          </a:p>
          <a:p>
            <a:r>
              <a:rPr sz="2400" dirty="0"/>
              <a:t>try:</a:t>
            </a:r>
          </a:p>
          <a:p>
            <a:r>
              <a:rPr sz="2400" dirty="0"/>
              <a:t>    response = </a:t>
            </a:r>
            <a:r>
              <a:rPr sz="2400" dirty="0" err="1"/>
              <a:t>requests.get</a:t>
            </a:r>
            <a:r>
              <a:rPr sz="2400" dirty="0"/>
              <a:t>('https://api.github.com/user')</a:t>
            </a:r>
          </a:p>
          <a:p>
            <a:r>
              <a:rPr sz="2400" dirty="0"/>
              <a:t>    </a:t>
            </a:r>
            <a:r>
              <a:rPr sz="2400" dirty="0" err="1"/>
              <a:t>response.raise_for_status</a:t>
            </a:r>
            <a:r>
              <a:rPr sz="2400" dirty="0"/>
              <a:t>()</a:t>
            </a:r>
          </a:p>
          <a:p>
            <a:r>
              <a:rPr sz="2400" dirty="0"/>
              <a:t>except </a:t>
            </a:r>
            <a:r>
              <a:rPr sz="2400" dirty="0" err="1"/>
              <a:t>requests.exceptions.RequestException</a:t>
            </a:r>
            <a:r>
              <a:rPr sz="2400" dirty="0"/>
              <a:t> as e:</a:t>
            </a:r>
          </a:p>
          <a:p>
            <a:r>
              <a:rPr sz="2400" dirty="0"/>
              <a:t>    </a:t>
            </a:r>
            <a:r>
              <a:rPr sz="2400" dirty="0" err="1"/>
              <a:t>logging.error</a:t>
            </a:r>
            <a:r>
              <a:rPr sz="2400" dirty="0"/>
              <a:t>(</a:t>
            </a:r>
            <a:r>
              <a:rPr sz="2400" dirty="0" err="1"/>
              <a:t>f'API</a:t>
            </a:r>
            <a:r>
              <a:rPr sz="2400" dirty="0"/>
              <a:t> Error: {e}')</a:t>
            </a:r>
          </a:p>
          <a:p>
            <a:r>
              <a:rPr sz="2400" dirty="0"/>
              <a:t>    print('API call failed.')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Always use the logging module instead of print()</a:t>
            </a:r>
          </a:p>
          <a:p>
            <a:r>
              <a:t>• Levels: DEBUG, INFO, WARNING, ERROR, CRITICAL</a:t>
            </a:r>
          </a:p>
          <a:p>
            <a:r>
              <a:t>• Example:</a:t>
            </a:r>
          </a:p>
          <a:p>
            <a:r>
              <a:t>logging.basicConfig(level=logging.INFO)</a:t>
            </a:r>
          </a:p>
          <a:p>
            <a:r>
              <a:t>logging.info('App started successfully.')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Catching all exceptions blindly (avoid 'except:')</a:t>
            </a:r>
          </a:p>
          <a:p>
            <a:r>
              <a:t>• Ignoring logs or using print instead</a:t>
            </a:r>
          </a:p>
          <a:p>
            <a:r>
              <a:t>• Not closing resources properly</a:t>
            </a:r>
          </a:p>
          <a:p>
            <a:endParaRPr/>
          </a:p>
          <a:p>
            <a:r>
              <a:t>Tip: Use specific exceptions and finally for cleanup.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Use try/except to handle runtime errors</a:t>
            </a:r>
          </a:p>
          <a:p>
            <a:r>
              <a:t>✅ Use else/finally for controlled execution</a:t>
            </a:r>
          </a:p>
          <a:p>
            <a:r>
              <a:t>✅ Use logging to record errors</a:t>
            </a:r>
          </a:p>
          <a:p>
            <a:r>
              <a:t>✅ Helps in debugging and maintaining large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425</Words>
  <Application>Microsoft Office PowerPoint</Application>
  <PresentationFormat>On-screen Show (4:3)</PresentationFormat>
  <Paragraphs>73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Python Error Handling</vt:lpstr>
      <vt:lpstr>What is Error Handling?</vt:lpstr>
      <vt:lpstr>Why Use Error Handling?</vt:lpstr>
      <vt:lpstr>Syntax: try/except</vt:lpstr>
      <vt:lpstr>Using else and finally</vt:lpstr>
      <vt:lpstr>Real-World Example: File Handling</vt:lpstr>
      <vt:lpstr>Real-World Example: API Call</vt:lpstr>
      <vt:lpstr>Logging Best Practices</vt:lpstr>
      <vt:lpstr>Common Mistakes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Rahamatunnisa Abdul</cp:lastModifiedBy>
  <cp:revision>2</cp:revision>
  <dcterms:created xsi:type="dcterms:W3CDTF">2013-01-27T09:14:16Z</dcterms:created>
  <dcterms:modified xsi:type="dcterms:W3CDTF">2025-11-05T10:18:34Z</dcterms:modified>
  <cp:category/>
</cp:coreProperties>
</file>