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7641-A84A-7CCD-9FC1-CBCA3B59B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0638B-5966-F242-F4FC-F0C19798B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74B83-7C35-5202-F338-52B467E0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BD23A-78C5-8FFC-68FF-51D937716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21801-456E-F54A-2304-48776CE4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19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5D1D-9FD4-FA5E-B5E6-CD6933CD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2F0E-5A97-B8A3-869E-CC27CF93D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02BC-1A25-02F0-75A0-83462D50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4B795-B104-E040-50F4-77475F441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9DAC6-80CD-BFD6-E2B9-C7FE1D96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33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2CEB-4C4F-5726-999F-1DD68FBDC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5DAB3-44FD-03DA-E52B-CDA3C238C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32D12-5B2D-D578-1F67-A7E52713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97339-20C2-51CB-2691-AE38CE0E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C083-0CD7-C4C4-4B88-A5238AF6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05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CBBF-5A78-B8B7-E361-6BB86949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DC75-5326-0AC9-7F48-8D21EC25E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ABE52-9027-5280-06B4-544B75523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6E1E9-5D74-6947-75C4-D95BDA41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2AC19-157E-5F36-D4D3-CA2208A4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93E26-5C7A-C65E-5C81-BF4A0B43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25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64BC-22C9-55B8-F380-A260B4D5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4A6D2-DE4D-4515-6651-AF7A357B1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E0D63-1F69-E947-221D-32D161F0C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2B866E-0780-736E-0BB2-D21C96AC9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35362C-BE2E-98C5-883C-050E9D4F0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1917C-BA2C-ED29-3918-C72AB788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A92C8E-F3C3-165D-9466-5BD07212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95F02-7DEE-FD6B-6025-61EAC735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43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E4DE-BEEB-EB23-FFCC-BC3FC52E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3F71C-3EA5-6789-16AA-28C2A0AF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76BCC-522A-1889-9609-4ED2C92E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F30D9-D557-9D52-AA83-3D8799D2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00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DF995-E682-A600-398B-2BB67B3A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9256A-0D2A-2A18-D8ED-4C9286CB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E7EDB-C993-0ACF-B9FA-A479CC0F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0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8709-37D9-A7FF-DBD1-389D5144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7EC6-1FB8-1716-DCDB-60B6530E1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116CF-179C-E428-98E1-6A6ACEFCA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EA147-F901-F081-2A9A-4A7DFF67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7B6FC-6A61-F6B1-D6AE-AC7548D7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6DFCB-812E-EFDA-F0E9-F34938C5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23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3338-BDAF-D797-3B09-611662B5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F26312-AE4F-388D-F8A2-146EFF0BD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21151-C7B2-4845-8EAA-B68BF8412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25F3E-3BFA-9115-0E7B-F2DCB104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8EC6E-1955-11CF-81FE-3DF33AD1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99AE9-28C5-C7E1-0F03-4A80490F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84A4-0CAF-A815-1BF7-EE4E7253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C6A30-0576-50E4-98FF-8FE30C7FF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C13D6-E1C0-5682-5C14-8759A79B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41492-1BCE-ABA5-A15B-ED119AD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4AB7-1DEE-B664-293A-156CCC3E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58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A9265-D058-3B87-E2C9-B18833529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9340A-E622-0E82-A9A1-695ACF285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610D-9CF8-1C4B-BD0B-1CBF4587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E2BE-AAEC-C786-C3A5-ACD28ACB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84A3E-6BEE-75FA-3CE2-15E6A846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36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A6E4B8-4926-5F2A-B68C-CA488997A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78AD5-E0F9-B9F8-1893-94F8D349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36EC7-093A-DF88-A326-0ACFA4E83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7DD29-2E99-49F3-8BFF-16BED74792B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10148-64BB-D004-E06E-C359CD152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C96A2-7DB0-FF5E-1DB6-0886F483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C3027-9CE8-49C0-AE49-B347AB62E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22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CDC3-86A3-8CA1-10B4-2E9ADD56A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7305"/>
            <a:ext cx="11646568" cy="3301416"/>
          </a:xfrm>
        </p:spPr>
        <p:txBody>
          <a:bodyPr>
            <a:normAutofit/>
          </a:bodyPr>
          <a:lstStyle/>
          <a:p>
            <a:r>
              <a:rPr lang="en-IN" b="1" dirty="0"/>
              <a:t>Data Lens Registration (Logical/Physical Dataset Definitions)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089C0-649A-B2D7-48FB-7602BDB80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74" y="2390274"/>
            <a:ext cx="10411326" cy="429928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Data Lens Registration?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Lens registration is the process of defining and cataloging datasets in a metadata registry for discovery and governance.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standardizes how datasets are described, stored, and accessed across the organization.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Each dataset is registered with logical (business-level) and physical (storage-level) definitions.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743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F83D-A0F1-02F1-C863-06315AED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Logical and Physical Datasets?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A7609-F635-AC8B-D509-FA9B267E7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b="1" dirty="0"/>
              <a:t>Logical Dataset:</a:t>
            </a:r>
            <a:r>
              <a:rPr lang="en-US" dirty="0"/>
              <a:t> Business meaning of the data (e.g., “Customer Orders”).</a:t>
            </a:r>
          </a:p>
          <a:p>
            <a:r>
              <a:rPr lang="en-US" b="1" dirty="0"/>
              <a:t>Physical Dataset:</a:t>
            </a:r>
            <a:r>
              <a:rPr lang="en-US" dirty="0"/>
              <a:t> Actual file/table location (e.g., s3://datalake/trusted/orders/2025/).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Separates business semantics from technical storage paths.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Logical datasets map to one or more physical datasets in a catalog.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27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FEBE2-4555-7C3F-3AE8-DED3809E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Dataset Registration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B0DE0-2ED5-899F-A8CA-093B27AC5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dataset registry ensures every data asset has context, lineage, and ownership.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Without registration, teams may duplicate or misuse datasets.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Registries like Data Lens maintain metadata — name, schema, owner, refresh cadence, and data quality rules.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44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A128-0E97-3FFD-964C-7DFE468C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Dataset Registration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9FC5E-4BA8-C1FA-1E0A-72B836116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31" y="145665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Key attributes of dataset registration include:</a:t>
            </a:r>
          </a:p>
          <a:p>
            <a:r>
              <a:rPr lang="en-IN" dirty="0"/>
              <a:t>Dataset ID &amp; Name</a:t>
            </a:r>
          </a:p>
          <a:p>
            <a:r>
              <a:rPr lang="en-IN" dirty="0"/>
              <a:t>Description</a:t>
            </a:r>
          </a:p>
          <a:p>
            <a:r>
              <a:rPr lang="en-IN" dirty="0"/>
              <a:t>Schema (columns, datatypes)</a:t>
            </a:r>
          </a:p>
          <a:p>
            <a:r>
              <a:rPr lang="en-IN" dirty="0"/>
              <a:t>Owner</a:t>
            </a:r>
          </a:p>
          <a:p>
            <a:r>
              <a:rPr lang="en-IN" dirty="0"/>
              <a:t>Source System</a:t>
            </a:r>
          </a:p>
          <a:p>
            <a:r>
              <a:rPr lang="en-IN" dirty="0"/>
              <a:t>Storage Path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Ensures traceability and standardization.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Typically stored as JSON metadata or YAML config files.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7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1D38-41F0-B2B5-03B3-984673CD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Lifecycle in Data Lens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FA6B9-BB23-FC4C-8522-0D533FAD5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dataset moves through creation → validation → approval → registration → consumption.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Governance ensures data quality and trust.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Automation tools register metadata upon successful ingestion or transformation.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72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1313-96AF-FD66-3357-2573E0DD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with Data Pipeline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FA150-F9F0-A3AA-C788-74311672F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Every time a pipeline writes a new dataset, it triggers registration in Data Lens.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Keeps catalog metadata up to date and traceable.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ETL jobs call the registration API after data load.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35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B5DE0-8D5E-F83C-76C7-9F1901B5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Dataset Registration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4013D-C1D9-8836-1C9E-BB8C01BB9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283368"/>
            <a:ext cx="10920663" cy="4893595"/>
          </a:xfrm>
        </p:spPr>
        <p:txBody>
          <a:bodyPr>
            <a:normAutofit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Centralized metadata repository</a:t>
            </a:r>
          </a:p>
          <a:p>
            <a:r>
              <a:rPr lang="en-US" dirty="0"/>
              <a:t>Easier dataset discovery</a:t>
            </a:r>
          </a:p>
          <a:p>
            <a:r>
              <a:rPr lang="en-US" dirty="0"/>
              <a:t>Clear data ownership</a:t>
            </a:r>
          </a:p>
          <a:p>
            <a:r>
              <a:rPr lang="en-US" dirty="0"/>
              <a:t>Consistent governance policies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transparency and compliance.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Automated SDKs and APIs simplify registration during pipeline execution.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1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D974-D088-622C-967B-2EB0D95D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8D8A7-F50E-7876-EB84-B3CA2CEAB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Dataset registration defines both </a:t>
            </a:r>
            <a:r>
              <a:rPr lang="en-US" i="1" dirty="0"/>
              <a:t>what</a:t>
            </a:r>
            <a:r>
              <a:rPr lang="en-US" dirty="0"/>
              <a:t> data exists and </a:t>
            </a:r>
            <a:r>
              <a:rPr lang="en-US" i="1" dirty="0"/>
              <a:t>where</a:t>
            </a:r>
            <a:r>
              <a:rPr lang="en-US" dirty="0"/>
              <a:t> it lives.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Bridges business and technical teams through standardized metadata.</a:t>
            </a:r>
            <a:br>
              <a:rPr lang="en-US" dirty="0"/>
            </a:br>
            <a:r>
              <a:rPr lang="en-US" b="1"/>
              <a:t>How:</a:t>
            </a:r>
            <a:br>
              <a:rPr lang="en-US"/>
            </a:br>
            <a:r>
              <a:rPr lang="en-US"/>
              <a:t>Logical and physical definitions ensure clean integration between pipelines, governance, and analytics.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85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Data Lens Registration (Logical/Physical Dataset Definitions) </vt:lpstr>
      <vt:lpstr>What are Logical and Physical Datasets?</vt:lpstr>
      <vt:lpstr>Why Dataset Registration Matters </vt:lpstr>
      <vt:lpstr>Components of a Dataset Registration </vt:lpstr>
      <vt:lpstr>Dataset Lifecycle in Data Lens</vt:lpstr>
      <vt:lpstr>Integration with Data Pipeline </vt:lpstr>
      <vt:lpstr>Benefits of Dataset Registration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2025-11-12T10:21:44Z</dcterms:created>
  <dcterms:modified xsi:type="dcterms:W3CDTF">2025-11-12T10:22:17Z</dcterms:modified>
</cp:coreProperties>
</file>