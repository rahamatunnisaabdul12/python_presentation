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CFF3-67A5-C14A-C4FF-9926AC573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8DE1D-05D8-EEFF-0E5B-4F2DE7BD6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F2E14-2281-4307-01DC-EFB6E310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61F37-D4EF-465E-9652-6496165A627A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AC9AE-CEB4-A519-C830-3B7FA97CC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510C9-86F2-B324-B7B9-A2B8844D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9136-79A3-49D3-B27E-47A33518C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47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AB70E-1ABD-C42F-76E4-DDB72F0A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E6F99-9B19-C91D-7C46-AEFB81689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29554-44C9-DEDF-2775-6772DBD4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61F37-D4EF-465E-9652-6496165A627A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B21FA-7089-542D-A2C4-B45EEE46A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756DA-6A8A-39A9-A187-080962DCC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9136-79A3-49D3-B27E-47A33518C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54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6A3A-AE95-5100-0D2F-71E8FB58C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72C55-30D7-7878-B04C-E0F926288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97ED9-454A-BB19-29FA-C4686EAB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61F37-D4EF-465E-9652-6496165A627A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C1F42-C188-9A38-AA50-FBCE9687A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EAD99-1E2E-9AE7-AE64-6647D926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9136-79A3-49D3-B27E-47A33518C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896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4DDA5-5946-9D8F-8A66-646160B51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8EBFD-4CD9-3E5E-83E6-BAA967E093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7E34A-91C7-6EFE-0E48-12BB3A5F4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8B5DB-A51B-3E0E-ABFA-2A619ED58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61F37-D4EF-465E-9652-6496165A627A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26397-A204-8A19-4839-55BE45914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2AB49-6B7D-871F-122A-6008FE2D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9136-79A3-49D3-B27E-47A33518C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37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A212-DC2E-7F71-F620-A36F6A245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42C34-615E-66DC-580D-14B32383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090E1-5018-B96D-63C1-FACFD025A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9B8B9-31BE-CD08-C323-978993E43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6203BD-876F-5B81-7396-788855181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637FA7-36E1-EAC0-EFAC-FED6C6C3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61F37-D4EF-465E-9652-6496165A627A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04015D-5003-8672-77A5-123BFC6D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72BAA5-D7F3-020C-EABA-475FC63AA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9136-79A3-49D3-B27E-47A33518C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263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D7512-6E5A-C9BB-226F-A6BA7A556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A74D5-BD16-7CBC-F230-2E664AA4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61F37-D4EF-465E-9652-6496165A627A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A6875-BFAF-2927-29C3-9ED79DEE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AB03E-62FA-78F1-37CC-2EAC8C96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9136-79A3-49D3-B27E-47A33518C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0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06DB92-845C-61F4-7104-C31A410A0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61F37-D4EF-465E-9652-6496165A627A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52B1E5-F674-0E72-CBC6-8AC0EE8D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A70BD-6D16-40D6-D466-F3EFE7653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9136-79A3-49D3-B27E-47A33518C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545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A5890-0CB2-DD22-B285-60B096C6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9124D-AECF-9FB5-582E-E38D79933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191F9-F6CE-422E-5FDB-09B8D3CE2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0FE84-11A8-7864-034E-4B091F4A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61F37-D4EF-465E-9652-6496165A627A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402A9-5E92-0C31-50CB-020FAACB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AA7FA-1981-E4F4-EE42-73BD964DA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9136-79A3-49D3-B27E-47A33518C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462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4564-8B10-FE38-B79D-3E74F46E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6E506-4884-704F-D2C6-CE3B71AD0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F5AD6-6B87-2A62-3C9B-14526DA31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20079-1ECC-13A0-1CDB-C9E0F1295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61F37-D4EF-465E-9652-6496165A627A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69095-EE9A-E2A0-E9EA-1F6AA2224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2EFF2-C56D-2869-90F4-6F1CB182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9136-79A3-49D3-B27E-47A33518C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64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96DC-F08F-E3D8-CF8F-0724AE62D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4ADC99-EF91-4DEC-1E75-6BF0BFF86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8A828-EBC8-99EE-F7CF-F3CA3D96F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61F37-D4EF-465E-9652-6496165A627A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D4265-07D1-060E-68FB-359D5A84A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9D05-778F-FBF6-00EB-57180142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9136-79A3-49D3-B27E-47A33518C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826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036C01-603C-FD33-7CE1-D3BB59A81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FE20F-1451-9502-A2AC-E806AE96A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ABA42-D029-35CE-EBE4-D697F89DF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61F37-D4EF-465E-9652-6496165A627A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A934D-E259-2F13-B2F4-4932C824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71C46-6D3B-B9F3-1AFD-CB00C1CFB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9136-79A3-49D3-B27E-47A33518C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16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EF5378-C68D-3EFF-6DB1-21EC85C7A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43349-D131-206C-72FC-F698BF404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A7179-61D5-4391-C37B-E09CD4434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61F37-D4EF-465E-9652-6496165A627A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BB7E8-5E35-D73F-2510-BA1336E92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BCAF7-948A-ED3F-0ADC-FE150DB0D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9136-79A3-49D3-B27E-47A33518C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88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6221E-9391-9705-3B9E-B10BF0849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"/>
            <a:ext cx="9448800" cy="24865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Parallel Load into </a:t>
            </a:r>
            <a:r>
              <a:rPr lang="en-US" b="1" dirty="0" err="1"/>
              <a:t>CockroachDB</a:t>
            </a:r>
            <a:r>
              <a:rPr lang="en-US" b="1" dirty="0"/>
              <a:t> (for Dashboards)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EA6CB-AB1C-77EE-FBE8-2B64BA10A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011" y="2053389"/>
            <a:ext cx="11213431" cy="3850106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</a:t>
            </a:r>
            <a:r>
              <a:rPr lang="en-US" b="1" dirty="0" err="1"/>
              <a:t>CockroachDB</a:t>
            </a:r>
            <a:r>
              <a:rPr lang="en-US" b="1" dirty="0"/>
              <a:t>?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 err="1"/>
              <a:t>CockroachDB</a:t>
            </a:r>
            <a:r>
              <a:rPr lang="en-US" dirty="0"/>
              <a:t> is a distributed SQL database designed for horizontal scalability, resilience, and high availability.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automatically replicates data across nodes, ensuring uptime and performance under load.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Uses PostgreSQL-compatible SQL and parallel write/read architecture to handle analytical queries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9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4CD0-E99F-C8ED-7FD6-1FE7025F1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</a:t>
            </a:r>
            <a:r>
              <a:rPr lang="en-US" b="1" dirty="0" err="1"/>
              <a:t>CockroachDB</a:t>
            </a:r>
            <a:r>
              <a:rPr lang="en-US" b="1" dirty="0"/>
              <a:t> for Dashboards?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4DEE5-DE0A-E14A-EE14-2098CB160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 err="1"/>
              <a:t>CockroachDB</a:t>
            </a:r>
            <a:r>
              <a:rPr lang="en-US" dirty="0"/>
              <a:t> powers real-time dashboards that require low-latency access to fresh data.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Its distributed nature allows concurrent queries and high availability.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Multiple ETL writers and dashboard readers can operate simultaneously without bottlenecks.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027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81EC-BB7F-5674-AAEB-CBDA8C638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Parallel Loading?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2DE4F-072A-6806-70F2-6FAC46329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Parallel loading means writing data to a database concurrently using multiple threads or connections.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Reduces overall data load time and improves throughput.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Data is partitioned by region, date, or ID range, and each partition is loaded by a separate thread/process.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8550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9AE6-C5D4-BE6A-261D-7F0B15982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Parallel Load into </a:t>
            </a:r>
            <a:r>
              <a:rPr lang="en-US" dirty="0" err="1"/>
              <a:t>CockroachDB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BA705-6953-3D18-441D-F346B0BFC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 err="1"/>
              <a:t>CockroachDB’s</a:t>
            </a:r>
            <a:r>
              <a:rPr lang="en-US" dirty="0"/>
              <a:t> distributed cluster benefits most when data ingestion is parallelized.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Sequential inserts underutilize cluster resources.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Using thread-based or batch-based loading techniques ensures better CPU and network usage.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9688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A7A15-8173-6789-3A96-53612E7F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Data is Prepared for Parallel Load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039C1-B595-BE8A-BECF-F3F5343F9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Data is divided into partitions or chunks (e.g., per region or time window).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Partitioning ensures load balance and avoids lock contention.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Each thread processes one partition and performs inserts concurrently.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137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324CB-CDFF-F23E-6506-CBD8B802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and Libraries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C6171-CF8F-BA18-28F0-A04FEF472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Common tools include Python’s </a:t>
            </a:r>
            <a:r>
              <a:rPr lang="en-US" dirty="0" err="1"/>
              <a:t>concurrent.futures</a:t>
            </a:r>
            <a:r>
              <a:rPr lang="en-US" dirty="0"/>
              <a:t>, psycopg2, and </a:t>
            </a:r>
            <a:r>
              <a:rPr lang="en-US" dirty="0" err="1"/>
              <a:t>CockroachDB’s</a:t>
            </a:r>
            <a:r>
              <a:rPr lang="en-US" dirty="0"/>
              <a:t> SQL interface.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They simplify connection pooling and multi-threaded writes.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Each worker thread opens a connection, performs batched inserts, and commits independently.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010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BD3A-E746-571C-3725-FDE86C1C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Handling During Parallel 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56996-B08B-8A3C-8FCC-6F753B55B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Failures may occur due to transient network issues or row conflicts.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Without retries, partial data loads can lead to inconsistencies.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try/except blocks with retry logic or transaction rollback to maintain consistency.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89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94A32-78E0-D2F9-4A18-DD5000D9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3F91D-772B-B270-9510-68ABA2F36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Data extracted from S3 → transformed → divided by region</a:t>
            </a:r>
          </a:p>
          <a:p>
            <a:r>
              <a:rPr lang="en-US" dirty="0"/>
              <a:t>Each region loaded by a separate thread into </a:t>
            </a:r>
            <a:r>
              <a:rPr lang="en-US" dirty="0" err="1"/>
              <a:t>CockroachDB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efficient use of distributed SQL engine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Threads commit batches asynchronously to avoid contention.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6049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6A9D-1D7B-0B16-AC93-2D5165962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9FCD-AB00-B769-3A85-BB97FF562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Monitor row counts, commit success, and latency metrics.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data quality and performance under scale.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</a:t>
            </a:r>
            <a:r>
              <a:rPr lang="en-US" dirty="0" err="1"/>
              <a:t>CockroachDB’s</a:t>
            </a:r>
            <a:r>
              <a:rPr lang="en-US" dirty="0"/>
              <a:t> admin UI or SQL queries to track ingestion progress.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5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5DF79-1BB1-5FD8-A898-A3FECEEA8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59115-572C-BE46-CBF7-3EE7EAFCA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Parallel load leverages distributed design for faster ingestion.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Critical for dashboard freshness and near-real-time analytics.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Using Python’s concurrency and </a:t>
            </a:r>
            <a:r>
              <a:rPr lang="en-US" dirty="0" err="1"/>
              <a:t>CockroachDB’s</a:t>
            </a:r>
            <a:r>
              <a:rPr lang="en-US"/>
              <a:t> scalability, data pipelines achieve high performance and reliability.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94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Parallel Load into CockroachDB (for Dashboards) </vt:lpstr>
      <vt:lpstr>Why Use CockroachDB for Dashboards? </vt:lpstr>
      <vt:lpstr>What is Parallel Loading?</vt:lpstr>
      <vt:lpstr>Why Parallel Load into CockroachDB?</vt:lpstr>
      <vt:lpstr>How Data is Prepared for Parallel Load </vt:lpstr>
      <vt:lpstr>Tools and Libraries Used </vt:lpstr>
      <vt:lpstr>Error Handling During Parallel Loads</vt:lpstr>
      <vt:lpstr>Example Architecture</vt:lpstr>
      <vt:lpstr>Monitoring &amp; Validation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2025-11-12T10:08:52Z</dcterms:created>
  <dcterms:modified xsi:type="dcterms:W3CDTF">2025-11-12T10:09:00Z</dcterms:modified>
</cp:coreProperties>
</file>