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4138-E0A0-BD12-6D17-44D7D14EA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5D5EB-9C81-E479-512B-3C76758454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5C02-D576-731A-F734-535D8AF7E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CF762-BD1A-DDB1-0312-51AB8F8A6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8468D-77F5-06F0-86E1-B403A0E3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7697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F6F1-19E3-90D7-74AD-DF6FF4B2E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034AA-6A20-9100-ADBF-E0BFD4925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21359-8B01-13B9-53FF-7E4468FF8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EB2B4-4004-59FE-2FA6-829163211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ADCA6-A60C-7BC9-CF64-77F95557F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828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F36D1-F67B-5A6F-5164-402AC9F1E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B68112-7DA6-884C-3DFE-7DA10B81A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E6771-8717-6956-371F-FEE43A93E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F318E-7CF6-0A84-E0F7-4DAC149F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24257-D12C-2E1C-78EA-5D5ABBCC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75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CBE4-73FB-E973-2726-5D7F7A477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05EE-57D9-552D-AB22-0D0F5388C1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31F31F-70CA-E8EC-ABC9-91CFA486D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321F67-DEE6-A0FC-FE30-1E26BC3BA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FA648B-01A4-1455-F251-810C20AB6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75114-2BD2-801F-7ED9-E27E55059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519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0E22-F49F-EE46-0B91-86A34F43C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8AF15-2C0A-9C45-0763-18B33E55E2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41895-690A-0F08-A131-128667096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1CAF65-94AA-4396-1E85-7D00D93B71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34FE0C-DBE0-9CFB-E6D1-CA0140A18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A7F43D-82CB-0AD0-0053-63BE1002D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C68D2F-264F-1E48-D61B-BB4C35E24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C9334-DAD1-0849-0173-1B422190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451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D8EB-D12D-5474-FE61-7AC0FA2F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1B272B-E582-2E53-5E45-48861E80C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1A039-7234-15C8-1289-4C3179030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8FB2B-9B81-B27A-47BE-01A95751D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659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082FE3-F495-58F4-9206-ACF376A8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C27CAE-D0D5-F7F0-2055-185884EF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71327-4E47-F432-690A-3689991E4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71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618-AC97-E424-CBBD-187CCB07C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3760F-98F0-3125-BE66-63D005072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11ED1C-7486-7B3B-53DE-FC487EE84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4983B-7748-1EFE-AB3E-140FE5D93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7A5A2-74C0-8C51-30BB-A5DAC5707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6BF56-E0A2-DDA8-2D29-1A4E08AF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857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FC4E1-840A-B430-69B8-CD57AD473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5FAAF-58B4-8B46-883F-72B127483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EF47E-678A-93C1-4773-85CAD8DF4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47767-B1C0-32D8-5CC9-5D8207758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AB566F-B56E-75CC-CA6D-3F7DD0480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9177B-E709-AB0C-C61C-376DA8A83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03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45563-C576-5D26-F4DB-A60E7309A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4A2484-1F86-3646-495D-B6F0BAC241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36C6F-9939-66EA-83A4-0F5EBC481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B9A3B-1351-9EC7-13B0-C9082153B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9246-FB36-37C7-FD71-3BBDB2F9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0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17778-4568-363C-4543-A9AE5A43B7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29876A-BD6A-6FF9-8C48-5F5CC71BC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67E8-AF16-6EAC-0304-7D5AC5D20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D2F617-8A1D-6A0E-193F-49253CCC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F9943-5A27-2C26-F210-0DC3B118C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002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1998C-FAE1-99D8-2B31-D5B0DAFBC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8614F2-923E-4E05-C1CD-BAB2403602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7EF07-459E-C61A-5217-FE7AACED4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31ECE-36AB-4BC5-A070-1E388FA437F6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2B8AC-4461-D3E7-D1DC-3D941FE40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E2085-8350-234F-E22F-8759F8EE4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E3080C-3674-41AE-98E2-244452FC07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802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DF50-5B48-4C62-CB7D-23BD1C5AF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52927"/>
            <a:ext cx="9753600" cy="1796716"/>
          </a:xfrm>
        </p:spPr>
        <p:txBody>
          <a:bodyPr/>
          <a:lstStyle/>
          <a:p>
            <a:r>
              <a:rPr lang="en-US" dirty="0"/>
              <a:t>Source Systems in Data Pipelines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D17BC-7F1A-91E9-708C-B7ACEE7A80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4589" y="2149643"/>
            <a:ext cx="11405937" cy="310815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Source systems are the starting points where raw data originates — such as APIs, JSON feeds, or vendor systems.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Understanding the source is vital to ensure accurate ingestion and transformation.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engineers connect to these systems using secure integrations, APIs, or scheduled data drops.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4069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7E2A-E9F7-D077-C1F3-781F30939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Are Source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7AB7A-430B-3CED-8F4D-021040F16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Systems that produce or provide data to downstream pipelines.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define the input quality, structure, and refresh frequency.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Examples include internal ERP systems, third-party logistics APIs, or partner vendor feeds.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6095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D3FBA-139D-8F15-930D-5344909E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API as a Source System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D4018-1326-A279-1F78-858F647FC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An </a:t>
            </a:r>
            <a:r>
              <a:rPr lang="en-US" b="1" dirty="0"/>
              <a:t>API (Application Programming Interface)</a:t>
            </a:r>
            <a:r>
              <a:rPr lang="en-US" dirty="0"/>
              <a:t> provides data access through HTTP requests.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APIs enable real-time data exchange between applications.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RESTful endpoints with authentication (e.g., GET /orders to fetch new shipments).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855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5A570-396E-3B0E-E058-4B8B9911E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JSON Responses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C8E56-4CEB-5860-2807-0073BC31F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APIs often return data in JSON (JavaScript Object Notation) format.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JSON is lightweight, human-readable, and easy for Python and AWS services to parse.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is retrieved, parsed into Python dictionaries, and transformed into structured </a:t>
            </a:r>
            <a:r>
              <a:rPr lang="en-US" dirty="0" err="1"/>
              <a:t>DataFrames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603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1D221-318D-DC09-03A3-8E06ABEFC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Vendor-Based Source Systems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E607B-A5F0-D594-FF64-A3E7D0E08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External vendors (e.g., logistics partners, payment providers) supply operational data.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enrich internal datasets with real-world business activity.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Data exchange occurs through APIs, FTP uploads, or shared S3 buckets.</a:t>
            </a:r>
          </a:p>
          <a:p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642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4467-BBAB-31A5-ABAD-5F57CEE3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with Source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2B0E8-55A6-EF8B-BEAA-E4883E43E9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Typical issues include inconsistent data, downtime, or schema mismatches.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Such issues affect data reliability and downstream analytics.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Handled via validation checks, retries, and schema enforcement in ETL jobs.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657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B4CA-BF85-4C84-E133-E2E36B97A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API Rate Limits &amp;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F867-31CB-5657-3AE3-2A4C207C9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APIs restrict request frequency and require secure access.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To prevent misuse and maintain server performance.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access tokens, API keys, or OAuth mechanisms; implement rate-limiting logic in scripts.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396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1FDA-46CC-5F06-AA09-0697A6BA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Integration with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D70B-8788-E742-851C-4B69E1BFD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AWS provides native ways to ingest data from APIs and vendors.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Seamless integration improves scalability and automation.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Lambda for API calls, Glue for transformations, and S3 for raw data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54097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CFC2A-BD15-52D5-948F-0066D4CD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Validation &amp; Monitoring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2AD29-1A01-70EF-69AD-CC62F0A59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Validation ensures that data from APIs or vendors is complete and accurate.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Bad source data leads to incorrect insights.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Perform schema checks, null handling, and anomaly detection via automated scripts.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391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E72DA-E789-92C0-35C4-3F658A50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85AF5-41CE-78E6-A3C3-57FDD1F05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APIs, JSON, and vendor systems form the data pipeline’s first layer.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provide real-time and historical data essential for analytics.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Use secure, scalable, and monitored ingestion pipelines to ensure data reliability.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054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E94E5-F4FD-61C3-F62F-6BA50839A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C1D11-D6FE-133F-7D10-D7BB1121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818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540</Words>
  <Application>Microsoft Office PowerPoint</Application>
  <PresentationFormat>Widescreen</PresentationFormat>
  <Paragraphs>21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Source Systems in Data Pipelines</vt:lpstr>
      <vt:lpstr>What Are Source Systems?</vt:lpstr>
      <vt:lpstr>API as a Source System </vt:lpstr>
      <vt:lpstr>Understanding JSON Responses</vt:lpstr>
      <vt:lpstr>Vendor-Based Source Systems </vt:lpstr>
      <vt:lpstr>Challenges with Source Systems</vt:lpstr>
      <vt:lpstr>API Rate Limits &amp; Authentication</vt:lpstr>
      <vt:lpstr>Integration with AWS</vt:lpstr>
      <vt:lpstr>Data Validation &amp; Monitoring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2025-11-12T09:09:10Z</dcterms:created>
  <dcterms:modified xsi:type="dcterms:W3CDTF">2025-11-12T09:09:24Z</dcterms:modified>
</cp:coreProperties>
</file>