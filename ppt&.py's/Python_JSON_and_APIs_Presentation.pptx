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23DE-4B6D-BF04-CE27-76E2F9B7AA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BC85C5-A6A3-4B5A-87C6-FDA72C68E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470F7-2159-295F-E2E0-3C334024D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5138-AC4A-46B8-AF26-F73D0F16D6D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F3A3D-94A4-1818-2BF4-B3E035CF7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EDDD2-A3BD-C168-7B23-0E9284D23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01FB-ADB8-4684-95D5-1C71F51249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073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E5041-1998-B704-1305-9DE75AC48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2766-8228-CD1E-CE96-6FC3C9958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83EAE-FFEF-9A19-5187-AE26E7A1E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5138-AC4A-46B8-AF26-F73D0F16D6D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7AACD-A698-E066-7A75-A549B20F5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1F643-1D85-4D46-2A92-16F929E88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01FB-ADB8-4684-95D5-1C71F51249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537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CE54C-09DE-B29A-750D-1635F6382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536FF-C6AB-28D7-1AD5-D7F0E8967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08F57-EB6C-15E1-8630-5E7F7B416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5138-AC4A-46B8-AF26-F73D0F16D6D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3DB80-849F-D558-5502-47982B77A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FBCA9-93E2-699B-EAD1-1A0A338E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01FB-ADB8-4684-95D5-1C71F51249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776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15AAC-29E7-D54D-8FC4-26353A2AE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EA194-A2AE-9492-6AC3-E37D306166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CAFEA-36C5-58C3-4381-7D506F036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06EFC3-B052-5C04-E5E0-B713A8A7F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5138-AC4A-46B8-AF26-F73D0F16D6D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2FBFD-3038-0F45-15F2-DC1AAA63B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39B2C-3989-9E3E-D968-08DE5B343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01FB-ADB8-4684-95D5-1C71F51249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948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77059-5719-FFD0-CBA5-CD9435049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F6BFB-3FB6-3BF4-98A7-384AD48C3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38A95-3107-B60E-A596-6AC288A6F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285BB-A60C-097D-C4F5-79463F6B16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B358B5-49A1-4506-3EB2-356FEB2A06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A58321-424F-8448-E56B-62B1BD578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5138-AC4A-46B8-AF26-F73D0F16D6D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39BE52-4993-A99F-7BF9-8F08F6811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C23472-8023-C54B-FB18-92ADABBB8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01FB-ADB8-4684-95D5-1C71F51249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088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61620-8382-0836-0B39-16805C580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F5C01A-D199-FA95-98F2-126AEF04C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5138-AC4A-46B8-AF26-F73D0F16D6D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ADDFBE-A218-96C3-61C2-D58480E76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E65BDF-8501-469E-0AE8-78C696363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01FB-ADB8-4684-95D5-1C71F51249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255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63B056-6480-333E-6182-42C2FFBE2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5138-AC4A-46B8-AF26-F73D0F16D6D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98E12C-DE27-65E1-118B-CEBD6F572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1DD7E-97DA-5079-9702-FD819569E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01FB-ADB8-4684-95D5-1C71F51249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104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11DDD-07F6-819E-00F9-8CFE54D35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2493E-87C1-B270-EF1D-7E6D2F635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A8306-411E-1F1B-E5AC-056F800AD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7B6A7-CDE2-8C38-694A-05E09C13F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5138-AC4A-46B8-AF26-F73D0F16D6D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7A5911-388D-9D52-5844-313D4D71F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2ECA9-BB1D-512C-219E-06436EBB0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01FB-ADB8-4684-95D5-1C71F51249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083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94732-5D05-2ED9-6760-B3D52AEED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93DC4C-A9E7-3C60-3986-5ECFDD1848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3AD4-EC49-D6BC-1F82-35B4B746F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ADF81-5EF7-04C6-49E6-A0475EEEA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5138-AC4A-46B8-AF26-F73D0F16D6D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AFE57-4E2B-3CA3-5734-B90DD7468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1A7A2-9503-68F2-C610-27A95BB5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01FB-ADB8-4684-95D5-1C71F51249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78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C220D-9DD8-67BF-08E2-71B9A5D81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AF7BF4-E313-85B7-D7E8-72B3172A2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CAF16-E8EE-5DDA-0C23-B38E97A88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5138-AC4A-46B8-AF26-F73D0F16D6D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8AD4C-E0C8-6CE6-8EE9-B22EC179F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66068-D63F-1704-3332-2F182728D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01FB-ADB8-4684-95D5-1C71F51249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61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B92CBE-56E9-D40A-5770-C294D57BDE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D9906-4FD3-6B1F-8909-7B4EA3910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035AE-D988-C7D7-FBD9-31F898E57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5138-AC4A-46B8-AF26-F73D0F16D6D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876B1-B29D-D0B1-65CA-5AE6D60B3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70585-403B-244B-69E5-9CB0B9E1B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01FB-ADB8-4684-95D5-1C71F51249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05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8D26BC-7CC0-28C6-075C-424322A87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2CBAF-D3B4-23A0-DE71-42CA0EAC1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19836-A3EC-E94F-38DF-848F19F4F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25138-AC4A-46B8-AF26-F73D0F16D6D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BFEBE-079B-D468-5D17-215B781FC9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BA1EC-13EF-B3D8-3B1C-B4338B0446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C801FB-ADB8-4684-95D5-1C71F51249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81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37276-F0D6-BD9D-80D1-EC66F98135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2316" y="192505"/>
            <a:ext cx="9785684" cy="1407695"/>
          </a:xfrm>
        </p:spPr>
        <p:txBody>
          <a:bodyPr/>
          <a:lstStyle/>
          <a:p>
            <a:r>
              <a:rPr lang="en-IN" b="1" dirty="0"/>
              <a:t>JSON &amp; APIs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9DF69-9AA8-CA6B-AB9C-AA2E231EE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1495" y="2037347"/>
            <a:ext cx="9336505" cy="3220453"/>
          </a:xfrm>
        </p:spPr>
        <p:txBody>
          <a:bodyPr/>
          <a:lstStyle/>
          <a:p>
            <a:r>
              <a:rPr lang="en-US" sz="3200" dirty="0"/>
              <a:t>APIs (Application Programming Interfaces) allow systems to communicate and exchange data in JSON format.</a:t>
            </a:r>
            <a:br>
              <a:rPr lang="en-US" sz="3200" dirty="0"/>
            </a:br>
            <a:r>
              <a:rPr lang="en-US" sz="3200" dirty="0"/>
              <a:t>JSON is the standard response format used by most REST APIs.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4888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0920E-219A-C49E-E4FE-1AC4F9771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an API?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A2891-2552-4F56-CBA6-551DAF8A0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API allows one system to request data from another.</a:t>
            </a:r>
          </a:p>
          <a:p>
            <a:r>
              <a:rPr lang="en-US" dirty="0"/>
              <a:t>Data is exchanged in </a:t>
            </a:r>
            <a:r>
              <a:rPr lang="en-US" b="1" dirty="0"/>
              <a:t>JSON</a:t>
            </a:r>
            <a:r>
              <a:rPr lang="en-US" dirty="0"/>
              <a:t> format (lightweight and easy to parse).</a:t>
            </a:r>
          </a:p>
          <a:p>
            <a:r>
              <a:rPr lang="en-US" dirty="0"/>
              <a:t>Python’s requests module is used to send API requests.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US" dirty="0"/>
              <a:t>GET https://api.company.com/employees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2267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12FDB-71E1-EA32-AFAD-FF81FC097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Sample API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B6D93-2ADB-41E7-F46C-96C584A8F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"employees": [</a:t>
            </a:r>
          </a:p>
          <a:p>
            <a:pPr marL="0" indent="0">
              <a:buNone/>
            </a:pPr>
            <a:r>
              <a:rPr lang="en-IN" dirty="0"/>
              <a:t>    {"id": 101, "name": "Aisha", "role": "Manager"},</a:t>
            </a:r>
          </a:p>
          <a:p>
            <a:pPr marL="0" indent="0">
              <a:buNone/>
            </a:pPr>
            <a:r>
              <a:rPr lang="en-IN" dirty="0"/>
              <a:t>    {"id": 102, "name": "Rahul", "role": "Developer"},</a:t>
            </a:r>
          </a:p>
          <a:p>
            <a:pPr marL="0" indent="0">
              <a:buNone/>
            </a:pPr>
            <a:r>
              <a:rPr lang="en-IN" dirty="0"/>
              <a:t>    {"id": 103, "name": "Fatima", "role": "Analyst"}</a:t>
            </a:r>
          </a:p>
          <a:p>
            <a:pPr marL="0" indent="0">
              <a:buNone/>
            </a:pPr>
            <a:r>
              <a:rPr lang="en-IN" dirty="0"/>
              <a:t>  ]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US" dirty="0"/>
              <a:t>You can extract these fields using Python.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3500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4B00-B93B-415A-445E-0021D517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Fetching Data from an API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425BF-1775-E9E6-A20E-680E1A062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import requests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url</a:t>
            </a:r>
            <a:r>
              <a:rPr lang="en-IN" dirty="0"/>
              <a:t> = "https://jsonplaceholder.typicode.com/users"</a:t>
            </a:r>
          </a:p>
          <a:p>
            <a:pPr marL="0" indent="0">
              <a:buNone/>
            </a:pPr>
            <a:r>
              <a:rPr lang="en-IN" dirty="0"/>
              <a:t>response = </a:t>
            </a:r>
            <a:r>
              <a:rPr lang="en-IN" dirty="0" err="1"/>
              <a:t>requests.get</a:t>
            </a:r>
            <a:r>
              <a:rPr lang="en-IN" dirty="0"/>
              <a:t>(</a:t>
            </a:r>
            <a:r>
              <a:rPr lang="en-IN" dirty="0" err="1"/>
              <a:t>url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if </a:t>
            </a:r>
            <a:r>
              <a:rPr lang="en-IN" dirty="0" err="1"/>
              <a:t>response.status_code</a:t>
            </a:r>
            <a:r>
              <a:rPr lang="en-IN" dirty="0"/>
              <a:t> == 200:</a:t>
            </a:r>
          </a:p>
          <a:p>
            <a:pPr marL="0" indent="0">
              <a:buNone/>
            </a:pPr>
            <a:r>
              <a:rPr lang="en-IN" dirty="0"/>
              <a:t>    data = </a:t>
            </a:r>
            <a:r>
              <a:rPr lang="en-IN" dirty="0" err="1"/>
              <a:t>response.json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print("API call successful!")</a:t>
            </a:r>
          </a:p>
          <a:p>
            <a:pPr marL="0" indent="0">
              <a:buNone/>
            </a:pPr>
            <a:r>
              <a:rPr lang="en-IN" dirty="0"/>
              <a:t>else:</a:t>
            </a:r>
          </a:p>
          <a:p>
            <a:pPr marL="0" indent="0">
              <a:buNone/>
            </a:pPr>
            <a:r>
              <a:rPr lang="en-IN" dirty="0"/>
              <a:t>    print("Error:", </a:t>
            </a:r>
            <a:r>
              <a:rPr lang="en-IN" dirty="0" err="1"/>
              <a:t>response.status_code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09125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EFD36-3280-148F-5428-83BB02652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Parsing JSON from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3529E-5C54-21B1-D1DB-696B75CB7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for user in data:</a:t>
            </a:r>
          </a:p>
          <a:p>
            <a:pPr marL="0" indent="0">
              <a:buNone/>
            </a:pPr>
            <a:r>
              <a:rPr lang="en-IN" dirty="0"/>
              <a:t>    print(user["name"], "-", user["email"])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You can filter or loop through specific JSON fields, such as roles, locations, or shipment IDs.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5633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933D5-272C-D692-5137-C075B23C0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with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7E2C1-5C88-5C51-2A1D-77C296571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params = {"region": "APAC"}</a:t>
            </a:r>
          </a:p>
          <a:p>
            <a:pPr marL="0" indent="0">
              <a:buNone/>
            </a:pPr>
            <a:r>
              <a:rPr lang="en-IN" dirty="0"/>
              <a:t>response = </a:t>
            </a:r>
            <a:r>
              <a:rPr lang="en-IN" dirty="0" err="1"/>
              <a:t>requests.get</a:t>
            </a:r>
            <a:r>
              <a:rPr lang="en-IN" dirty="0"/>
              <a:t>("https://api.company.com/employees", params=params)</a:t>
            </a:r>
          </a:p>
          <a:p>
            <a:pPr marL="0" indent="0">
              <a:buNone/>
            </a:pPr>
            <a:r>
              <a:rPr lang="en-IN" dirty="0"/>
              <a:t>print(response.url)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Adding query parameters lets you filter or control your API response.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25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29748-5499-2001-F58F-6E5DB7595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Handling API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5FFB4-7330-102C-B30F-EC3E3AE85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try:</a:t>
            </a:r>
          </a:p>
          <a:p>
            <a:pPr marL="0" indent="0">
              <a:buNone/>
            </a:pPr>
            <a:r>
              <a:rPr lang="en-US" dirty="0"/>
              <a:t>    response = </a:t>
            </a:r>
            <a:r>
              <a:rPr lang="en-US" dirty="0" err="1"/>
              <a:t>requests.get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, timeout=5)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response.raise_for_status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except </a:t>
            </a:r>
            <a:r>
              <a:rPr lang="en-US" dirty="0" err="1"/>
              <a:t>requests.exceptions.RequestException</a:t>
            </a:r>
            <a:r>
              <a:rPr lang="en-US" dirty="0"/>
              <a:t> as e:</a:t>
            </a:r>
          </a:p>
          <a:p>
            <a:pPr marL="0" indent="0">
              <a:buNone/>
            </a:pPr>
            <a:r>
              <a:rPr lang="en-US" dirty="0"/>
              <a:t>    print("API Error:", e)</a:t>
            </a:r>
          </a:p>
          <a:p>
            <a:pPr marL="0" indent="0">
              <a:buNone/>
            </a:pPr>
            <a:r>
              <a:rPr lang="en-US" dirty="0"/>
              <a:t>Use error handling to manage network issues or invalid responses.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8552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2F90B-EA7E-8292-AA27-D84A9C56A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Logging API Responses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965D1-9E52-E16A-237F-C612892A4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import logging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logging.basicConfig</a:t>
            </a:r>
            <a:r>
              <a:rPr lang="en-IN" dirty="0"/>
              <a:t>(filename="api_log.log", level=logging.INFO)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logging.info(</a:t>
            </a:r>
            <a:r>
              <a:rPr lang="en-IN" dirty="0" err="1"/>
              <a:t>f"Fetched</a:t>
            </a:r>
            <a:r>
              <a:rPr lang="en-IN" dirty="0"/>
              <a:t> {</a:t>
            </a:r>
            <a:r>
              <a:rPr lang="en-IN" dirty="0" err="1"/>
              <a:t>len</a:t>
            </a:r>
            <a:r>
              <a:rPr lang="en-IN" dirty="0"/>
              <a:t>(data)} records successfully.")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Logging helps monitor API usage and performance in production.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3733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0A6EA-491A-1778-7FD9-B58C36EF5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Real-World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CB20E-1B34-B91C-2FCA-3FE7C3941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can integrate API calls into:</a:t>
            </a:r>
          </a:p>
          <a:p>
            <a:r>
              <a:rPr lang="en-US" dirty="0"/>
              <a:t>ETL pipelines (fetch → process → upload to S3)</a:t>
            </a:r>
          </a:p>
          <a:p>
            <a:r>
              <a:rPr lang="en-US" dirty="0"/>
              <a:t>Employee or shipment dashboards</a:t>
            </a:r>
          </a:p>
          <a:p>
            <a:r>
              <a:rPr lang="en-US" dirty="0"/>
              <a:t>Automated report generation</a:t>
            </a:r>
          </a:p>
          <a:p>
            <a:r>
              <a:rPr lang="en-US" dirty="0"/>
              <a:t>Forecast or SLA data updates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4354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A3C8D-2511-6BC5-36B1-9B82FD420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725B2-EBB8-DC40-268C-66C1C86F8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✅ Use </a:t>
            </a:r>
            <a:r>
              <a:rPr lang="en-IN" dirty="0" err="1"/>
              <a:t>requests.get</a:t>
            </a:r>
            <a:r>
              <a:rPr lang="en-IN" dirty="0"/>
              <a:t>() for API calls</a:t>
            </a:r>
            <a:br>
              <a:rPr lang="en-IN" dirty="0"/>
            </a:br>
            <a:r>
              <a:rPr lang="en-IN" dirty="0"/>
              <a:t>✅ Always check </a:t>
            </a:r>
            <a:r>
              <a:rPr lang="en-IN" dirty="0" err="1"/>
              <a:t>response.status_code</a:t>
            </a:r>
            <a:br>
              <a:rPr lang="en-IN" dirty="0"/>
            </a:br>
            <a:r>
              <a:rPr lang="en-IN" dirty="0"/>
              <a:t>✅ Parse JSON using .</a:t>
            </a:r>
            <a:r>
              <a:rPr lang="en-IN" dirty="0" err="1"/>
              <a:t>json</a:t>
            </a:r>
            <a:r>
              <a:rPr lang="en-IN" dirty="0"/>
              <a:t>()</a:t>
            </a:r>
            <a:br>
              <a:rPr lang="en-IN" dirty="0"/>
            </a:br>
            <a:r>
              <a:rPr lang="en-IN" dirty="0"/>
              <a:t>✅ Use logging &amp; try/except for stability</a:t>
            </a:r>
            <a:br>
              <a:rPr lang="en-IN" dirty="0"/>
            </a:br>
            <a:r>
              <a:rPr lang="en-IN" dirty="0"/>
              <a:t>✅ APIs + JSON = dynamic data automation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0657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JSON &amp; APIs</vt:lpstr>
      <vt:lpstr>What is an API?</vt:lpstr>
      <vt:lpstr>Sample API Response</vt:lpstr>
      <vt:lpstr>Fetching Data from an API</vt:lpstr>
      <vt:lpstr>Parsing JSON from API</vt:lpstr>
      <vt:lpstr>Example with Parameters</vt:lpstr>
      <vt:lpstr>Handling API Errors</vt:lpstr>
      <vt:lpstr>Logging API Responses</vt:lpstr>
      <vt:lpstr>Real-World Use Case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2025-11-06T05:35:48Z</dcterms:created>
  <dcterms:modified xsi:type="dcterms:W3CDTF">2025-11-06T05:35:57Z</dcterms:modified>
</cp:coreProperties>
</file>