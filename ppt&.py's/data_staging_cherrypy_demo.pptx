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F7999-301B-A728-77C4-3A14B8359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5E8FDA-46A2-907D-E6E5-705447E5E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A0454-9D41-A017-E19D-E23EF1DDA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2695-7B79-4172-AC09-23FCDDCE8A3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A30B2-AF5D-80A7-A334-45C7557FF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6E2F4-2DC7-E38D-621F-3CB949969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ACAA5-AFBD-47E0-9110-A853D6D08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732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A9A1B-B1DE-51EA-02BD-7BB4AECD3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BF91D-07F2-A9DA-F3C0-276533FB1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0296B-6B77-A19A-B0DE-6131CBDC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2695-7B79-4172-AC09-23FCDDCE8A3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D61C2-9A40-DF1C-3D0B-BE64F91CE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3FAA2-F50A-5E0C-6D25-DF949A848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ACAA5-AFBD-47E0-9110-A853D6D08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048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57019-B9E1-8AD6-099F-73C06B401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4548D-F4A7-F0FC-32F2-38DB02F72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928EC-F4E1-35E5-B180-9913D7F61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2695-7B79-4172-AC09-23FCDDCE8A3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A9835-3B0D-8F2C-32E0-41D466386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16EFC-5ED1-A330-E185-500AD6720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ACAA5-AFBD-47E0-9110-A853D6D08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449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FC667-A20E-D208-18CA-04919AA83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35BB1-A709-03A2-D982-90AF4F2A6C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1DE651-A02E-E575-B9AC-D94F0D73E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5208D-8A53-75C7-3C5D-69ACF7053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2695-7B79-4172-AC09-23FCDDCE8A3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4005AE-54D7-9444-DA1C-2C39F3D01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8322B1-4C57-613A-B84E-1DEBAE832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ACAA5-AFBD-47E0-9110-A853D6D08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9836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2BFB3-E707-A293-A6D5-837399982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E15E7-42B6-587C-1B83-158F93044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9654FD-92CB-969B-DF54-7D41E871C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1288BE-CC9A-EF78-5C2B-C4E7A2C9A7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E9EDFE-8778-8294-7077-7B345B40CC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DCAE3C-3C05-0E51-904E-230E4F66C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2695-7B79-4172-AC09-23FCDDCE8A3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DFC009-5F01-9904-5004-18022F8EC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93AED2-E202-85A4-7467-52A54C784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ACAA5-AFBD-47E0-9110-A853D6D08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208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A2D5C-2C33-D8B1-2546-60BCBBE1F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B68FB8-E7A3-0AE0-894A-F60FBD5C6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2695-7B79-4172-AC09-23FCDDCE8A3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3F7252-27BE-8BCB-B138-3D76FCA1F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64D5BD-58D7-2177-7318-5B923E8BB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ACAA5-AFBD-47E0-9110-A853D6D08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568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19C8A5-B9CE-52C4-2A33-6A674A620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2695-7B79-4172-AC09-23FCDDCE8A3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88010-3E64-2BE2-0F4A-42516C6DB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53882-3C31-474A-2B9D-E6DB398BE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ACAA5-AFBD-47E0-9110-A853D6D08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210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48487-D786-5D0F-40F5-5D0378AB9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F8B93-C1E5-46E7-6E24-BF36903D0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71CE65-A3C1-6D03-46B9-8DC23228E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11FA43-496C-5D65-80FB-C42394DD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2695-7B79-4172-AC09-23FCDDCE8A3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8AA710-EB7F-B587-64FC-2F344721D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02583-46FD-C11C-7F1A-E17ED846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ACAA5-AFBD-47E0-9110-A853D6D08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652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71AB1-EDFB-6A4F-1490-18D7B8D6A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244E6D-49EF-510F-82E6-997FA215B8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A9E217-3981-715C-9A69-105DE44EA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2C988-A5DB-68D3-D4B2-6F80A7591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2695-7B79-4172-AC09-23FCDDCE8A3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D7946-E3BE-A927-1B97-E44E67A2E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33F8B-B703-B9DF-C849-476694C9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ACAA5-AFBD-47E0-9110-A853D6D08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66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F4BD3-350C-A361-3469-7B65BB867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C954A9-705F-E289-E43B-CEDF204BBC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3106D-9FE1-E6FF-6E61-005100455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2695-7B79-4172-AC09-23FCDDCE8A3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DB44E-3AE6-7B10-3037-4A3908D78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1337A-9D0E-7EA1-71EC-24253F2DE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ACAA5-AFBD-47E0-9110-A853D6D08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58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A052B8-92D9-9589-637A-F7316D0B0D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816B58-F663-349A-FDF7-BCE2E9DC3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9562D-8115-FAD4-277D-C5D883A48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2695-7B79-4172-AC09-23FCDDCE8A3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CE357-C223-C41A-F7D3-3AE94EA31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7A0FA-4426-8D86-DB5F-8BC7663D9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ACAA5-AFBD-47E0-9110-A853D6D08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201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6820DF-7EA5-1A72-2005-1C9C509B5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7CEAD-22E2-23CE-0645-37C2DFFBC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FA4A2-0F56-DC88-256D-F0E10B08DA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22695-7B79-4172-AC09-23FCDDCE8A3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C045C-4F9F-C6F2-157E-87C06CD48A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D9107-58EF-C816-7B7F-926A32065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ACAA5-AFBD-47E0-9110-A853D6D08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194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59084-79D6-0F3D-EF95-A77D8339D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224589"/>
            <a:ext cx="9144001" cy="1876927"/>
          </a:xfrm>
        </p:spPr>
        <p:txBody>
          <a:bodyPr/>
          <a:lstStyle/>
          <a:p>
            <a:r>
              <a:rPr lang="en-IN" b="1" dirty="0"/>
              <a:t>What is Data Staging?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4E059F-11E7-75D9-7BF4-C6F94D88B4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7937" y="1610226"/>
            <a:ext cx="9930062" cy="4614111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Data staging is the temporary area where raw or semi-processed data is collected before being loaded into a data warehouse or analytics platform.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It acts as a buffer that ensures data consistency, validation, and transformation readiness.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Data is extracted from multiple systems and stored as CSV, Parquet, or JSON files for controlled ingestion.</a:t>
            </a:r>
          </a:p>
        </p:txBody>
      </p:sp>
    </p:spTree>
    <p:extLst>
      <p:ext uri="{BB962C8B-B14F-4D97-AF65-F5344CB8AC3E}">
        <p14:creationId xmlns:p14="http://schemas.microsoft.com/office/powerpoint/2010/main" val="4000054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609A5-B46F-B009-CFBA-D1CF8D511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a Staging Layer?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229F9-28A1-CB14-D43D-60710C0B7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The staging layer isolates incoming data from final systems.</a:t>
            </a:r>
            <a:br>
              <a:rPr lang="en-US" dirty="0"/>
            </a:br>
            <a:r>
              <a:rPr lang="en-US" b="1" dirty="0"/>
              <a:t>Why:</a:t>
            </a:r>
            <a:endParaRPr lang="en-US" dirty="0"/>
          </a:p>
          <a:p>
            <a:r>
              <a:rPr lang="en-US" dirty="0"/>
              <a:t>Prevents corruption of main datasets</a:t>
            </a:r>
          </a:p>
          <a:p>
            <a:r>
              <a:rPr lang="en-US" dirty="0"/>
              <a:t>Enables validation and reprocessing</a:t>
            </a:r>
          </a:p>
          <a:p>
            <a:r>
              <a:rPr lang="en-US" dirty="0"/>
              <a:t>Handles schema mismatches and retries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Common staging locations include AWS S3 buckets or on-prem temp folders.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191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ED1F-EA97-8921-0292-AEC550235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CherryPy</a:t>
            </a:r>
            <a:r>
              <a:rPr lang="en-IN" dirty="0"/>
              <a:t>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FE4AE-1340-5369-04BE-BEFDB38FF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What:</a:t>
            </a:r>
            <a:br>
              <a:rPr lang="en-IN" dirty="0"/>
            </a:br>
            <a:r>
              <a:rPr lang="en-IN" dirty="0" err="1"/>
              <a:t>CherryPy</a:t>
            </a:r>
            <a:r>
              <a:rPr lang="en-IN" dirty="0"/>
              <a:t> is a minimal Python web framework used to quickly build REST APIs or small data services.</a:t>
            </a:r>
            <a:br>
              <a:rPr lang="en-IN" dirty="0"/>
            </a:br>
            <a:r>
              <a:rPr lang="en-IN" b="1" dirty="0"/>
              <a:t>Why:</a:t>
            </a:r>
            <a:endParaRPr lang="en-IN" dirty="0"/>
          </a:p>
          <a:p>
            <a:r>
              <a:rPr lang="en-IN" dirty="0"/>
              <a:t>Lightweight and easy to deploy</a:t>
            </a:r>
          </a:p>
          <a:p>
            <a:r>
              <a:rPr lang="en-IN" dirty="0"/>
              <a:t>Great for internal microservices</a:t>
            </a:r>
          </a:p>
          <a:p>
            <a:r>
              <a:rPr lang="en-IN" dirty="0"/>
              <a:t>Perfect for prototyping API-based CSV generation</a:t>
            </a:r>
            <a:br>
              <a:rPr lang="en-IN" dirty="0"/>
            </a:br>
            <a:r>
              <a:rPr lang="en-IN" b="1" dirty="0"/>
              <a:t>How:</a:t>
            </a:r>
            <a:br>
              <a:rPr lang="en-IN" dirty="0"/>
            </a:br>
            <a:r>
              <a:rPr lang="en-IN" dirty="0"/>
              <a:t>Define endpoints that produce downloadable CSV data securely.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1388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9B5BA-BE85-5A23-D541-DF4D4979B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CSV Generation in Data Staging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B1539-38B3-AD3D-5778-6B1FA309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CSV is a common flat-file format for structured data exchange.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Simple, human-readable, and supported by nearly all analytics tools.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The </a:t>
            </a:r>
            <a:r>
              <a:rPr lang="en-US" dirty="0" err="1"/>
              <a:t>CherryPy</a:t>
            </a:r>
            <a:r>
              <a:rPr lang="en-US" dirty="0"/>
              <a:t> app dynamically generates CSV from JSON or database records and exposes it through an endpoint.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0144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1C4E3-32AC-AF7C-CF81-776AAE078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Tokens in Data Access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09283-3EEE-0D6F-C2DA-1BF2A6999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Tokens are secure keys used for authentication when accessing APIs or files.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They ensure that only authorized systems or users can download sensitive data.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A unique token is generated and verified before serving the CSV response.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23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B3A00-5E1C-758A-4679-8F53EFAFB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in </a:t>
            </a:r>
            <a:r>
              <a:rPr lang="en-US" dirty="0" err="1"/>
              <a:t>CherryPy</a:t>
            </a:r>
            <a:r>
              <a:rPr lang="en-US" dirty="0"/>
              <a:t> CSV Service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59C11-F8AC-49EE-8FB4-C3B7E7BD6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What:</a:t>
            </a:r>
            <a:br>
              <a:rPr lang="en-IN" dirty="0"/>
            </a:br>
            <a:r>
              <a:rPr lang="en-IN" dirty="0"/>
              <a:t>Flow of data from source → </a:t>
            </a:r>
            <a:r>
              <a:rPr lang="en-IN" dirty="0" err="1"/>
              <a:t>CherryPy</a:t>
            </a:r>
            <a:r>
              <a:rPr lang="en-IN" dirty="0"/>
              <a:t> app → CSV output.</a:t>
            </a:r>
            <a:br>
              <a:rPr lang="en-IN" dirty="0"/>
            </a:br>
            <a:r>
              <a:rPr lang="en-IN" b="1" dirty="0"/>
              <a:t>Why:</a:t>
            </a:r>
            <a:br>
              <a:rPr lang="en-IN" dirty="0"/>
            </a:br>
            <a:r>
              <a:rPr lang="en-IN" dirty="0"/>
              <a:t>Ensures clean, validated, and secure export for ETL ingestion.</a:t>
            </a:r>
            <a:br>
              <a:rPr lang="en-IN" dirty="0"/>
            </a:br>
            <a:r>
              <a:rPr lang="en-IN" b="1" dirty="0"/>
              <a:t>How:</a:t>
            </a:r>
            <a:br>
              <a:rPr lang="en-IN" dirty="0"/>
            </a:br>
            <a:r>
              <a:rPr lang="en-IN" dirty="0"/>
              <a:t>1️⃣ Source JSON or DB</a:t>
            </a:r>
            <a:br>
              <a:rPr lang="en-IN" dirty="0"/>
            </a:br>
            <a:r>
              <a:rPr lang="en-IN" dirty="0"/>
              <a:t>2️⃣ </a:t>
            </a:r>
            <a:r>
              <a:rPr lang="en-IN" dirty="0" err="1"/>
              <a:t>CherryPy</a:t>
            </a:r>
            <a:r>
              <a:rPr lang="en-IN" dirty="0"/>
              <a:t> generates CSV</a:t>
            </a:r>
            <a:br>
              <a:rPr lang="en-IN" dirty="0"/>
            </a:br>
            <a:r>
              <a:rPr lang="en-IN" dirty="0"/>
              <a:t>3️⃣ Token verification</a:t>
            </a:r>
            <a:br>
              <a:rPr lang="en-IN" dirty="0"/>
            </a:br>
            <a:r>
              <a:rPr lang="en-IN" dirty="0"/>
              <a:t>4️⃣ Response download</a:t>
            </a:r>
          </a:p>
        </p:txBody>
      </p:sp>
    </p:spTree>
    <p:extLst>
      <p:ext uri="{BB962C8B-B14F-4D97-AF65-F5344CB8AC3E}">
        <p14:creationId xmlns:p14="http://schemas.microsoft.com/office/powerpoint/2010/main" val="198013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1C54E-CC74-9A0D-0A11-98965E714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a Token-Based CSV Service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DD945-0EDF-0A64-1D28-5160D4BC7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 controlled entry point for data ingestion.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Prevents direct exposure of data sources.</a:t>
            </a:r>
            <a:br>
              <a:rPr lang="en-US" dirty="0"/>
            </a:br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Tokenized endpoints</a:t>
            </a:r>
          </a:p>
          <a:p>
            <a:r>
              <a:rPr lang="en-US" dirty="0"/>
              <a:t>Logging and validation</a:t>
            </a:r>
          </a:p>
          <a:p>
            <a:r>
              <a:rPr lang="en-US" dirty="0"/>
              <a:t>Rate-limited access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1691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37553-E1C2-6099-7DD2-D9434F6DF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Integration with Data Pipelines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F00EC-D364-BB0E-A79E-1D7D8FAA3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Staged CSVs can be directly ingested into Glue or Lambda pipelines.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Facilitates modular pipeline design and easy debugging.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Python or AWS SDKs to fetch the CSV securely using the access token.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5114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57B3D-A3E8-E699-1519-66794CDDB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Real-World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B5889-F5C8-C978-82AD-2A082220A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 logistics vendor exposes daily shipment CSVs through a </a:t>
            </a:r>
            <a:r>
              <a:rPr lang="en-US" dirty="0" err="1"/>
              <a:t>CherryPy</a:t>
            </a:r>
            <a:r>
              <a:rPr lang="en-US" dirty="0"/>
              <a:t> endpoint.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Data engineers fetch the file securely and merge it with existing data.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The pipeline automates this with authentication and S3 upload.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5691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13536-0A5D-BCBC-07EB-FD99ED6A5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00A0E-FCE7-8B50-D53C-FF2AC6DF0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Data staging provides a safe, pre-processing zone.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It ensures clean, validated, and secure data ingestion.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Using </a:t>
            </a:r>
            <a:r>
              <a:rPr lang="en-US" dirty="0" err="1"/>
              <a:t>CherryPy</a:t>
            </a:r>
            <a:r>
              <a:rPr lang="en-US"/>
              <a:t>, token-based APIs, and CSV generation allows modular, scalable, and secure pipeline designs.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655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</Words>
  <Application>Microsoft Office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What is Data Staging? </vt:lpstr>
      <vt:lpstr>Why Use a Staging Layer?</vt:lpstr>
      <vt:lpstr>CherryPy Overview</vt:lpstr>
      <vt:lpstr>CSV Generation in Data Staging</vt:lpstr>
      <vt:lpstr>Role of Tokens in Data Access</vt:lpstr>
      <vt:lpstr>Data Flow in CherryPy CSV Service</vt:lpstr>
      <vt:lpstr>Benefits of a Token-Based CSV Service</vt:lpstr>
      <vt:lpstr>Integration with Data Pipelines</vt:lpstr>
      <vt:lpstr>Real-World Example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2025-11-12T09:20:17Z</dcterms:created>
  <dcterms:modified xsi:type="dcterms:W3CDTF">2025-11-12T09:20:25Z</dcterms:modified>
</cp:coreProperties>
</file>