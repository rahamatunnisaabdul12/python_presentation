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A546A-9D4C-8505-D5AC-0426C5A5E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49784-2F25-2E69-A83C-71E8D161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C4C30-986B-7DBB-2162-1906AAC2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D8F7D-32C4-08B8-42E3-E52CF8EB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7AE4E-C265-5290-A408-7CE2A809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1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AE62-F941-5AC4-ED2E-DF9B620C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4DEE-FEBD-6ACD-43D7-04AAEF241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09803-EB5D-A23C-E1F5-D6526C68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0EBC9-C6BA-96D9-C142-D6C280B5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DF8A-2A33-251E-B2F4-19C49682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6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8F4F-D843-BEF9-6785-6FF81A7F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88470-EF3A-80DD-3FCA-F7D9478C9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4F5C-F689-A15A-C675-D411FBE8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CCCF8-B91B-C3B4-6A4E-080FEA89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BFE45-2515-E000-8106-813D2E32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91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7EEC-08E2-FD89-2DBE-5A518C71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B771-DB9C-10F5-489F-F201B2156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1EB6C-B83F-0F89-1000-FB8BD360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DE1C0-4192-3B5C-3055-580DDE34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07FF0-6C8A-95D2-CC6C-C181C538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E7F94-D8C2-4203-848D-EF0B8923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04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2BDA-82B3-C1B3-7108-56406C50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E7E30-32F8-240A-7974-D2CB64BD7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9C9D8-4801-9850-AC98-3A2A4CB9E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C07D7-68DF-E161-7E7C-32B3F9F52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17F625-E922-695B-7F44-D5F3D5412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C19ED-3830-7EFF-13BC-CE632145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4DE468-0220-7551-5370-A4A53C2D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7B2A58-D7B2-2764-FE46-BBF5B7D8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0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4C0-9ACF-300A-4BBF-320B4B93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AB58C-5BCB-836E-4524-F4DE8311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DBC44-DD76-56DD-700A-BA1C497C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8F3CD-1E51-8940-CADB-B05D5C4D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38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1035B-E9FD-222E-A2C3-BF759B27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B40A8-CD10-C738-9393-CAFB9581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BC63D-76CB-6106-D468-BC0C957A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75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EABE-BA62-A1D5-2C71-BEB50F0B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C5A0-1369-869E-7CC2-39B596D2B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148DF-CDDF-CF0A-D238-3FC0EA811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BB0A0-77BE-AFF4-D40E-35C17F56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D1B73-CC7A-1320-07E9-9D7719A6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0B531-129E-0ACC-FA90-DC0E9708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07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4A5C-4C03-CCB1-7399-0159E762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E07B31-52D9-6963-4113-63E09AF23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C8EF5-C67B-DFCC-0FDE-9784E7048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927FB-8276-2F32-AF8A-6A9C71FA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43AC2-9E17-2EED-E273-90756B32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B3E60-C5D8-4391-2F66-0004A41B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63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951D-4740-C94B-06EE-555A4A0C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3AB3-0923-C663-C83E-10A5DB97E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8D448-F7E5-E6AE-8B6A-13F6D02A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C7AA8-A70F-0A00-436C-B52FD073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1738E-8D9B-809A-FD6D-85DFE315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245E1-7370-3C72-5C3B-C5F090D66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C0E97-7494-7978-4914-3A21DE90D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958C6-1CCF-EED1-2BF3-62DC5FF0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C1F9-9AEC-53DD-9548-0EE85162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579C6-F07F-2A67-DD4C-1568233D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01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F71FC-9443-A973-8852-82D602FB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49264-F6F6-2375-A9BB-0D282BB88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6365C-D5BD-A93E-D5F4-0656CDB01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627FA-0CE1-48A0-8821-1A91A94C909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27DA-66A1-CB1A-77BF-780DE7857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4772A-B9C0-9193-425C-937F19D66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BF6E1-4D4D-45F9-B7D0-DD9E151AE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68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D829-58A0-000C-85A1-0DB45ED12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611" y="352926"/>
            <a:ext cx="9673389" cy="25186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“Mocking API Responses &amp; Mocking S3 for Tests”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FD02E-F877-3EF4-5059-FC21BAF30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2422358"/>
            <a:ext cx="9464842" cy="283544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Why Mock External Systems?</a:t>
            </a:r>
          </a:p>
          <a:p>
            <a:pPr algn="l"/>
            <a:r>
              <a:rPr lang="en-US" dirty="0"/>
              <a:t>Mocking replaces </a:t>
            </a:r>
            <a:r>
              <a:rPr lang="en-US" b="1" dirty="0"/>
              <a:t>real external calls (API, S3)</a:t>
            </a:r>
            <a:r>
              <a:rPr lang="en-US" dirty="0"/>
              <a:t> with </a:t>
            </a:r>
            <a:r>
              <a:rPr lang="en-US" b="1" dirty="0"/>
              <a:t>simulated ones</a:t>
            </a:r>
            <a:r>
              <a:rPr lang="en-US" dirty="0"/>
              <a:t> during tests.</a:t>
            </a:r>
            <a:br>
              <a:rPr lang="en-US" dirty="0"/>
            </a:br>
            <a:r>
              <a:rPr lang="en-US" dirty="0"/>
              <a:t>✅ Safe</a:t>
            </a:r>
            <a:br>
              <a:rPr lang="en-US" dirty="0"/>
            </a:br>
            <a:r>
              <a:rPr lang="en-US" dirty="0"/>
              <a:t>✅ Fast</a:t>
            </a:r>
            <a:br>
              <a:rPr lang="en-US" dirty="0"/>
            </a:br>
            <a:r>
              <a:rPr lang="en-US" dirty="0"/>
              <a:t>✅ Predictable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79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BC22-6F71-D52B-4117-32146188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Mocking Scenarios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2FDAEE-5F76-7C98-98F6-0240DE0176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371648"/>
              </p:ext>
            </p:extLst>
          </p:nvPr>
        </p:nvGraphicFramePr>
        <p:xfrm>
          <a:off x="838198" y="1825625"/>
          <a:ext cx="10515600" cy="3163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540026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75051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0516799"/>
                    </a:ext>
                  </a:extLst>
                </a:gridCol>
              </a:tblGrid>
              <a:tr h="63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 Mock 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47245"/>
                  </a:ext>
                </a:extLst>
              </a:tr>
              <a:tr h="63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API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Avoid hitting real endpoints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Simulate API 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296747"/>
                  </a:ext>
                </a:extLst>
              </a:tr>
              <a:tr h="63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Avoid real uploads/downloads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fake S3 bucket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333908"/>
                  </a:ext>
                </a:extLst>
              </a:tr>
              <a:tr h="63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Avoid writing to prod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SQLite/local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211656"/>
                  </a:ext>
                </a:extLst>
              </a:tr>
              <a:tr h="63269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92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13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A3C7-375F-3704-B302-9840DF55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Mocking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40FE6-C0E3-7DB8-908C-A806EFAA0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external dependency failures</a:t>
            </a:r>
          </a:p>
          <a:p>
            <a:r>
              <a:rPr lang="en-US" dirty="0"/>
              <a:t>Faster tests</a:t>
            </a:r>
          </a:p>
          <a:p>
            <a:r>
              <a:rPr lang="en-US" dirty="0"/>
              <a:t>Works offline</a:t>
            </a:r>
          </a:p>
          <a:p>
            <a:r>
              <a:rPr lang="en-US" dirty="0"/>
              <a:t>Enables CI/CD validation</a:t>
            </a:r>
          </a:p>
          <a:p>
            <a:r>
              <a:rPr lang="en-US" dirty="0"/>
              <a:t>Safer for sensitive systems (like S3, API keys)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47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34EB-B5E5-98F5-BE34-6F6C5EE4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You’ll Use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4E0315-AFE2-41DE-4C37-42495C885E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962407"/>
              </p:ext>
            </p:extLst>
          </p:nvPr>
        </p:nvGraphicFramePr>
        <p:xfrm>
          <a:off x="838200" y="1825624"/>
          <a:ext cx="10515600" cy="3019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382729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19086748"/>
                    </a:ext>
                  </a:extLst>
                </a:gridCol>
              </a:tblGrid>
              <a:tr h="754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648561"/>
                  </a:ext>
                </a:extLst>
              </a:tr>
              <a:tr h="754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unittest.mock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Mock API calls (requests)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216954"/>
                  </a:ext>
                </a:extLst>
              </a:tr>
              <a:tr h="754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moto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Mock AWS S3/clients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058374"/>
                  </a:ext>
                </a:extLst>
              </a:tr>
              <a:tr h="754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pytest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Run automated test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19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43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004F-9E69-DC94-ACBD-B2D3AA47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Mocking API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00AA-7C48-1241-3D98-ED853A245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from </a:t>
            </a:r>
            <a:r>
              <a:rPr lang="en-IN" dirty="0" err="1">
                <a:solidFill>
                  <a:schemeClr val="accent6"/>
                </a:solidFill>
              </a:rPr>
              <a:t>unittest.mock</a:t>
            </a:r>
            <a:r>
              <a:rPr lang="en-IN" dirty="0">
                <a:solidFill>
                  <a:schemeClr val="accent6"/>
                </a:solidFill>
              </a:rPr>
              <a:t> import patch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requests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@patch("requests.get")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def </a:t>
            </a:r>
            <a:r>
              <a:rPr lang="en-IN" dirty="0" err="1">
                <a:solidFill>
                  <a:schemeClr val="accent6"/>
                </a:solidFill>
              </a:rPr>
              <a:t>test_mock_api</a:t>
            </a:r>
            <a:r>
              <a:rPr lang="en-IN" dirty="0">
                <a:solidFill>
                  <a:schemeClr val="accent6"/>
                </a:solidFill>
              </a:rPr>
              <a:t>(</a:t>
            </a:r>
            <a:r>
              <a:rPr lang="en-IN" dirty="0" err="1">
                <a:solidFill>
                  <a:schemeClr val="accent6"/>
                </a:solidFill>
              </a:rPr>
              <a:t>mock_get</a:t>
            </a:r>
            <a:r>
              <a:rPr lang="en-IN" dirty="0">
                <a:solidFill>
                  <a:schemeClr val="accent6"/>
                </a:solidFill>
              </a:rPr>
              <a:t>):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mock_get.return_value.json.return_value</a:t>
            </a:r>
            <a:r>
              <a:rPr lang="en-IN" dirty="0">
                <a:solidFill>
                  <a:schemeClr val="accent6"/>
                </a:solidFill>
              </a:rPr>
              <a:t> = {"status": "ok"}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response = </a:t>
            </a:r>
            <a:r>
              <a:rPr lang="en-IN" dirty="0" err="1">
                <a:solidFill>
                  <a:schemeClr val="accent6"/>
                </a:solidFill>
              </a:rPr>
              <a:t>requests.get</a:t>
            </a:r>
            <a:r>
              <a:rPr lang="en-IN" dirty="0">
                <a:solidFill>
                  <a:schemeClr val="accent6"/>
                </a:solidFill>
              </a:rPr>
              <a:t>("https://api.example.com/data")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assert </a:t>
            </a:r>
            <a:r>
              <a:rPr lang="en-IN" dirty="0" err="1">
                <a:solidFill>
                  <a:schemeClr val="accent6"/>
                </a:solidFill>
              </a:rPr>
              <a:t>response.json</a:t>
            </a:r>
            <a:r>
              <a:rPr lang="en-IN" dirty="0">
                <a:solidFill>
                  <a:schemeClr val="accent6"/>
                </a:solidFill>
              </a:rPr>
              <a:t>()["status"] == "ok“</a:t>
            </a:r>
          </a:p>
          <a:p>
            <a:pPr marL="0" indent="0">
              <a:buNone/>
            </a:pPr>
            <a:r>
              <a:rPr lang="en-US" dirty="0"/>
              <a:t>✅ Replaces real HTTP call with mock response.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15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4F895-157F-3325-AB5F-56EC66C1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Mocking S3 Using moto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74B36-B5A0-8FB2-78BE-7C5F2A9D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boto3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from moto import mock_s3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@mock_s3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def </a:t>
            </a:r>
            <a:r>
              <a:rPr lang="en-US" dirty="0" err="1">
                <a:solidFill>
                  <a:schemeClr val="accent6"/>
                </a:solidFill>
              </a:rPr>
              <a:t>test_upload</a:t>
            </a:r>
            <a:r>
              <a:rPr lang="en-US" dirty="0">
                <a:solidFill>
                  <a:schemeClr val="accent6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s3 = boto3.client("s3")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s3.create_bucket(Bucket="test-bucket")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s3.put_object(Bucket="test-bucket", Key="</a:t>
            </a:r>
            <a:r>
              <a:rPr lang="en-US" dirty="0" err="1">
                <a:solidFill>
                  <a:schemeClr val="accent6"/>
                </a:solidFill>
              </a:rPr>
              <a:t>data.json</a:t>
            </a:r>
            <a:r>
              <a:rPr lang="en-US" dirty="0">
                <a:solidFill>
                  <a:schemeClr val="accent6"/>
                </a:solidFill>
              </a:rPr>
              <a:t>", Body="{}")</a:t>
            </a:r>
          </a:p>
          <a:p>
            <a:pPr marL="0" indent="0">
              <a:buNone/>
            </a:pPr>
            <a:r>
              <a:rPr lang="en-US" dirty="0"/>
              <a:t>✅ Creates temporary in-memory S3 bucket for testing.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25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AC8D-3764-4963-64F6-7B407988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Combined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83BEC-0168-0D4F-A925-B74C77B29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Mock API → Process Data → Mock S3 Upload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Full integration test, but </a:t>
            </a:r>
            <a:r>
              <a:rPr lang="en-US" i="1" dirty="0"/>
              <a:t>nothing real</a:t>
            </a:r>
            <a:r>
              <a:rPr lang="en-US" dirty="0"/>
              <a:t> is called.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91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4DF7-5044-1078-D61E-ECD95821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Configurations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1093B1-C50E-1246-6408-9AA742D7B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811" y="1714914"/>
            <a:ext cx="112615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dotenv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os.environ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fake creds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os.environ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["AWS_ACCESS_KEY_ID"] = "fake"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os.environ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["AWS_SECRET_ACCESS_KEY"] = "fake"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29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3781-AD71-8AA5-5A9E-3460FD2D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7AC3BD-A24D-D05B-A64B-07EB14262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768" y="2330466"/>
            <a:ext cx="816854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Mock internal HR API for employee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JSON →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to mocked S3 bucket for validation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Fast testing before real deployment</a:t>
            </a:r>
          </a:p>
        </p:txBody>
      </p:sp>
    </p:spTree>
    <p:extLst>
      <p:ext uri="{BB962C8B-B14F-4D97-AF65-F5344CB8AC3E}">
        <p14:creationId xmlns:p14="http://schemas.microsoft.com/office/powerpoint/2010/main" val="1568959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7F29-6852-1A1D-C572-16272933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55980-6385-5054-12EE-BD13BE81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✅ Mocking = safe external simulation</a:t>
            </a:r>
            <a:br>
              <a:rPr lang="en-IN"/>
            </a:br>
            <a:r>
              <a:rPr lang="en-IN"/>
              <a:t>✅ Avoids cost, latency, risk</a:t>
            </a:r>
            <a:br>
              <a:rPr lang="en-IN"/>
            </a:br>
            <a:r>
              <a:rPr lang="en-IN"/>
              <a:t>✅ Enables full pipeline testing</a:t>
            </a:r>
            <a:br>
              <a:rPr lang="en-IN"/>
            </a:br>
            <a:r>
              <a:rPr lang="en-IN"/>
              <a:t>✅ Essential for CI/CD + local testing</a:t>
            </a:r>
          </a:p>
        </p:txBody>
      </p:sp>
    </p:spTree>
    <p:extLst>
      <p:ext uri="{BB962C8B-B14F-4D97-AF65-F5344CB8AC3E}">
        <p14:creationId xmlns:p14="http://schemas.microsoft.com/office/powerpoint/2010/main" val="390952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Courier New</vt:lpstr>
      <vt:lpstr>Office Theme</vt:lpstr>
      <vt:lpstr>“Mocking API Responses &amp; Mocking S3 for Tests” </vt:lpstr>
      <vt:lpstr>Common Mocking Scenarios</vt:lpstr>
      <vt:lpstr>Benefits of Mocking </vt:lpstr>
      <vt:lpstr>Tools You’ll Use </vt:lpstr>
      <vt:lpstr>Mocking API Call</vt:lpstr>
      <vt:lpstr>Mocking S3 Using moto</vt:lpstr>
      <vt:lpstr>Combined Scenario</vt:lpstr>
      <vt:lpstr>Handling Configurations</vt:lpstr>
      <vt:lpstr>Real-World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2025-11-08T09:48:35Z</dcterms:created>
  <dcterms:modified xsi:type="dcterms:W3CDTF">2025-11-08T09:49:19Z</dcterms:modified>
</cp:coreProperties>
</file>