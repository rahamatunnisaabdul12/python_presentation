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E9F33-81AC-B64B-0B25-DC7005FB3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96E5A-CB2F-F63D-640C-E6F135F87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AE6F6-6E35-3E38-C3E5-9B4F8BB4D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E253B-B609-937A-F469-1B95D3FEE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1D6C0-5FB9-A40F-35F0-484C754CB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330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DD262-4A0E-A709-D6A0-DE04A471E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504F6-DB25-551E-FA84-0ADE4F77C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A9F12-815C-F14C-1499-B5ED90B6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6554-F940-E001-DC50-FDCDA356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11E1-20D8-5BFF-CAE8-AE8E5A3A6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1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AA096-D1C4-95A8-239A-63BA2225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F8D18-7E8B-7B6F-EDA8-0E2F82D55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15403-688C-631B-8027-10D6DDEAF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55491-DC64-F878-7176-B68C3C15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DFDD2-75E7-4383-5BD7-2C4C5B22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71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D326-8188-8BF5-0D31-B8189B7B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A1D6-DA53-B7C8-5059-56FB2B266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A9AC7-8739-1822-D984-2C71BFEB8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CA82F-4873-9453-75A1-F58888AE3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57873-59D3-FF32-54D1-64B40BE0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BBE2A-81E0-F513-23DA-D7A43386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72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EB175-EAE4-31FC-05EC-8C6C8121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60022-5B21-150A-47F9-4B5D01E6C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DA6552-0A08-4B49-C31F-FE3580453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03F16-774A-9DC9-3731-8FC2C54C9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B6764-9145-6F60-72C6-83F601C2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53832D-10AD-52FF-615E-D2D1215B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81654D-A75E-0FFA-91BE-E186BD14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945AE-CE30-3A54-5DF7-E57D3B77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776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2D188-91F6-3A46-501E-3E476BD6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8BDD5D-2559-4592-7AB9-4DAC7ED79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B6DD4-16D0-B76D-29A6-D96FEFC1C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1D48E-5690-6B22-D210-13583415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4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27478E-9FF9-0A6C-C1F8-DC2752410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2BD480-74E1-3BA2-5676-42BCBD92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F8ED4-7249-F240-A7A1-C520E5D7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7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F2F2-33E0-6B79-F019-879827F9E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6B2E1-0091-5629-35F8-BD2CACCD8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B6102D-79BC-64B9-8BC9-CC422F198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91225-AB74-55CF-ECCA-FA75EDF1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CEE8A-0174-780E-39C7-8383F328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4BC50-4B86-CAE1-3608-0359FB52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48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BEE1-E342-1E63-FBCF-6E4C3FA4C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AA5556-3E24-048C-735E-7D06BFF66E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90263-CEDE-7938-11E4-B5C48D7F5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D639B-28D1-6F49-368E-3E665C5B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B6228-D1C2-D5AC-F0E9-BB12EE9F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B2840-A48F-0288-6FDD-B718EEB8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4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6144-03D0-D144-60E1-3ACF2CD0C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36265-949C-9B54-C39E-04C022A55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4457A-E77B-DF55-B6D6-9A03BE66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FED78-1E86-B5BC-46A6-A77B048C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19D0F-1B02-17F8-818E-683E17E8B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9483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581999-A938-704C-52A1-E525395A6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29B3A-4BFF-C5E1-F17C-35D467D0E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79736-9A90-3D7A-2844-2646964DF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CEBF-3AAC-E9BA-0A3C-09A0D0894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2DAC9-75B5-EB43-CE7A-1E2B1F30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96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2AF2C-3E5D-EFF5-93ED-651421E6D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B78E1-3148-359B-B3BD-782E8908D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EBB1B-9D7A-59CA-15DA-D54C0FFF0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417A9-5F7D-412D-8DC4-B1C6932DC214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F6871-B6DC-3A16-7F0E-D6B65CF380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69741-2E4C-42C5-8589-A07A5063E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CB93C-E699-45AF-881C-48D150B453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7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0F684-0AB2-0BA2-2BAB-DB2A50C58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284" y="112295"/>
            <a:ext cx="9416716" cy="1315452"/>
          </a:xfrm>
        </p:spPr>
        <p:txBody>
          <a:bodyPr>
            <a:normAutofit/>
          </a:bodyPr>
          <a:lstStyle/>
          <a:p>
            <a:r>
              <a:rPr lang="en-US" sz="4400" b="1" dirty="0"/>
              <a:t>Working with My Own JSON Data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06F911-572C-9442-FE91-FACDCA7A5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958" y="1732547"/>
            <a:ext cx="9160042" cy="3525253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JSON (JavaScript Object Notation) is widely used in modern data pipelines.</a:t>
            </a:r>
            <a:br>
              <a:rPr lang="en-US" sz="3200" dirty="0"/>
            </a:br>
            <a:r>
              <a:rPr lang="en-US" sz="3200" dirty="0"/>
              <a:t>Here we’ll see how to work with </a:t>
            </a:r>
            <a:r>
              <a:rPr lang="en-US" sz="3200" b="1" dirty="0"/>
              <a:t>custom JSON structures</a:t>
            </a:r>
            <a:r>
              <a:rPr lang="en-US" sz="3200" dirty="0"/>
              <a:t> that represent real data like employees, shipments, and forecasts.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67092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F558D-81B2-5D40-59DA-1A103676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Employees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8B80-C05A-C8B9-A88A-DD43977E6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"employees": [</a:t>
            </a:r>
          </a:p>
          <a:p>
            <a:pPr marL="0" indent="0">
              <a:buNone/>
            </a:pPr>
            <a:r>
              <a:rPr lang="en-IN" dirty="0"/>
              <a:t>    {"name": "Aisha", "role": "Manager", "region": "APAC"},</a:t>
            </a:r>
          </a:p>
          <a:p>
            <a:pPr marL="0" indent="0">
              <a:buNone/>
            </a:pPr>
            <a:r>
              <a:rPr lang="en-IN" dirty="0"/>
              <a:t>    {"name": "Rahul", "role": "Developer", "region": "EMEA"}</a:t>
            </a:r>
          </a:p>
          <a:p>
            <a:pPr marL="0" indent="0">
              <a:buNone/>
            </a:pPr>
            <a:r>
              <a:rPr lang="en-IN" dirty="0"/>
              <a:t>  ]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Use Case: Extract employee names, roles, and regions from a JSON object.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919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C02DE-2FE3-ACEF-D7CB-7DB441E5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Shipments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EB337-4551-D910-F126-4F8A48FF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{</a:t>
            </a:r>
            <a:endParaRPr lang="en-IN" sz="3200" dirty="0"/>
          </a:p>
          <a:p>
            <a:pPr marL="0" indent="0">
              <a:buNone/>
            </a:pPr>
            <a:r>
              <a:rPr lang="en-IN" sz="3200" dirty="0"/>
              <a:t>  "shipments": [</a:t>
            </a:r>
          </a:p>
          <a:p>
            <a:pPr marL="0" indent="0">
              <a:buNone/>
            </a:pPr>
            <a:r>
              <a:rPr lang="en-IN" sz="3200" dirty="0"/>
              <a:t>    {"lane": "BLR-NYC", "status": "Delivered"},</a:t>
            </a:r>
          </a:p>
          <a:p>
            <a:pPr marL="0" indent="0">
              <a:buNone/>
            </a:pPr>
            <a:r>
              <a:rPr lang="en-IN" sz="3200" dirty="0"/>
              <a:t>    {"lane": "DEL-LHR", "status": "In-Transit"}</a:t>
            </a:r>
          </a:p>
          <a:p>
            <a:pPr marL="0" indent="0">
              <a:buNone/>
            </a:pPr>
            <a:r>
              <a:rPr lang="en-IN" sz="3200" dirty="0"/>
              <a:t>  ]</a:t>
            </a:r>
          </a:p>
          <a:p>
            <a:pPr marL="0" indent="0">
              <a:buNone/>
            </a:pPr>
            <a:r>
              <a:rPr lang="en-IN" sz="3200" dirty="0"/>
              <a:t>}</a:t>
            </a:r>
          </a:p>
          <a:p>
            <a:pPr marL="0" indent="0">
              <a:buNone/>
            </a:pPr>
            <a:r>
              <a:rPr lang="en-US" sz="3200" dirty="0"/>
              <a:t>Use Case: Parse shipment lanes, check status, and summarize delivery counts.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27327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27CD-257F-75D2-0C56-2F4E92FD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Forecast JSON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858FC-6B4C-B3D4-BF46-DD0365388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{</a:t>
            </a:r>
          </a:p>
          <a:p>
            <a:pPr marL="0" indent="0">
              <a:buNone/>
            </a:pPr>
            <a:r>
              <a:rPr lang="en-US" sz="3200" dirty="0"/>
              <a:t>  "forecast": [</a:t>
            </a:r>
          </a:p>
          <a:p>
            <a:pPr marL="0" indent="0">
              <a:buNone/>
            </a:pPr>
            <a:r>
              <a:rPr lang="en-US" sz="3200" dirty="0"/>
              <a:t>    {"region": "APAC", "expected": 540},</a:t>
            </a:r>
          </a:p>
          <a:p>
            <a:pPr marL="0" indent="0">
              <a:buNone/>
            </a:pPr>
            <a:r>
              <a:rPr lang="en-US" sz="3200" dirty="0"/>
              <a:t>    {"region": "EMEA", "expected": 410}</a:t>
            </a:r>
          </a:p>
          <a:p>
            <a:pPr marL="0" indent="0">
              <a:buNone/>
            </a:pPr>
            <a:r>
              <a:rPr lang="en-US" sz="3200" dirty="0"/>
              <a:t>  ]</a:t>
            </a:r>
          </a:p>
          <a:p>
            <a:pPr marL="0" indent="0">
              <a:buNone/>
            </a:pPr>
            <a:r>
              <a:rPr lang="en-US" sz="3200" dirty="0"/>
              <a:t>}</a:t>
            </a:r>
          </a:p>
          <a:p>
            <a:pPr marL="0" indent="0">
              <a:buNone/>
            </a:pPr>
            <a:r>
              <a:rPr lang="en-US" sz="3200" dirty="0"/>
              <a:t>Use Case: Loop through forecasts and calculate totals or averages.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1878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A538-4D37-015E-2752-7059991CC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Reading JSON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5AB24-E9F0-68BE-EF3E-DE0A8D0EA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import </a:t>
            </a:r>
            <a:r>
              <a:rPr lang="en-US" sz="3200" dirty="0" err="1"/>
              <a:t>json</a:t>
            </a:r>
            <a:endParaRPr lang="en-US" sz="3200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with open('</a:t>
            </a:r>
            <a:r>
              <a:rPr lang="en-US" sz="3200" dirty="0" err="1"/>
              <a:t>data.json</a:t>
            </a:r>
            <a:r>
              <a:rPr lang="en-US" sz="3200" dirty="0"/>
              <a:t>', 'r') as f:</a:t>
            </a:r>
          </a:p>
          <a:p>
            <a:pPr marL="0" indent="0">
              <a:buNone/>
            </a:pPr>
            <a:r>
              <a:rPr lang="en-US" sz="3200" dirty="0"/>
              <a:t>    data = </a:t>
            </a:r>
            <a:r>
              <a:rPr lang="en-US" sz="3200" dirty="0" err="1"/>
              <a:t>json.load</a:t>
            </a:r>
            <a:r>
              <a:rPr lang="en-US" sz="3200" dirty="0"/>
              <a:t>(f)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print(data)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1965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E909-15B3-3EF0-2478-0489CF8F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Parsing JSON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A7225-F801-8F2D-1DFF-120AC2E56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200" dirty="0" err="1"/>
              <a:t>json_data</a:t>
            </a:r>
            <a:r>
              <a:rPr lang="en-IN" sz="3200" dirty="0"/>
              <a:t> = '{"employees":[{"</a:t>
            </a:r>
            <a:r>
              <a:rPr lang="en-IN" sz="3200" dirty="0" err="1"/>
              <a:t>name":"Aisha","role":"Manager</a:t>
            </a:r>
            <a:r>
              <a:rPr lang="en-IN" sz="3200" dirty="0"/>
              <a:t>"}]}'</a:t>
            </a:r>
          </a:p>
          <a:p>
            <a:pPr marL="0" indent="0">
              <a:buNone/>
            </a:pPr>
            <a:r>
              <a:rPr lang="en-IN" sz="3200" dirty="0"/>
              <a:t>data = </a:t>
            </a:r>
            <a:r>
              <a:rPr lang="en-IN" sz="3200" dirty="0" err="1"/>
              <a:t>json.loads</a:t>
            </a:r>
            <a:r>
              <a:rPr lang="en-IN" sz="3200" dirty="0"/>
              <a:t>(</a:t>
            </a:r>
            <a:r>
              <a:rPr lang="en-IN" sz="3200" dirty="0" err="1"/>
              <a:t>json_data</a:t>
            </a:r>
            <a:r>
              <a:rPr lang="en-IN" sz="3200" dirty="0"/>
              <a:t>)</a:t>
            </a:r>
          </a:p>
          <a:p>
            <a:pPr marL="0" indent="0">
              <a:buNone/>
            </a:pPr>
            <a:endParaRPr lang="en-IN" sz="3200" dirty="0"/>
          </a:p>
          <a:p>
            <a:pPr marL="0" indent="0">
              <a:buNone/>
            </a:pPr>
            <a:r>
              <a:rPr lang="en-IN" sz="3200" dirty="0"/>
              <a:t>for emp in data["employees"]:</a:t>
            </a:r>
          </a:p>
          <a:p>
            <a:pPr marL="0" indent="0">
              <a:buNone/>
            </a:pPr>
            <a:r>
              <a:rPr lang="en-IN" sz="3200" dirty="0"/>
              <a:t>    print(emp["name"], "-", emp["role"])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54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4E89-ECF3-0598-B3B0-49F6B0FD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Combining JSONs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3BD0-3AF9-58D5-9EE1-FD0659F5B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Example: Combine employees and shipments from separate sources.</a:t>
            </a:r>
          </a:p>
          <a:p>
            <a:pPr marL="0" indent="0">
              <a:buNone/>
            </a:pPr>
            <a:r>
              <a:rPr lang="en-US" sz="3200" dirty="0"/>
              <a:t>combined = {"employees": </a:t>
            </a:r>
            <a:r>
              <a:rPr lang="en-US" sz="3200" dirty="0" err="1"/>
              <a:t>emp_data</a:t>
            </a:r>
            <a:r>
              <a:rPr lang="en-US" sz="3200" dirty="0"/>
              <a:t>["employees"], "shipments": </a:t>
            </a:r>
            <a:r>
              <a:rPr lang="en-US" sz="3200" dirty="0" err="1"/>
              <a:t>ship_data</a:t>
            </a:r>
            <a:r>
              <a:rPr lang="en-US" sz="3200" dirty="0"/>
              <a:t>["shipments"]}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292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8277-49DB-C5FA-7737-251BCFF0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Filtering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288C9-E7DC-BB9C-A3BA-B1465CD9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for emp in data["employees"]:</a:t>
            </a:r>
          </a:p>
          <a:p>
            <a:pPr marL="0" indent="0">
              <a:buNone/>
            </a:pPr>
            <a:r>
              <a:rPr lang="en-US" sz="3200" dirty="0"/>
              <a:t>    if emp["region"] == "APAC":</a:t>
            </a:r>
          </a:p>
          <a:p>
            <a:pPr marL="0" indent="0">
              <a:buNone/>
            </a:pPr>
            <a:r>
              <a:rPr lang="en-US" sz="3200" dirty="0"/>
              <a:t>        print(emp["name"], "-", emp["role"])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25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D025-CAC8-0D15-5B8B-DDE14115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ED4EF-0CB6-94E3-A487-7A1E4A58F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b="1" dirty="0" err="1"/>
              <a:t>JSONDecodeError</a:t>
            </a:r>
            <a:r>
              <a:rPr lang="en-IN" sz="3200" b="1" dirty="0"/>
              <a:t>:</a:t>
            </a:r>
            <a:r>
              <a:rPr lang="en-IN" sz="3200" dirty="0"/>
              <a:t> invalid JSON format</a:t>
            </a:r>
          </a:p>
          <a:p>
            <a:r>
              <a:rPr lang="en-IN" sz="3200" b="1" dirty="0" err="1"/>
              <a:t>KeyError</a:t>
            </a:r>
            <a:r>
              <a:rPr lang="en-IN" sz="3200" b="1" dirty="0"/>
              <a:t>:</a:t>
            </a:r>
            <a:r>
              <a:rPr lang="en-IN" sz="3200" dirty="0"/>
              <a:t> missing keys</a:t>
            </a:r>
          </a:p>
          <a:p>
            <a:r>
              <a:rPr lang="en-IN" sz="3200" b="1" dirty="0" err="1"/>
              <a:t>TypeError</a:t>
            </a:r>
            <a:r>
              <a:rPr lang="en-IN" sz="3200" b="1" dirty="0"/>
              <a:t>:</a:t>
            </a:r>
            <a:r>
              <a:rPr lang="en-IN" sz="3200" dirty="0"/>
              <a:t> wrong structure</a:t>
            </a:r>
          </a:p>
          <a:p>
            <a:r>
              <a:rPr lang="en-IN" sz="3200" dirty="0"/>
              <a:t>✅ Fix: Validate before parsing, use .get() or try/except.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07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A0B7-E57A-5713-C4B9-DC48498C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34F7-B348-E359-12C9-D29CA6D5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✅ Always test with your real JSON formats</a:t>
            </a:r>
            <a:br>
              <a:rPr lang="en-US" sz="3200" dirty="0"/>
            </a:br>
            <a:r>
              <a:rPr lang="en-US" sz="3200" dirty="0"/>
              <a:t>✅ Use </a:t>
            </a:r>
            <a:r>
              <a:rPr lang="en-US" sz="3200" dirty="0" err="1"/>
              <a:t>json.load</a:t>
            </a:r>
            <a:r>
              <a:rPr lang="en-US" sz="3200" dirty="0"/>
              <a:t>() or </a:t>
            </a:r>
            <a:r>
              <a:rPr lang="en-US" sz="3200" dirty="0" err="1"/>
              <a:t>json.loads</a:t>
            </a:r>
            <a:r>
              <a:rPr lang="en-US" sz="3200" dirty="0"/>
              <a:t>() to read data</a:t>
            </a:r>
            <a:br>
              <a:rPr lang="en-US" sz="3200" dirty="0"/>
            </a:br>
            <a:r>
              <a:rPr lang="en-US" sz="3200" dirty="0"/>
              <a:t>✅ Loop through keys and extract only needed fields</a:t>
            </a:r>
            <a:br>
              <a:rPr lang="en-US" sz="3200" dirty="0"/>
            </a:br>
            <a:r>
              <a:rPr lang="en-US" sz="3200" dirty="0"/>
              <a:t>✅ Combine multiple JSONs for business analysis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58164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Working with My Own JSON Data</vt:lpstr>
      <vt:lpstr>Example – Employees JSON</vt:lpstr>
      <vt:lpstr>Example – Shipments JSON</vt:lpstr>
      <vt:lpstr>Example – Forecast JSON</vt:lpstr>
      <vt:lpstr>Reading JSON in Python</vt:lpstr>
      <vt:lpstr>Parsing JSON Strings</vt:lpstr>
      <vt:lpstr>Combining JSONs</vt:lpstr>
      <vt:lpstr>Filtering Data</vt:lpstr>
      <vt:lpstr>Common Errors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2025-11-05T11:09:51Z</dcterms:created>
  <dcterms:modified xsi:type="dcterms:W3CDTF">2025-11-05T11:09:58Z</dcterms:modified>
</cp:coreProperties>
</file>