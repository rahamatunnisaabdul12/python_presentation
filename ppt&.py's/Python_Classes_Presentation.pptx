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foundational concept in Object-Oriented Programming (OOP)</a:t>
            </a:r>
          </a:p>
          <a:p>
            <a:endParaRPr/>
          </a:p>
          <a:p>
            <a:r>
              <a:t>Classes provide a blueprint for creating objects that bundle data and behavior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is a user-defined blueprint for creating objects.</a:t>
            </a:r>
          </a:p>
          <a:p>
            <a:r>
              <a:t>It defines attributes (variables) and methods (functions).</a:t>
            </a:r>
          </a:p>
          <a:p>
            <a:endParaRPr/>
          </a:p>
          <a:p>
            <a:r>
              <a:t>Example:</a:t>
            </a:r>
          </a:p>
          <a:p>
            <a:r>
              <a:t>class Car:</a:t>
            </a:r>
          </a:p>
          <a:p>
            <a:r>
              <a:t>    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Organize related data and functions together</a:t>
            </a:r>
          </a:p>
          <a:p>
            <a:r>
              <a:t>• Make code reusable and modular</a:t>
            </a:r>
          </a:p>
          <a:p>
            <a:r>
              <a:t>• Enable Object-Oriented Programming concepts:</a:t>
            </a:r>
          </a:p>
          <a:p>
            <a:r>
              <a:t>  - Encapsulation</a:t>
            </a:r>
          </a:p>
          <a:p>
            <a:r>
              <a:t>  - Inheritance</a:t>
            </a:r>
          </a:p>
          <a:p>
            <a:r>
              <a:t>  - Polymorphism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Student:</a:t>
            </a:r>
          </a:p>
          <a:p>
            <a:r>
              <a:t>    def __init__(self, name, age):</a:t>
            </a:r>
          </a:p>
          <a:p>
            <a:r>
              <a:t>        self.name = name</a:t>
            </a:r>
          </a:p>
          <a:p>
            <a:r>
              <a:t>        self.age = age</a:t>
            </a:r>
          </a:p>
          <a:p>
            <a:endParaRPr/>
          </a:p>
          <a:p>
            <a:r>
              <a:t>    def display_info(self):</a:t>
            </a:r>
          </a:p>
          <a:p>
            <a:r>
              <a:t>        print('Name:', self.name)</a:t>
            </a:r>
          </a:p>
          <a:p>
            <a:r>
              <a:t>        print('Age:', self.age)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Objects are instances of a class.</a:t>
            </a:r>
          </a:p>
          <a:p>
            <a:endParaRPr/>
          </a:p>
          <a:p>
            <a:r>
              <a:t>Example:</a:t>
            </a:r>
          </a:p>
          <a:p>
            <a:r>
              <a:t>s1 = Student('Aisha', 21)</a:t>
            </a:r>
          </a:p>
          <a:p>
            <a:r>
              <a:t>s1.display_info()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__init__()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Called automatically when a new object is created.</a:t>
            </a:r>
          </a:p>
          <a:p>
            <a:r>
              <a:t>Used to initialize attributes.</a:t>
            </a:r>
          </a:p>
          <a:p>
            <a:endParaRPr/>
          </a:p>
          <a:p>
            <a:r>
              <a:t>Example:</a:t>
            </a:r>
          </a:p>
          <a:p>
            <a:r>
              <a:t>class Dog:</a:t>
            </a:r>
          </a:p>
          <a:p>
            <a:r>
              <a:t>    def __init__(self, breed):</a:t>
            </a:r>
          </a:p>
          <a:p>
            <a:r>
              <a:t>        self.breed = breed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Methods define actions or behaviors for the class.</a:t>
            </a:r>
          </a:p>
          <a:p>
            <a:endParaRPr sz="2800" dirty="0"/>
          </a:p>
          <a:p>
            <a:r>
              <a:rPr sz="2800" dirty="0"/>
              <a:t>Example:</a:t>
            </a:r>
          </a:p>
          <a:p>
            <a:r>
              <a:rPr sz="2800" dirty="0"/>
              <a:t>class Calculator:</a:t>
            </a:r>
          </a:p>
          <a:p>
            <a:r>
              <a:rPr sz="2800" dirty="0"/>
              <a:t>    def add(self, a, b):</a:t>
            </a:r>
          </a:p>
          <a:p>
            <a:r>
              <a:rPr sz="2800" dirty="0"/>
              <a:t>        return a + b</a:t>
            </a:r>
          </a:p>
          <a:p>
            <a:endParaRPr sz="2800" dirty="0"/>
          </a:p>
          <a:p>
            <a:r>
              <a:rPr sz="2800" dirty="0"/>
              <a:t>Usage:</a:t>
            </a:r>
          </a:p>
          <a:p>
            <a:r>
              <a:rPr sz="2800" dirty="0"/>
              <a:t>c = Calculator()</a:t>
            </a:r>
          </a:p>
          <a:p>
            <a:r>
              <a:rPr sz="2800" dirty="0"/>
              <a:t>print(</a:t>
            </a:r>
            <a:r>
              <a:rPr sz="2800" dirty="0" err="1"/>
              <a:t>c.add</a:t>
            </a:r>
            <a:r>
              <a:rPr sz="2800" dirty="0"/>
              <a:t>(5, 3))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class Car:</a:t>
            </a:r>
          </a:p>
          <a:p>
            <a:r>
              <a:rPr sz="2800" dirty="0"/>
              <a:t>    def __</a:t>
            </a:r>
            <a:r>
              <a:rPr sz="2800" dirty="0" err="1"/>
              <a:t>init</a:t>
            </a:r>
            <a:r>
              <a:rPr sz="2800" dirty="0"/>
              <a:t>__(self, brand, color):</a:t>
            </a:r>
          </a:p>
          <a:p>
            <a:r>
              <a:rPr sz="2800" dirty="0"/>
              <a:t>        </a:t>
            </a:r>
            <a:r>
              <a:rPr sz="2800" dirty="0" err="1"/>
              <a:t>self.brand</a:t>
            </a:r>
            <a:r>
              <a:rPr sz="2800" dirty="0"/>
              <a:t> = brand</a:t>
            </a:r>
          </a:p>
          <a:p>
            <a:r>
              <a:rPr sz="2800" dirty="0"/>
              <a:t>        </a:t>
            </a:r>
            <a:r>
              <a:rPr sz="2800" dirty="0" err="1"/>
              <a:t>self.color</a:t>
            </a:r>
            <a:r>
              <a:rPr sz="2800" dirty="0"/>
              <a:t> = color</a:t>
            </a:r>
          </a:p>
          <a:p>
            <a:endParaRPr sz="2800" dirty="0"/>
          </a:p>
          <a:p>
            <a:r>
              <a:rPr sz="2800" dirty="0"/>
              <a:t>    def start(self):</a:t>
            </a:r>
          </a:p>
          <a:p>
            <a:r>
              <a:rPr sz="2800" dirty="0"/>
              <a:t>        print(f'{</a:t>
            </a:r>
            <a:r>
              <a:rPr sz="2800" dirty="0" err="1"/>
              <a:t>self.brand</a:t>
            </a:r>
            <a:r>
              <a:rPr sz="2800" dirty="0"/>
              <a:t>} car started!')</a:t>
            </a:r>
          </a:p>
          <a:p>
            <a:endParaRPr sz="2800" dirty="0"/>
          </a:p>
          <a:p>
            <a:r>
              <a:rPr sz="2800" dirty="0" err="1"/>
              <a:t>my_car</a:t>
            </a:r>
            <a:r>
              <a:rPr sz="2800" dirty="0"/>
              <a:t> = Car('Toyota', 'Red')</a:t>
            </a:r>
          </a:p>
          <a:p>
            <a:r>
              <a:rPr sz="2800" dirty="0" err="1"/>
              <a:t>my_car.start</a:t>
            </a:r>
            <a:r>
              <a:rPr sz="2800" dirty="0"/>
              <a:t>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Forgetting 'self' in method definitions</a:t>
            </a:r>
          </a:p>
          <a:p>
            <a:r>
              <a:rPr dirty="0"/>
              <a:t>• Not initializing variables inside __</a:t>
            </a:r>
            <a:r>
              <a:rPr dirty="0" err="1"/>
              <a:t>init</a:t>
            </a:r>
            <a:r>
              <a:rPr dirty="0"/>
              <a:t>__</a:t>
            </a:r>
          </a:p>
          <a:p>
            <a:r>
              <a:rPr dirty="0"/>
              <a:t>• Mixing up class and instance variables</a:t>
            </a:r>
          </a:p>
          <a:p>
            <a:endParaRPr dirty="0"/>
          </a:p>
          <a:p>
            <a:r>
              <a:rPr dirty="0"/>
              <a:t>Tip: Always use 'self' to refer to the current object.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 class is a blueprint for objects</a:t>
            </a:r>
          </a:p>
          <a:p>
            <a:r>
              <a:t>✅ __init__() initializes object data</a:t>
            </a:r>
          </a:p>
          <a:p>
            <a:r>
              <a:t>✅ Methods define object behaviors</a:t>
            </a:r>
          </a:p>
          <a:p>
            <a:r>
              <a:t>✅ Classes improve code organization and reusability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382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Python Classes</vt:lpstr>
      <vt:lpstr>What is a Class?</vt:lpstr>
      <vt:lpstr>Why Use Classes?</vt:lpstr>
      <vt:lpstr>Class Syntax</vt:lpstr>
      <vt:lpstr>Creating Objects</vt:lpstr>
      <vt:lpstr>The __init__() Method</vt:lpstr>
      <vt:lpstr>Adding Methods</vt:lpstr>
      <vt:lpstr>Real-World Example</vt:lpstr>
      <vt:lpstr>Common Mistakes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Rahamatunnisa Abdul</cp:lastModifiedBy>
  <cp:revision>2</cp:revision>
  <dcterms:created xsi:type="dcterms:W3CDTF">2013-01-27T09:14:16Z</dcterms:created>
  <dcterms:modified xsi:type="dcterms:W3CDTF">2025-11-05T10:16:23Z</dcterms:modified>
  <cp:category/>
</cp:coreProperties>
</file>