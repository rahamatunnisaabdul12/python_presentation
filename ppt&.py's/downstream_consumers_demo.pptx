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1FD71-A375-F093-89B2-FBECD4618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FF6CA-1F7B-C789-27E4-FC1C5334E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54CA-A303-1EBF-F873-9FFEF50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558F6-F27E-1565-C9BC-C8814141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C64D3-C3C0-9F29-8A9E-CE185F9B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3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E81F-5660-E5AF-341C-50B81339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C2649-CBF3-C27B-FE8A-557B9B46F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B9356-83D6-72F5-36B8-008DB957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1ABEA-7841-8A08-827F-8928286E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E32F1-1C50-9E6D-7ED1-387E39A5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90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E79F-1ED9-52B4-9E37-42D5C5CD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A5338-44B2-0316-687B-B25B423EB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8E7F-6543-38C0-E6E5-7007B06C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600F6-D69F-CED4-A38C-300FFD6F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99CF1-1566-1948-B911-700A1E3E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E76E-88B0-83A7-A435-8E32134B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C6DB-E5D2-5100-667B-1B5DD35A1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0425B-9034-951C-6E2D-C0B001535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D8EB4-3889-F274-2977-D8A2C3C1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A83A8-6AD3-8BBC-5BFB-B93D0956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767CD-2C89-E262-D64E-64318949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2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3E635-70BD-F840-54EE-CECB659E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3610A-38DD-28F7-686F-98A66B3CE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3D16F-289A-8931-A6D5-0D8E3B48D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CE2AC-B69D-9BFB-F64B-69D1FC747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701FA2-1108-7CC7-E8C3-3E8E898BA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4A4F36-0148-1937-1FEE-FCC96609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7069D-0C30-D2B0-C957-0EC2C3AD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C31DD6-8ACB-45FE-1922-EB540376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895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B80D0-D0C5-C2BD-947A-DD78B2DF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3CC98-FA01-6D2E-54C6-9CFBEF4A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3ED0A-E8B7-F82F-6E6A-33DEEBAC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9C13B-A742-61FA-C10D-62B947AA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9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4AC75-E1B9-0CA5-B386-0112575E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C617B-0175-9B06-1D0D-7E5E5E5B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BD681-4454-045C-5374-69009558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62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BFBD-A386-BD14-4DFE-835E090CA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C9577-1107-EE58-7A73-AF06A1521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6C858-BC45-D639-B41D-7013CABB9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4CB9F-7E2E-A5C9-BEA1-9622CA3F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A582C-9C13-9080-70EF-71C4E392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FE189-90DE-0AAD-189C-BE6CA691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090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8FE0-8409-2DF7-0F5C-D5BCDDE8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C91EF-33B6-8B2F-B682-39F419F4B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6FC2E-89DA-D111-6EF5-B1A3CF95E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5CC1B-11A2-4DB4-3C7C-9812A93A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F4268-8424-D2B8-0FF4-7411CB06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1DFAE-9CA7-2574-753A-39F46222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6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BCEB-2C3B-434F-6942-1FE4BCF5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1E7F5-7F8A-C0B2-6326-6EA1A8EAF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0478D-CFE7-30CC-3314-EB934F4BC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E0669-FBB6-B15C-1541-D96B2213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70232-BE99-C629-9158-28C4631B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1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1EA00-C4E9-4732-5508-B756FE00A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51A57-85E1-A796-0422-BE626DEBD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DD343-CB77-38B5-7773-831F20D9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B2908-AFF2-A2B3-E49A-D5A32625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F2AC8-8B95-CD87-CEA3-E245C719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18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F7637-B1C4-A0F6-B6F1-93C4E4DC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32FD0-8A4B-62C9-BFF8-0FC575B6A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85AF9-8994-BF3B-1C5B-A7FED9DE6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4AAD5-1823-45B9-A3E9-BEE1B68C46C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DE60D-4445-FCDB-0290-5D185985A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2A5A-6297-6E78-D18D-4BFE9C934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93FA9-7C30-4DCF-A796-2742D200C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96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849B-8858-802A-93DD-752705D25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188" y="128337"/>
            <a:ext cx="9833811" cy="1957137"/>
          </a:xfrm>
        </p:spPr>
        <p:txBody>
          <a:bodyPr/>
          <a:lstStyle/>
          <a:p>
            <a:r>
              <a:rPr lang="en-US" dirty="0"/>
              <a:t>Downstream consumers (e.g. Qlik, Insights team).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7F1BF-2AD6-B381-24F0-1FC836CAF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2" y="2326105"/>
            <a:ext cx="10427368" cy="410677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Downstream consumers are the users, tools, or systems that utilize processed data for analysis, visualization, or reporting.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translate data into business insights, enabling informed decisions.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BI tools like Qlik, Power BI, or Tableau, and analytics teams access curated datasets from the data lake or warehouse.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90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5C1E7-D523-BCCB-297A-58FA4B51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in the Data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3207A-3AA7-0115-9C70-492DF68C1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They form the </a:t>
            </a:r>
            <a:r>
              <a:rPr lang="en-US" i="1" dirty="0"/>
              <a:t>last mile</a:t>
            </a:r>
            <a:r>
              <a:rPr lang="en-US" dirty="0"/>
              <a:t> of the data pipeline.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Without consumption, data holds no value — it must inform business actions.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Data moves from trusted layers (S3, Redshift, Snowflake) to BI dashboards or ML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8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81A8-E2DF-5945-14DE-8A136D8C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of Downstream Consumers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D04E-7170-76E7-6EBE-5FAA37D63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Business Intelligence (Qlik, Tableau, Power BI)</a:t>
            </a:r>
          </a:p>
          <a:p>
            <a:r>
              <a:rPr lang="en-US" dirty="0"/>
              <a:t>Data Science Models</a:t>
            </a:r>
          </a:p>
          <a:p>
            <a:r>
              <a:rPr lang="en-US" dirty="0"/>
              <a:t>Reporting APIs</a:t>
            </a:r>
          </a:p>
          <a:p>
            <a:r>
              <a:rPr lang="en-US" dirty="0"/>
              <a:t>Insights &amp; Finance Teams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Different consumers require different data formats and refresh cadences.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Data is shared through APIs, exports, or direct database connections.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9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A3DB-E08E-277E-E23F-9291C88B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Qlik Integration with Data Lake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51752-BB8B-E423-9DC0-257B070F6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Qlik connects directly to curated datasets in S3, Redshift, or Data Lens.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Allows dynamic dashboards and near real-time KPIs.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ETL pipelines schedule data exports or push data through connectors into Qlik’s data model.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636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E527-CB63-439D-2487-B6790B70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Team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77026-9182-1400-DE0E-E91D8F240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Insights teams use datasets to create reports, forecasts, and visual trends.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Helps leadership understand spend, logistics performance, or SLA breaches.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They query the refined layer using SQL or BI connectors, building interactive reports.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32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85A3-00B0-FE05-CEA6-DB4549CC2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Sharing Models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503F2-FA52-D8CA-84E1-F66E407D3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1️⃣ API-based sharing</a:t>
            </a:r>
            <a:br>
              <a:rPr lang="en-IN" dirty="0"/>
            </a:br>
            <a:r>
              <a:rPr lang="en-IN" dirty="0"/>
              <a:t>2️⃣ Direct database access</a:t>
            </a:r>
            <a:br>
              <a:rPr lang="en-IN" dirty="0"/>
            </a:br>
            <a:r>
              <a:rPr lang="en-IN" dirty="0"/>
              <a:t>3️⃣ Exported CSV/Parquet files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Each model serves different consumer types and performance needs.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Choose based on consumer skillset, data sensitivity, and update frequency.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038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4C5B-60DF-E0EC-F1D9-4ECC26B6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Consumer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3451A-C7F2-9CAC-DEA1-6A2E94080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Access control ensures only authorized teams can view sensitive datasets.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Protects PII and business-critical metrics.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IAM roles, token-based APIs, and dataset-level permissions in Qlik or Data Lens.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401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FF4D-5C90-04FE-D007-D0F5CAB5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Refresh and Synchronization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EEF36-F9F0-ACCD-3E32-595529230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Consumers rely on consistent and timely data updates.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Stale data leads to wrong insights or delayed decisions.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ETL pipelines push data daily/hourly using triggers, or consumers pull via APIs.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9985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10E-3FB7-C09F-6706-CC384487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Monitoring &amp; Feedback Loop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77417-B5B7-98E6-EF80-DD525C333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usage and feedback improve pipeline design.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Helps data engineers refine transformation logic and schemas.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Track dashboard queries, data access logs, and incorporate change requests.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983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F9AF7-9CA9-2840-A01C-1BCA4196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339F-5490-E856-754D-E2F536B9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Downstream consumers complete the data journey — turning pipelines into insights.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are the bridge between engineering output and business value.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Seamless integration, access control, and refresh automation empower Qlik and Insights teams for real-time analytics.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211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Downstream consumers (e.g. Qlik, Insights team).</vt:lpstr>
      <vt:lpstr>Role in the Data Ecosystem</vt:lpstr>
      <vt:lpstr>Examples of Downstream Consumers</vt:lpstr>
      <vt:lpstr>Qlik Integration with Data Lake </vt:lpstr>
      <vt:lpstr>Insights Team Workflow</vt:lpstr>
      <vt:lpstr>Data Sharing Models </vt:lpstr>
      <vt:lpstr>Managing Consumer Access</vt:lpstr>
      <vt:lpstr>Data Refresh and Synchronization </vt:lpstr>
      <vt:lpstr>Monitoring &amp; Feedback Loop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2025-11-12T10:33:30Z</dcterms:created>
  <dcterms:modified xsi:type="dcterms:W3CDTF">2025-11-12T10:33:40Z</dcterms:modified>
</cp:coreProperties>
</file>