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A8D84-389D-8C03-B437-1CEB2C6FB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67E731-AEDC-98EE-687F-D702AB5A08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13F06-A603-5383-EFA3-F4B5B7978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F9481-BDA3-4E83-ACEB-F275B80BBEC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70968-C31D-95EC-85CB-94E745F6D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30AA3-BA75-C275-39BC-2CCE55521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FD553-4A10-4AD5-9796-8F7A3B9FA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658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13060-E72F-458C-DBFE-663C0C097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98D04-CB10-3DC5-5081-A8A84F661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3FB97-51D3-4103-8CE8-2BFE27FA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F9481-BDA3-4E83-ACEB-F275B80BBEC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BF9D8-1F9B-A62D-B984-73D5C7D5A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80408-F5E1-AC09-08E6-D05F4B9C3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FD553-4A10-4AD5-9796-8F7A3B9FA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009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DFF88-E444-E338-50DB-2DA7B6BD7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18E368-C984-8549-B2DA-3239824AC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7F27E-803A-9AF5-E380-8DC947341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F9481-BDA3-4E83-ACEB-F275B80BBEC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5FB6E-C1B6-F945-5713-F9E56650A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AD185-122E-7074-E87A-BD1171B43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FD553-4A10-4AD5-9796-8F7A3B9FA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648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2BB0C-4E3F-2ED1-4B1B-906D1C516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77499-5578-A056-2E33-FD6930DCFA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E525D2-3E1E-F5DF-96E0-44C766150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4FBDD-D5DA-0F40-D51E-CE65E6D0E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F9481-BDA3-4E83-ACEB-F275B80BBEC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470B8-FC99-BC77-0224-B306B85BC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904D4F-5EDE-88D4-8B6A-BA9179C16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FD553-4A10-4AD5-9796-8F7A3B9FA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25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83A4D-B3F4-267F-7D38-79BE6D12A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37070-9B9F-96C8-D128-747320FBF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2A9D2C-77FB-00B6-9F08-15A3CB5CC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21E53C-483B-B98A-A180-70E0C0C3E1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63CCC8-BE8D-BE45-A43E-75C3C4640C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74A3D9-E5AD-73D8-9D9E-7900C0D25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F9481-BDA3-4E83-ACEB-F275B80BBEC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4C87DC-D6CC-523C-5898-CE92A4DA1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EF048F-27A2-A0EE-0857-4F56128B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FD553-4A10-4AD5-9796-8F7A3B9FA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092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0BFAC-8B44-E5C0-E40F-C2893248C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60DB6E-FDA9-E02B-8695-AD4AE771E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F9481-BDA3-4E83-ACEB-F275B80BBEC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A05660-A505-F6F7-9D26-13A43745C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A8A1F5-23D4-E384-6A57-CD091CF65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FD553-4A10-4AD5-9796-8F7A3B9FA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712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624A9-24C2-92B8-7928-6EA7112D3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F9481-BDA3-4E83-ACEB-F275B80BBEC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98778C-079F-2607-394E-2C8CF8784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A60FA-AAE2-8A9D-7D02-50A63374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FD553-4A10-4AD5-9796-8F7A3B9FA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934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76446-1ED0-C1BF-65CC-D3E874C59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4357A-DD96-5968-CFE4-1EC856F96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AF51B5-B944-E5FD-89AB-9F31BD7DB6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62268-4598-FC4D-41C0-CD5FA5A4B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F9481-BDA3-4E83-ACEB-F275B80BBEC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D4ED1-41E1-E1FD-A689-C7C88E5A3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16503-6AE3-4D16-00F6-59BBE80A9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FD553-4A10-4AD5-9796-8F7A3B9FA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194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1B98C-A824-1DE1-9000-66F587CB4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5FE262-E8B1-8F17-430F-C763CFEAAE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6312EF-37DD-4474-DF6D-570FB3CA3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7584DA-ECE8-B414-A9A5-E8F063C49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F9481-BDA3-4E83-ACEB-F275B80BBEC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25F83B-9719-D775-E78A-0BE02137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193123-2340-819C-40BF-FFB4F4C4B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FD553-4A10-4AD5-9796-8F7A3B9FA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11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68735-6378-7268-F95D-F32245FA6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87E982-CC6D-EAEA-95C2-A604DC30C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205D2-C589-091D-55A7-A092A9AC2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F9481-BDA3-4E83-ACEB-F275B80BBEC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1F382-90EF-24EE-6D08-CF9941E41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455A0-DA2D-BF51-870B-FDAB9BE84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FD553-4A10-4AD5-9796-8F7A3B9FA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673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594DB2-999C-8219-C16C-12E7D8EA16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5A9C57-51BE-88E5-8DAA-B1C41FA351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D4045-9EE5-94DA-D9FD-0225BCF80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F9481-BDA3-4E83-ACEB-F275B80BBEC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15C41-BB68-CA77-2A81-208210371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52B5B-D9D8-4019-3032-AA247BEA1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FD553-4A10-4AD5-9796-8F7A3B9FA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152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19A2F0-A851-EB3D-0E97-E32C7E579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955CF-15B5-FBB8-366A-F8F1C32E9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F15C0-87AE-4E26-A04D-DC82762454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F9481-BDA3-4E83-ACEB-F275B80BBEC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F998B-CC57-A807-205C-E5DAC3367C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FE9DA-C2FE-8C53-D647-44236F27CF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FD553-4A10-4AD5-9796-8F7A3B9FA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434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3A899-3278-932B-55C2-AC30874A2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6694" y="176463"/>
            <a:ext cx="9641305" cy="1655762"/>
          </a:xfrm>
        </p:spPr>
        <p:txBody>
          <a:bodyPr/>
          <a:lstStyle/>
          <a:p>
            <a:r>
              <a:rPr lang="en-IN" b="1" dirty="0"/>
              <a:t>Simulating Real API Responses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979A09-D8E6-CD9C-65CD-6967293CEA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735" y="2037347"/>
            <a:ext cx="10347160" cy="42672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When learning or testing APIs, you don’t need real endpoints.</a:t>
            </a:r>
            <a:br>
              <a:rPr lang="en-US" sz="3200" dirty="0"/>
            </a:br>
            <a:r>
              <a:rPr lang="en-US" sz="3200" dirty="0"/>
              <a:t>You can </a:t>
            </a:r>
            <a:r>
              <a:rPr lang="en-US" sz="3200" b="1" dirty="0"/>
              <a:t>simulate responses</a:t>
            </a:r>
            <a:r>
              <a:rPr lang="en-US" sz="3200" dirty="0"/>
              <a:t> using stored JSONs or mock servers.</a:t>
            </a:r>
          </a:p>
          <a:p>
            <a:pPr algn="l"/>
            <a:r>
              <a:rPr lang="en-US" sz="3200" dirty="0"/>
              <a:t>This topic — </a:t>
            </a:r>
            <a:r>
              <a:rPr lang="en-US" sz="3200" b="1" dirty="0"/>
              <a:t>“Example: Simulate My Real Data API Responses During Training”</a:t>
            </a:r>
            <a:r>
              <a:rPr lang="en-US" sz="3200" dirty="0"/>
              <a:t> — will show how to </a:t>
            </a:r>
            <a:r>
              <a:rPr lang="en-US" sz="3200" i="1" dirty="0"/>
              <a:t>mimic real API behavior</a:t>
            </a:r>
            <a:r>
              <a:rPr lang="en-US" sz="3200" dirty="0"/>
              <a:t> using local JSONs or mock APIs so you can safely test pipelines without calling real production endpoints.</a:t>
            </a:r>
          </a:p>
          <a:p>
            <a:pPr algn="l"/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137094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11C63-C0C4-819E-64AF-62A0A4326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Simulate APIs?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132430-779F-FCEF-B3AF-0E345F5BB4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2391501"/>
            <a:ext cx="9316922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 hitting production or rate-limited endpoints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parsing and ETL logic offline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models or code with realistic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 and reproduce responses anytime</a:t>
            </a:r>
          </a:p>
        </p:txBody>
      </p:sp>
    </p:spTree>
    <p:extLst>
      <p:ext uri="{BB962C8B-B14F-4D97-AF65-F5344CB8AC3E}">
        <p14:creationId xmlns:p14="http://schemas.microsoft.com/office/powerpoint/2010/main" val="3470981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7D861-91B7-DBA7-7234-8C57F8A1D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– Realistic JSON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BDA64-8C92-0722-1C51-5E317805A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"employees": [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{"id": 101, "name": "Aisha", "role": "Manager", "region": "APAC"},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{"id": 102, "name": "Rahul", "role": "Developer", "region": "EMEA"}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],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"meta": {"source": "</a:t>
            </a:r>
            <a:r>
              <a:rPr lang="en-IN" dirty="0" err="1">
                <a:solidFill>
                  <a:schemeClr val="accent6"/>
                </a:solidFill>
              </a:rPr>
              <a:t>training_api</a:t>
            </a:r>
            <a:r>
              <a:rPr lang="en-IN" dirty="0">
                <a:solidFill>
                  <a:schemeClr val="accent6"/>
                </a:solidFill>
              </a:rPr>
              <a:t>", "status": "success"}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}</a:t>
            </a:r>
          </a:p>
          <a:p>
            <a:pPr marL="0" indent="0">
              <a:buNone/>
            </a:pPr>
            <a:r>
              <a:rPr lang="en-US" dirty="0"/>
              <a:t>This structure mirrors your work data.</a:t>
            </a: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2951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17DFB-6851-2561-15C0-B63ED9CA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Simulate with Local JSON File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D7A6E-B503-32BA-1E87-80EB6CC55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import </a:t>
            </a:r>
            <a:r>
              <a:rPr lang="en-US" dirty="0" err="1">
                <a:solidFill>
                  <a:schemeClr val="accent6"/>
                </a:solidFill>
              </a:rPr>
              <a:t>json</a:t>
            </a: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with open("</a:t>
            </a:r>
            <a:r>
              <a:rPr lang="en-US" dirty="0" err="1">
                <a:solidFill>
                  <a:schemeClr val="accent6"/>
                </a:solidFill>
              </a:rPr>
              <a:t>mock_api_response.json</a:t>
            </a:r>
            <a:r>
              <a:rPr lang="en-US" dirty="0">
                <a:solidFill>
                  <a:schemeClr val="accent6"/>
                </a:solidFill>
              </a:rPr>
              <a:t>", "r") as f: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data = </a:t>
            </a:r>
            <a:r>
              <a:rPr lang="en-US" dirty="0" err="1">
                <a:solidFill>
                  <a:schemeClr val="accent6"/>
                </a:solidFill>
              </a:rPr>
              <a:t>json.load</a:t>
            </a:r>
            <a:r>
              <a:rPr lang="en-US" dirty="0">
                <a:solidFill>
                  <a:schemeClr val="accent6"/>
                </a:solidFill>
              </a:rPr>
              <a:t>(f)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print("Employee count:", </a:t>
            </a:r>
            <a:r>
              <a:rPr lang="en-US" dirty="0" err="1">
                <a:solidFill>
                  <a:schemeClr val="accent6"/>
                </a:solidFill>
              </a:rPr>
              <a:t>len</a:t>
            </a:r>
            <a:r>
              <a:rPr lang="en-US" dirty="0">
                <a:solidFill>
                  <a:schemeClr val="accent6"/>
                </a:solidFill>
              </a:rPr>
              <a:t>(data["employees"]))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dirty="0"/>
              <a:t>You can test API logic without internet or live access.</a:t>
            </a:r>
            <a:endParaRPr lang="en-IN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203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09BA1-C1C0-16B6-A598-45A9F675C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Simulate with Python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A73B7-BF8F-F35A-C50C-367D22C60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>
                <a:solidFill>
                  <a:schemeClr val="accent6"/>
                </a:solidFill>
              </a:rPr>
              <a:t>mock_response</a:t>
            </a:r>
            <a:r>
              <a:rPr lang="en-IN" dirty="0">
                <a:solidFill>
                  <a:schemeClr val="accent6"/>
                </a:solidFill>
              </a:rPr>
              <a:t> = {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"shipments": [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    {"lane": "BLR-NYC", "status": "Delivered"},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    {"lane": "DEL-LHR", "status": "In-Transit"}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]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}</a:t>
            </a:r>
          </a:p>
          <a:p>
            <a:pPr marL="0" indent="0">
              <a:buNone/>
            </a:pPr>
            <a:r>
              <a:rPr lang="en-US" dirty="0"/>
              <a:t>Behaves like a real API .</a:t>
            </a:r>
            <a:r>
              <a:rPr lang="en-US" dirty="0" err="1"/>
              <a:t>json</a:t>
            </a:r>
            <a:r>
              <a:rPr lang="en-US" dirty="0"/>
              <a:t>() response.</a:t>
            </a:r>
            <a:endParaRPr lang="en-IN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3354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31FD0-D039-681C-3C57-3B2DF2609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Simulate Using requests-mock (Optional)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945EA-71D5-43FA-58C1-FBCA3CA6B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import requests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from </a:t>
            </a:r>
            <a:r>
              <a:rPr lang="en-IN" dirty="0" err="1">
                <a:solidFill>
                  <a:schemeClr val="accent6"/>
                </a:solidFill>
              </a:rPr>
              <a:t>unittest.mock</a:t>
            </a:r>
            <a:r>
              <a:rPr lang="en-IN" dirty="0">
                <a:solidFill>
                  <a:schemeClr val="accent6"/>
                </a:solidFill>
              </a:rPr>
              <a:t> import Mock</a:t>
            </a:r>
          </a:p>
          <a:p>
            <a:pPr marL="0" indent="0">
              <a:buNone/>
            </a:pP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IN" dirty="0" err="1">
                <a:solidFill>
                  <a:schemeClr val="accent6"/>
                </a:solidFill>
              </a:rPr>
              <a:t>mock_response</a:t>
            </a:r>
            <a:r>
              <a:rPr lang="en-IN" dirty="0">
                <a:solidFill>
                  <a:schemeClr val="accent6"/>
                </a:solidFill>
              </a:rPr>
              <a:t> = Mock()</a:t>
            </a:r>
          </a:p>
          <a:p>
            <a:pPr marL="0" indent="0">
              <a:buNone/>
            </a:pPr>
            <a:r>
              <a:rPr lang="en-IN" dirty="0" err="1">
                <a:solidFill>
                  <a:schemeClr val="accent6"/>
                </a:solidFill>
              </a:rPr>
              <a:t>mock_response.json.return_value</a:t>
            </a:r>
            <a:r>
              <a:rPr lang="en-IN" dirty="0">
                <a:solidFill>
                  <a:schemeClr val="accent6"/>
                </a:solidFill>
              </a:rPr>
              <a:t> = {"result": "ok"}</a:t>
            </a:r>
          </a:p>
          <a:p>
            <a:pPr marL="0" indent="0">
              <a:buNone/>
            </a:pPr>
            <a:r>
              <a:rPr lang="en-IN" dirty="0" err="1">
                <a:solidFill>
                  <a:schemeClr val="accent6"/>
                </a:solidFill>
              </a:rPr>
              <a:t>requests.get</a:t>
            </a:r>
            <a:r>
              <a:rPr lang="en-IN" dirty="0">
                <a:solidFill>
                  <a:schemeClr val="accent6"/>
                </a:solidFill>
              </a:rPr>
              <a:t> = Mock(</a:t>
            </a:r>
            <a:r>
              <a:rPr lang="en-IN" dirty="0" err="1">
                <a:solidFill>
                  <a:schemeClr val="accent6"/>
                </a:solidFill>
              </a:rPr>
              <a:t>return_value</a:t>
            </a:r>
            <a:r>
              <a:rPr lang="en-IN" dirty="0">
                <a:solidFill>
                  <a:schemeClr val="accent6"/>
                </a:solidFill>
              </a:rPr>
              <a:t>=</a:t>
            </a:r>
            <a:r>
              <a:rPr lang="en-IN" dirty="0" err="1">
                <a:solidFill>
                  <a:schemeClr val="accent6"/>
                </a:solidFill>
              </a:rPr>
              <a:t>mock_response</a:t>
            </a:r>
            <a:r>
              <a:rPr lang="en-IN" dirty="0">
                <a:solidFill>
                  <a:schemeClr val="accent6"/>
                </a:solidFill>
              </a:rPr>
              <a:t>)</a:t>
            </a:r>
          </a:p>
          <a:p>
            <a:pPr marL="0" indent="0">
              <a:buNone/>
            </a:pP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dirty="0"/>
              <a:t>Lets you test without calling a real API.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2646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D85A7-AA46-272B-A160-CF36AB04C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Example Workflow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47E4D5-C37A-3925-33EC-438BF2A284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24025"/>
            <a:ext cx="936705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sample API JSONs locally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Write your transformer or parser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json.load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simulate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json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Validate structure, handle missing fields</a:t>
            </a:r>
          </a:p>
        </p:txBody>
      </p:sp>
    </p:spTree>
    <p:extLst>
      <p:ext uri="{BB962C8B-B14F-4D97-AF65-F5344CB8AC3E}">
        <p14:creationId xmlns:p14="http://schemas.microsoft.com/office/powerpoint/2010/main" val="3785501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8AC78-E02F-0263-ECB5-3F20B1D88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Realistic 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0AFC4-427F-087D-7A2C-96FBE8133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data = {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"forecast": [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{"region": "APAC", "expected": 530},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{"region": "EMEA", "expected": 410}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]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}</a:t>
            </a:r>
          </a:p>
          <a:p>
            <a:pPr marL="0" indent="0">
              <a:buNone/>
            </a:pPr>
            <a:r>
              <a:rPr lang="en-US" dirty="0"/>
              <a:t>Loop and print results as if fetched from API.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5492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5B7A0-8AA2-DFA4-8FCE-B4AFFF198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Common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F4C04-BB12-368B-33A9-AD7075961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✅ Safe, repeatable, fast testing</a:t>
            </a:r>
            <a:br>
              <a:rPr lang="en-IN" dirty="0"/>
            </a:br>
            <a:r>
              <a:rPr lang="en-IN" dirty="0"/>
              <a:t>✅ Offline training possible</a:t>
            </a:r>
            <a:br>
              <a:rPr lang="en-IN" dirty="0"/>
            </a:br>
            <a:r>
              <a:rPr lang="en-IN" dirty="0"/>
              <a:t>✅ No dependency on live servers</a:t>
            </a:r>
            <a:br>
              <a:rPr lang="en-IN" dirty="0"/>
            </a:br>
            <a:r>
              <a:rPr lang="en-IN" dirty="0"/>
              <a:t>✅ Great for ETL and Glue testing environments</a:t>
            </a:r>
          </a:p>
        </p:txBody>
      </p:sp>
    </p:spTree>
    <p:extLst>
      <p:ext uri="{BB962C8B-B14F-4D97-AF65-F5344CB8AC3E}">
        <p14:creationId xmlns:p14="http://schemas.microsoft.com/office/powerpoint/2010/main" val="3804275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90407-FA3D-94EA-368F-2ADEEF610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560E5-7758-6F5D-4336-8E7F346B1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✅ Use local JSONs or mock data to simulate API output</a:t>
            </a:r>
            <a:br>
              <a:rPr lang="en-US"/>
            </a:br>
            <a:r>
              <a:rPr lang="en-US"/>
              <a:t>✅ Train pipelines offline</a:t>
            </a:r>
            <a:br>
              <a:rPr lang="en-US"/>
            </a:br>
            <a:r>
              <a:rPr lang="en-US"/>
              <a:t>✅ Keep the structure same as production responses</a:t>
            </a:r>
            <a:br>
              <a:rPr lang="en-US"/>
            </a:br>
            <a:r>
              <a:rPr lang="en-US"/>
              <a:t>✅ Replace simulation with live APIs later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33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493</Words>
  <Application>Microsoft Office PowerPoint</Application>
  <PresentationFormat>Widescreen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Unicode MS</vt:lpstr>
      <vt:lpstr>Calibri</vt:lpstr>
      <vt:lpstr>Calibri Light</vt:lpstr>
      <vt:lpstr>Office Theme</vt:lpstr>
      <vt:lpstr>Simulating Real API Responses</vt:lpstr>
      <vt:lpstr>Why Simulate APIs?</vt:lpstr>
      <vt:lpstr>Example – Realistic JSON Response</vt:lpstr>
      <vt:lpstr>Simulate with Local JSON File</vt:lpstr>
      <vt:lpstr>Simulate with Python Dictionary</vt:lpstr>
      <vt:lpstr>Simulate Using requests-mock (Optional)</vt:lpstr>
      <vt:lpstr>Example Workflow</vt:lpstr>
      <vt:lpstr>Realistic Use Case</vt:lpstr>
      <vt:lpstr>Common Benefits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2025-11-06T08:54:05Z</dcterms:created>
  <dcterms:modified xsi:type="dcterms:W3CDTF">2025-11-06T08:54:18Z</dcterms:modified>
</cp:coreProperties>
</file>