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624D-E6CE-0198-88A0-0E423EE4A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1DC3A-CAEB-995C-D3CA-09DAC1752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15A34-70D6-1E08-380B-FFBE72F78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44267-F7F3-0497-0B39-CDE156031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A0F8A-EEE5-AC09-1A79-23B4A5B7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48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D97D-B52A-BD45-E5F2-9C2D9B0B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388A0-0374-F2A8-747A-4BB3DCC49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9DAC5-3A46-45CD-5575-D0A838A9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88AF2-B3A2-536A-E01A-F4D470831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B7469-6725-E217-C96B-0154C230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93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8E2E-708D-334F-E3B0-D9BD30B4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E062E-953D-E751-3698-ECE5B539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EF758-A29C-4438-3B8A-934C55CF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75B7C-C795-959D-388C-8BBC153A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47E56-F0FE-E4A4-6D44-1AFACFF2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955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DB27-01C9-7D81-F2E4-7B7A6401A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1B776-176F-FDB2-198B-AD11B0E1F4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55A4F-BE89-AE47-C7B2-24D5ED3FA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BC1B6-7D94-7DEA-9744-1827615FC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29471-4D34-A200-F8F5-A4CD011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288E-C954-DF0A-C9EA-00DF7DE0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4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F46F-6888-A75A-8759-289CED51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2A52D-CC4F-D946-0D71-E7C534396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F9EE3-2A4B-A931-B7FA-969CAD9ED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8F516-A804-7D55-1B97-FF9DB32575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0B8FE-72B6-ED93-E4C1-6687B9E9F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33E25-DE69-862A-02D6-35DC4404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7933FF-48A7-188A-6516-DD839402F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D9EB75-B9AD-5AEA-F5B0-F97DBA6D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57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9B675-93E1-D81A-9BDC-6123040A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204953-8DED-0231-640E-B35993474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6CEEF-B6E7-958F-A6DE-09B56960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B4A8B-6134-CEBB-D608-5CEAA9A9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28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8E212-A4DD-FDCD-9CAC-39AC5D8C5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A197B-E1D0-516A-9266-78299DBD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622F2-8C03-E0CD-6447-A4B7190A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11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72F31-C53E-8C93-A770-1B476DD8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EE2B0-982E-F47A-A15D-6C3BEF518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72760-CEAF-A520-3C82-C144513BE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9CB75-DBDE-3207-8264-629264559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D99CA-EE55-394E-F797-1CBDE3D99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B599E-F1A3-8C4A-2707-ECCA2CDA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089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752B-6915-0E4C-F688-32252199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E5440-7E68-972C-8A59-0C384697A8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A3411-D2F2-5AD9-A488-102796D64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FB2C4-388E-71AE-D4F2-5BF52E86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0C207-D3CD-932B-F79D-F5EA0362C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4F5EB-E169-6BBE-F39B-9FC0C252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06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9159-577B-8881-CE32-0814AEE1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7D02F-A494-C261-6F30-E6CEA828D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EA221-63CD-EBC2-1A33-AD367DF43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22F9B-AE89-EA3F-EA7D-29B3E0C6A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41B61-8319-C2A6-D20B-BC62FA94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386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2468B-E951-1F6E-935D-4B8F7DC0A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316A8-AB2C-6537-2BF2-EEA8DF6D9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F0DEC-EA4A-A729-6FCA-7406FF12D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8B81F-A547-FC5B-4DFF-B6C6AC5B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0514-750D-6C71-C1AE-E89A8405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01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30974-AC8F-B369-FB74-CBEA97DBC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AAB34-E785-7A5D-A034-08DB92789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A52FE-85EF-AD3F-C896-75B96B01D2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7786C-8870-49CC-886C-34427944003E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6BE6-1741-A8CD-C618-35A4731F2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09E50-4408-C24B-9793-1EF933A85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A5663-C810-4E40-BD3C-CFCD1AAE56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58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C1DB7-16D6-B111-FDB2-D8F0C2C26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862" y="224589"/>
            <a:ext cx="9577137" cy="1171074"/>
          </a:xfrm>
        </p:spPr>
        <p:txBody>
          <a:bodyPr/>
          <a:lstStyle/>
          <a:p>
            <a:r>
              <a:rPr lang="en-IN" dirty="0"/>
              <a:t>AWS Deployment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6CE38-56AD-5DD1-130F-088D6694C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021" y="1844842"/>
            <a:ext cx="9897979" cy="341295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What is AWS Deployment?</a:t>
            </a:r>
            <a:br>
              <a:rPr lang="en-US" dirty="0"/>
            </a:b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AWS Deployment refers to the process of packaging, configuring, and launching applications or data pipelines on AWS infrastructure.</a:t>
            </a:r>
            <a:br>
              <a:rPr lang="en-US" dirty="0"/>
            </a:br>
            <a:r>
              <a:rPr lang="en-US" dirty="0"/>
              <a:t>It covers how code moves from your local machine to services like Lambda, ECS, Glue, or EC2.</a:t>
            </a:r>
            <a:br>
              <a:rPr lang="en-US" dirty="0"/>
            </a:br>
            <a:r>
              <a:rPr lang="en-US" b="1" dirty="0"/>
              <a:t>Key Points:</a:t>
            </a:r>
            <a:endParaRPr lang="en-US" dirty="0"/>
          </a:p>
          <a:p>
            <a:pPr algn="l"/>
            <a:r>
              <a:rPr lang="en-US" dirty="0"/>
              <a:t>Code + Infrastructure + Config = Deployment</a:t>
            </a:r>
          </a:p>
          <a:p>
            <a:pPr algn="l"/>
            <a:r>
              <a:rPr lang="en-US" dirty="0"/>
              <a:t>Automates build → test → release cycle</a:t>
            </a:r>
          </a:p>
          <a:p>
            <a:pPr algn="l"/>
            <a:r>
              <a:rPr lang="en-US" dirty="0"/>
              <a:t>Enables scaling, monitoring, and rollback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6604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0845C-ACF3-DFAA-8E61-A0203F7E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AWS Deployment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D559-94D9-2320-2B9C-792222EA5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AWS provides multiple services for application and data deployment, depending on use case.</a:t>
            </a:r>
            <a:br>
              <a:rPr lang="en-IN" dirty="0"/>
            </a:br>
            <a:r>
              <a:rPr lang="en-IN" b="1" dirty="0"/>
              <a:t>Examples:</a:t>
            </a:r>
            <a:endParaRPr lang="en-IN" dirty="0"/>
          </a:p>
          <a:p>
            <a:r>
              <a:rPr lang="en-IN" b="1" dirty="0"/>
              <a:t>AWS Lambda:</a:t>
            </a:r>
            <a:r>
              <a:rPr lang="en-IN" dirty="0"/>
              <a:t> Serverless deployment for Python code or APIs</a:t>
            </a:r>
          </a:p>
          <a:p>
            <a:r>
              <a:rPr lang="en-IN" b="1" dirty="0"/>
              <a:t>AWS Glue:</a:t>
            </a:r>
            <a:r>
              <a:rPr lang="en-IN" dirty="0"/>
              <a:t> ETL job deployment for data pipelines</a:t>
            </a:r>
          </a:p>
          <a:p>
            <a:r>
              <a:rPr lang="en-IN" b="1" dirty="0"/>
              <a:t>Amazon ECS/EKS:</a:t>
            </a:r>
            <a:r>
              <a:rPr lang="en-IN" dirty="0"/>
              <a:t> Containerized app deployment (Docker/Kubernetes)</a:t>
            </a:r>
          </a:p>
          <a:p>
            <a:r>
              <a:rPr lang="en-IN" b="1" dirty="0"/>
              <a:t>AWS Elastic Beanstalk:</a:t>
            </a:r>
            <a:r>
              <a:rPr lang="en-IN" dirty="0"/>
              <a:t> Simplified app deployment</a:t>
            </a:r>
          </a:p>
          <a:p>
            <a:r>
              <a:rPr lang="en-IN" b="1" dirty="0"/>
              <a:t>AWS </a:t>
            </a:r>
            <a:r>
              <a:rPr lang="en-IN" b="1" dirty="0" err="1"/>
              <a:t>CodeDeploy</a:t>
            </a:r>
            <a:r>
              <a:rPr lang="en-IN" b="1" dirty="0"/>
              <a:t>:</a:t>
            </a:r>
            <a:r>
              <a:rPr lang="en-IN" dirty="0"/>
              <a:t> Automated rollout of app versions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840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024AA-184E-CFF0-EA72-359EEAFF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Flow (General)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6F73D-5410-8077-1FF7-C2F9EA72B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Typical Deployment Pipeline</a:t>
            </a:r>
            <a:br>
              <a:rPr lang="en-IN" dirty="0"/>
            </a:br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1️⃣ Code pushed to Git (GitLab/GitHub)</a:t>
            </a:r>
            <a:br>
              <a:rPr lang="en-IN" dirty="0"/>
            </a:br>
            <a:r>
              <a:rPr lang="en-IN" dirty="0"/>
              <a:t>2️⃣ CI/CD tool builds and tests the app</a:t>
            </a:r>
            <a:br>
              <a:rPr lang="en-IN" dirty="0"/>
            </a:br>
            <a:r>
              <a:rPr lang="en-IN" dirty="0"/>
              <a:t>3️⃣ Artifact stored (e.g., S3 or ECR)</a:t>
            </a:r>
            <a:br>
              <a:rPr lang="en-IN" dirty="0"/>
            </a:br>
            <a:r>
              <a:rPr lang="en-IN" dirty="0"/>
              <a:t>4️⃣ AWS service (Lambda/Glue/ECS) fetches artifact</a:t>
            </a:r>
            <a:br>
              <a:rPr lang="en-IN" dirty="0"/>
            </a:br>
            <a:r>
              <a:rPr lang="en-IN" dirty="0"/>
              <a:t>5️⃣ Deployed via CloudFormation/Terraform/</a:t>
            </a:r>
            <a:r>
              <a:rPr lang="en-IN" dirty="0" err="1"/>
              <a:t>IaC</a:t>
            </a:r>
            <a:br>
              <a:rPr lang="en-IN" dirty="0"/>
            </a:br>
            <a:r>
              <a:rPr lang="en-IN" b="1" dirty="0"/>
              <a:t>Diagram (explained):</a:t>
            </a:r>
            <a:br>
              <a:rPr lang="en-IN" dirty="0"/>
            </a:br>
            <a:r>
              <a:rPr lang="en-IN" dirty="0"/>
              <a:t>Developer → CI/CD → Artifact → AWS → Running Service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094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DFF9-5D68-7417-9B58-DA86CE2C8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7622E-8C22-39CD-8CFA-DF7928D6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AWS Environment Hierarchy</a:t>
            </a:r>
            <a:br>
              <a:rPr lang="en-IN" dirty="0"/>
            </a:b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AWS environments are typically layered:</a:t>
            </a:r>
          </a:p>
          <a:p>
            <a:r>
              <a:rPr lang="en-IN" b="1" dirty="0"/>
              <a:t>Dev:</a:t>
            </a:r>
            <a:r>
              <a:rPr lang="en-IN" dirty="0"/>
              <a:t> Testing new code and configs</a:t>
            </a:r>
          </a:p>
          <a:p>
            <a:r>
              <a:rPr lang="en-IN" b="1" dirty="0"/>
              <a:t>Stage:</a:t>
            </a:r>
            <a:r>
              <a:rPr lang="en-IN" dirty="0"/>
              <a:t> QA / pre-production testing</a:t>
            </a:r>
          </a:p>
          <a:p>
            <a:r>
              <a:rPr lang="en-IN" b="1" dirty="0"/>
              <a:t>Prod:</a:t>
            </a:r>
            <a:r>
              <a:rPr lang="en-IN" dirty="0"/>
              <a:t> Live environment serving users</a:t>
            </a:r>
            <a:br>
              <a:rPr lang="en-IN" dirty="0"/>
            </a:br>
            <a:r>
              <a:rPr lang="en-IN" b="1" dirty="0"/>
              <a:t>Best Practices:</a:t>
            </a:r>
            <a:endParaRPr lang="en-IN" dirty="0"/>
          </a:p>
          <a:p>
            <a:r>
              <a:rPr lang="en-IN" dirty="0"/>
              <a:t>Use separate IAM roles and S3 buckets</a:t>
            </a:r>
          </a:p>
          <a:p>
            <a:r>
              <a:rPr lang="en-IN" dirty="0"/>
              <a:t>Apply </a:t>
            </a:r>
            <a:r>
              <a:rPr lang="en-IN" dirty="0" err="1"/>
              <a:t>AppConfig</a:t>
            </a:r>
            <a:r>
              <a:rPr lang="en-IN" dirty="0"/>
              <a:t> or env vars to point to right endpoints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958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1C58-2F9D-2B66-137B-2AEE5F0D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using AWS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3437C-6E7A-436C-0471-0111A8061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Deploy Python code easily as a serverless function using AWS Lambda.</a:t>
            </a:r>
            <a:br>
              <a:rPr lang="en-IN" dirty="0"/>
            </a:br>
            <a:r>
              <a:rPr lang="en-IN" b="1" dirty="0"/>
              <a:t>Steps:</a:t>
            </a:r>
            <a:br>
              <a:rPr lang="en-IN" dirty="0"/>
            </a:br>
            <a:r>
              <a:rPr lang="en-IN" dirty="0"/>
              <a:t>1️⃣ Package code into .zip or use container image</a:t>
            </a:r>
            <a:br>
              <a:rPr lang="en-IN" dirty="0"/>
            </a:br>
            <a:r>
              <a:rPr lang="en-IN" dirty="0"/>
              <a:t>2️⃣ Upload via AWS Console, CLI, or </a:t>
            </a:r>
            <a:r>
              <a:rPr lang="en-IN" dirty="0" err="1"/>
              <a:t>CodePipeline</a:t>
            </a:r>
            <a:br>
              <a:rPr lang="en-IN" dirty="0"/>
            </a:br>
            <a:r>
              <a:rPr lang="en-IN" dirty="0"/>
              <a:t>3️⃣ Configure IAM roles and triggers (API Gateway, S3, </a:t>
            </a:r>
            <a:r>
              <a:rPr lang="en-IN" dirty="0" err="1"/>
              <a:t>EventBridge</a:t>
            </a:r>
            <a:r>
              <a:rPr lang="en-IN" dirty="0"/>
              <a:t>)</a:t>
            </a:r>
            <a:br>
              <a:rPr lang="en-IN" dirty="0"/>
            </a:br>
            <a:r>
              <a:rPr lang="en-IN" b="1" dirty="0"/>
              <a:t>Exa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aws</a:t>
            </a:r>
            <a:r>
              <a:rPr lang="en-IN" b="1" dirty="0">
                <a:solidFill>
                  <a:srgbClr val="FF0000"/>
                </a:solidFill>
              </a:rPr>
              <a:t> lambda update-function-code --function-name </a:t>
            </a:r>
            <a:r>
              <a:rPr lang="en-IN" b="1" dirty="0" err="1">
                <a:solidFill>
                  <a:srgbClr val="FF0000"/>
                </a:solidFill>
              </a:rPr>
              <a:t>myFunc</a:t>
            </a:r>
            <a:r>
              <a:rPr lang="en-IN" b="1" dirty="0">
                <a:solidFill>
                  <a:srgbClr val="FF0000"/>
                </a:solidFill>
              </a:rPr>
              <a:t> --zip-file fileb://app.zip </a:t>
            </a:r>
            <a:r>
              <a:rPr lang="en-IN" b="1" dirty="0" err="1">
                <a:solidFill>
                  <a:srgbClr val="FF0000"/>
                </a:solidFill>
              </a:rPr>
              <a:t>mple</a:t>
            </a:r>
            <a:r>
              <a:rPr lang="en-IN" b="1" dirty="0">
                <a:solidFill>
                  <a:srgbClr val="FF0000"/>
                </a:solidFill>
              </a:rPr>
              <a:t>: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786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98A89-EC4D-D702-699E-8591225C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using AWS Glue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1EDEF-E6C5-2CF3-B9BA-4545EF031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Glue jobs can be deployed using Python scripts from S3.</a:t>
            </a:r>
            <a:br>
              <a:rPr lang="en-US" dirty="0"/>
            </a:br>
            <a:r>
              <a:rPr lang="en-US" b="1" dirty="0"/>
              <a:t>Example Flow:</a:t>
            </a:r>
            <a:br>
              <a:rPr lang="en-US" dirty="0"/>
            </a:br>
            <a:r>
              <a:rPr lang="en-US" dirty="0"/>
              <a:t>1️⃣ Upload script to S3 → s3://etl-scripts/my_job.py</a:t>
            </a:r>
            <a:br>
              <a:rPr lang="en-US" dirty="0"/>
            </a:br>
            <a:r>
              <a:rPr lang="en-US" dirty="0"/>
              <a:t>2️⃣ Create/Update Glue Job to use the new script path</a:t>
            </a:r>
            <a:br>
              <a:rPr lang="en-US" dirty="0"/>
            </a:br>
            <a:r>
              <a:rPr lang="en-US" dirty="0"/>
              <a:t>3️⃣ Manage versions with tags and change logs</a:t>
            </a:r>
            <a:br>
              <a:rPr lang="en-US" dirty="0"/>
            </a:br>
            <a:r>
              <a:rPr lang="en-US" b="1" dirty="0"/>
              <a:t>Command: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aws</a:t>
            </a:r>
            <a:r>
              <a:rPr lang="en-US" dirty="0">
                <a:solidFill>
                  <a:srgbClr val="FF0000"/>
                </a:solidFill>
              </a:rPr>
              <a:t> glue update-job --job-name </a:t>
            </a:r>
            <a:r>
              <a:rPr lang="en-US" dirty="0" err="1">
                <a:solidFill>
                  <a:srgbClr val="FF0000"/>
                </a:solidFill>
              </a:rPr>
              <a:t>etl_job</a:t>
            </a:r>
            <a:r>
              <a:rPr lang="en-US" dirty="0">
                <a:solidFill>
                  <a:srgbClr val="FF0000"/>
                </a:solidFill>
              </a:rPr>
              <a:t> --job-update file://job.json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4463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2D71-077F-E804-E201-2D31F257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Infrastructure as Code (</a:t>
            </a:r>
            <a:r>
              <a:rPr lang="en-IN" dirty="0" err="1"/>
              <a:t>IaC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DDA8F-A3DB-7A8F-2EA5-A464A7049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1299411"/>
            <a:ext cx="10728158" cy="4877552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Using CloudFormation or Terraform</a:t>
            </a:r>
            <a:br>
              <a:rPr lang="en-IN" dirty="0"/>
            </a:br>
            <a:r>
              <a:rPr lang="en-IN" b="1" dirty="0"/>
              <a:t>Theory:</a:t>
            </a:r>
            <a:br>
              <a:rPr lang="en-IN" dirty="0"/>
            </a:br>
            <a:r>
              <a:rPr lang="en-IN" dirty="0" err="1"/>
              <a:t>IaC</a:t>
            </a:r>
            <a:r>
              <a:rPr lang="en-IN" dirty="0"/>
              <a:t> automates environment creation and version control for infrastructure.</a:t>
            </a:r>
            <a:br>
              <a:rPr lang="en-IN" dirty="0"/>
            </a:br>
            <a:r>
              <a:rPr lang="en-IN" b="1" dirty="0"/>
              <a:t>Benefits:</a:t>
            </a:r>
            <a:endParaRPr lang="en-IN" dirty="0"/>
          </a:p>
          <a:p>
            <a:r>
              <a:rPr lang="en-IN" dirty="0"/>
              <a:t>No manual AWS Console changes</a:t>
            </a:r>
          </a:p>
          <a:p>
            <a:r>
              <a:rPr lang="en-IN" dirty="0"/>
              <a:t>Reproducible deployments</a:t>
            </a:r>
          </a:p>
          <a:p>
            <a:r>
              <a:rPr lang="en-IN" dirty="0"/>
              <a:t>Version-controlled environment definitions</a:t>
            </a:r>
            <a:br>
              <a:rPr lang="en-IN" dirty="0"/>
            </a:br>
            <a:r>
              <a:rPr lang="en-IN" b="1" dirty="0"/>
              <a:t>Example (YAML snippet):</a:t>
            </a: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Resources: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</a:t>
            </a:r>
            <a:r>
              <a:rPr lang="en-IN" dirty="0" err="1">
                <a:solidFill>
                  <a:srgbClr val="FF0000"/>
                </a:solidFill>
              </a:rPr>
              <a:t>MyBucket</a:t>
            </a:r>
            <a:r>
              <a:rPr lang="en-IN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Type: AWS::S3::Bucket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Properties: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  </a:t>
            </a:r>
            <a:r>
              <a:rPr lang="en-IN" dirty="0" err="1">
                <a:solidFill>
                  <a:srgbClr val="FF0000"/>
                </a:solidFill>
              </a:rPr>
              <a:t>BucketName</a:t>
            </a:r>
            <a:r>
              <a:rPr lang="en-IN" dirty="0">
                <a:solidFill>
                  <a:srgbClr val="FF0000"/>
                </a:solidFill>
              </a:rPr>
              <a:t>: "</a:t>
            </a:r>
            <a:r>
              <a:rPr lang="en-IN" dirty="0" err="1">
                <a:solidFill>
                  <a:srgbClr val="FF0000"/>
                </a:solidFill>
              </a:rPr>
              <a:t>etl</a:t>
            </a:r>
            <a:r>
              <a:rPr lang="en-IN" dirty="0">
                <a:solidFill>
                  <a:srgbClr val="FF0000"/>
                </a:solidFill>
              </a:rPr>
              <a:t>-prod-bucket"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124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9131-86CC-6FB3-A084-F30FAED6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Continuous Integration / Continuous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D7085-123C-2050-B65B-8B663D834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CI/CD on AWS</a:t>
            </a:r>
            <a:br>
              <a:rPr lang="en-IN" dirty="0"/>
            </a:b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CI/CD ensures every commit is tested and deployed automatically.</a:t>
            </a:r>
            <a:br>
              <a:rPr lang="en-IN" dirty="0"/>
            </a:br>
            <a:r>
              <a:rPr lang="en-IN" b="1" dirty="0"/>
              <a:t>AWS Tools:</a:t>
            </a:r>
            <a:endParaRPr lang="en-IN" dirty="0"/>
          </a:p>
          <a:p>
            <a:r>
              <a:rPr lang="en-IN" b="1" dirty="0" err="1"/>
              <a:t>CodeBuild</a:t>
            </a:r>
            <a:r>
              <a:rPr lang="en-IN" b="1" dirty="0"/>
              <a:t>:</a:t>
            </a:r>
            <a:r>
              <a:rPr lang="en-IN" dirty="0"/>
              <a:t> Builds and tests code</a:t>
            </a:r>
          </a:p>
          <a:p>
            <a:r>
              <a:rPr lang="en-IN" b="1" dirty="0" err="1"/>
              <a:t>CodePipeline</a:t>
            </a:r>
            <a:r>
              <a:rPr lang="en-IN" b="1" dirty="0"/>
              <a:t>:</a:t>
            </a:r>
            <a:r>
              <a:rPr lang="en-IN" dirty="0"/>
              <a:t> Orchestrates stages</a:t>
            </a:r>
          </a:p>
          <a:p>
            <a:r>
              <a:rPr lang="en-IN" b="1" dirty="0" err="1"/>
              <a:t>CodeDeploy</a:t>
            </a:r>
            <a:r>
              <a:rPr lang="en-IN" b="1" dirty="0"/>
              <a:t>:</a:t>
            </a:r>
            <a:r>
              <a:rPr lang="en-IN" dirty="0"/>
              <a:t> Handles rollout</a:t>
            </a:r>
            <a:br>
              <a:rPr lang="en-IN" dirty="0"/>
            </a:br>
            <a:r>
              <a:rPr lang="en-IN" b="1" dirty="0"/>
              <a:t>Example:</a:t>
            </a:r>
            <a:br>
              <a:rPr lang="en-IN" dirty="0"/>
            </a:br>
            <a:r>
              <a:rPr lang="en-IN" dirty="0"/>
              <a:t>Dev → </a:t>
            </a:r>
            <a:r>
              <a:rPr lang="en-IN" dirty="0" err="1"/>
              <a:t>CodeBuild</a:t>
            </a:r>
            <a:r>
              <a:rPr lang="en-IN" dirty="0"/>
              <a:t> → </a:t>
            </a:r>
            <a:r>
              <a:rPr lang="en-IN" dirty="0" err="1"/>
              <a:t>CodeDeploy</a:t>
            </a:r>
            <a:r>
              <a:rPr lang="en-IN" dirty="0"/>
              <a:t> → Lambda/Glue update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18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1F79-47F8-5681-0A09-CB13E141A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&amp; Logging Post-Deployment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7996-EF38-999D-0FF3-F73DD3540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After deployment, monitor performance and logs to ensure stability.</a:t>
            </a:r>
            <a:br>
              <a:rPr lang="en-IN" dirty="0"/>
            </a:br>
            <a:r>
              <a:rPr lang="en-IN" b="1" dirty="0"/>
              <a:t>Tools:</a:t>
            </a:r>
            <a:endParaRPr lang="en-IN" dirty="0"/>
          </a:p>
          <a:p>
            <a:r>
              <a:rPr lang="en-IN" b="1" dirty="0"/>
              <a:t>CloudWatch Logs:</a:t>
            </a:r>
            <a:r>
              <a:rPr lang="en-IN" dirty="0"/>
              <a:t> Application logs</a:t>
            </a:r>
          </a:p>
          <a:p>
            <a:r>
              <a:rPr lang="en-IN" b="1" dirty="0"/>
              <a:t>CloudTrail:</a:t>
            </a:r>
            <a:r>
              <a:rPr lang="en-IN" dirty="0"/>
              <a:t> API call auditing</a:t>
            </a:r>
          </a:p>
          <a:p>
            <a:r>
              <a:rPr lang="en-IN" b="1" dirty="0"/>
              <a:t>AWS X-Ray:</a:t>
            </a:r>
            <a:r>
              <a:rPr lang="en-IN" dirty="0"/>
              <a:t> Request tracing</a:t>
            </a:r>
            <a:br>
              <a:rPr lang="en-IN" dirty="0"/>
            </a:br>
            <a:r>
              <a:rPr lang="en-IN" b="1" dirty="0"/>
              <a:t>Tip:</a:t>
            </a:r>
            <a:r>
              <a:rPr lang="en-IN" dirty="0"/>
              <a:t> Always integrate </a:t>
            </a:r>
            <a:r>
              <a:rPr lang="en-IN" dirty="0" err="1"/>
              <a:t>logger.error</a:t>
            </a:r>
            <a:r>
              <a:rPr lang="en-IN" dirty="0"/>
              <a:t>() from your code with CloudWatch for centralized monitoring.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506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8B52B-3250-E314-E941-7544749DF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4C86E-87BA-738F-3E2D-B2FEA0DF8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Summary – AWS Deployment Essentials</a:t>
            </a:r>
            <a:br>
              <a:rPr lang="en-IN" dirty="0"/>
            </a:br>
            <a:r>
              <a:rPr lang="en-IN" b="1" dirty="0"/>
              <a:t>Best Practices:</a:t>
            </a:r>
            <a:endParaRPr lang="en-IN" dirty="0"/>
          </a:p>
          <a:p>
            <a:r>
              <a:rPr lang="en-IN" dirty="0"/>
              <a:t>Use </a:t>
            </a:r>
            <a:r>
              <a:rPr lang="en-IN" dirty="0" err="1"/>
              <a:t>IaC</a:t>
            </a:r>
            <a:r>
              <a:rPr lang="en-IN" dirty="0"/>
              <a:t> for all environments</a:t>
            </a:r>
          </a:p>
          <a:p>
            <a:r>
              <a:rPr lang="en-IN" dirty="0"/>
              <a:t>Keep secrets in </a:t>
            </a:r>
            <a:r>
              <a:rPr lang="en-IN" b="1" dirty="0"/>
              <a:t>AWS Secrets Manager / SSM</a:t>
            </a:r>
            <a:endParaRPr lang="en-IN" dirty="0"/>
          </a:p>
          <a:p>
            <a:r>
              <a:rPr lang="en-IN" dirty="0"/>
              <a:t>Use config-driven approach for environment URLs</a:t>
            </a:r>
          </a:p>
          <a:p>
            <a:r>
              <a:rPr lang="en-IN" dirty="0"/>
              <a:t>Automate deployments via CI/CD</a:t>
            </a:r>
          </a:p>
          <a:p>
            <a:r>
              <a:rPr lang="en-IN" dirty="0"/>
              <a:t>Test before promoting to Prod</a:t>
            </a:r>
            <a:br>
              <a:rPr lang="en-IN" dirty="0"/>
            </a:br>
            <a:r>
              <a:rPr lang="en-IN" b="1" dirty="0"/>
              <a:t>Quick Recap:</a:t>
            </a:r>
            <a:br>
              <a:rPr lang="en-IN" dirty="0"/>
            </a:br>
            <a:r>
              <a:rPr lang="en-IN" dirty="0"/>
              <a:t>Code → Build → Deploy → Monitor → Improve 🚀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01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AWS Deployment Concepts</vt:lpstr>
      <vt:lpstr>Common AWS Deployment Services</vt:lpstr>
      <vt:lpstr>Deployment Flow (General)</vt:lpstr>
      <vt:lpstr>Environment Setup</vt:lpstr>
      <vt:lpstr>Deployment using AWS Lambda</vt:lpstr>
      <vt:lpstr>Deployment using AWS Glue</vt:lpstr>
      <vt:lpstr>Infrastructure as Code (IaC)</vt:lpstr>
      <vt:lpstr>Continuous Integration / Continuous Deployment</vt:lpstr>
      <vt:lpstr>Monitoring &amp; Logging Post-Deployment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2025-11-10T10:34:57Z</dcterms:created>
  <dcterms:modified xsi:type="dcterms:W3CDTF">2025-11-10T10:35:02Z</dcterms:modified>
</cp:coreProperties>
</file>