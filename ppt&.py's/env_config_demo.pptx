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F3F41-88AC-4258-0B4A-460CCF0DEA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3019D3-DBD7-3A67-8AE1-A19AFCC9AA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303423-1D04-8B30-2CB1-ADD8B1CC5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9E306-18B1-4E2A-8503-BB4779A8F8D2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CC030-3EB2-EA2F-FAA6-CEB7105FC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B15936-4B5A-9511-FADE-FF4A67F4A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6A03C-9708-4A0B-B8C5-5E23A8E3A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1679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E0191-FFEB-3143-A1CA-D5C506DC4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03DBE-ABFA-20FE-F623-330CC37429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A2146D-6B71-681F-0A68-24521028D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9E306-18B1-4E2A-8503-BB4779A8F8D2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5A2B8-999E-C35D-439C-12A4D053C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2D488-EEA8-3285-5754-470FD75DC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6A03C-9708-4A0B-B8C5-5E23A8E3A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8765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57659-7B80-5993-28F1-47EB5D7E9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94C0FE-8F85-B2AE-D4CD-53104B3376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A6A42-2B1E-A5F6-2166-11AA02424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9E306-18B1-4E2A-8503-BB4779A8F8D2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7A453-E1FC-45E8-A431-9350A0F9C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2F2F85-3FB5-27BF-0A41-35989CBD5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6A03C-9708-4A0B-B8C5-5E23A8E3A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5413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131B7-57C6-92C1-6BFF-F349F0A90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8AF7F-EB99-B03A-607E-472E306497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DB277B-C4EF-DBB5-E1CF-41A7F16D36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AE6B81-080F-1106-FE8D-1C0336CC1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9E306-18B1-4E2A-8503-BB4779A8F8D2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4BCDE9-2BAB-B9C3-BA28-A25B04381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E86CD4-CE77-2377-340F-CD1EE58A0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6A03C-9708-4A0B-B8C5-5E23A8E3A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8374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D5647-7910-52DD-3D16-E5A1FE324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59F70-9196-23D6-6C9B-38920B822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301883-9139-4162-F8EF-F2DBB1FAEF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A07C4B-ABD9-BFDB-9ED0-6F3DE19550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B43AF1-2968-28DC-BF49-7CAE66CAE3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EB8AF7-45CF-B704-C772-B61C1040F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9E306-18B1-4E2A-8503-BB4779A8F8D2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A8237D-916A-AF2A-AA84-A54C1F05F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A2CDB0-B9C4-BDBA-ED37-4D7A41F59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6A03C-9708-4A0B-B8C5-5E23A8E3A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4504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FDCE6-225C-EAC1-BD05-56B7DEC48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095FFE-70F4-A2E5-DED8-EA6A9DACB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9E306-18B1-4E2A-8503-BB4779A8F8D2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EC4625-95A9-C454-85C3-0AFFE8223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7CFBAB-1F20-A2E3-77E6-006B8B30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6A03C-9708-4A0B-B8C5-5E23A8E3A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6554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2CC60C-E691-0DF0-4D49-B3A01C793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9E306-18B1-4E2A-8503-BB4779A8F8D2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B7C88F-488C-C403-3319-45CC1AEB7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D71B13-BDEF-7582-AA41-6D7BA38C9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6A03C-9708-4A0B-B8C5-5E23A8E3A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4971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19790-9917-CBFF-1758-1F21CC9D4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EEA2D-0BF4-671A-31F2-C48C1AA29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2C5807-9726-B24C-738F-EDB4797C81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50E516-CEAB-1BCC-EB6B-EA403112B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9E306-18B1-4E2A-8503-BB4779A8F8D2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FF1CD7-6252-7552-51B9-E25A2CD8C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CC9287-A4D8-39DF-9282-676275295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6A03C-9708-4A0B-B8C5-5E23A8E3A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2217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31487-C169-78A4-4AA5-39BBA43CB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58485A-D28C-CF38-3586-ED1C245E11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B00899-8CDA-93A3-232B-AE28B16825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ABE52D-FDD4-6588-7676-B1E941772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9E306-18B1-4E2A-8503-BB4779A8F8D2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B6E111-DB00-2245-2840-CFF8639D8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AF9337-866B-8AD1-1242-255749AA4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6A03C-9708-4A0B-B8C5-5E23A8E3A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9026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F835D-88DD-E410-5031-9AB569F50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E08DDC-41A6-8893-198F-120D8AD3BF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4DA7D-E576-AB6D-1C81-E0519D67B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9E306-18B1-4E2A-8503-BB4779A8F8D2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80CAE-EE0B-13A0-5737-08D5DFC2E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981FB-35E4-94B4-7F4D-1185215F8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6A03C-9708-4A0B-B8C5-5E23A8E3A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9091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E83B10-4BDE-5797-E4AE-F749F07018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11FC8E-FAF6-AB7F-B083-892FDBAE8F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4B392-F724-D3DC-2F7F-8E3681AA6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9E306-18B1-4E2A-8503-BB4779A8F8D2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AA03D-EE1C-C7A8-8C34-6ABA37D6B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8E9ADC-1C84-1403-4688-B324A6C8C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6A03C-9708-4A0B-B8C5-5E23A8E3A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33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F5D1CF-1ABD-7863-9BBD-66A761BF8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A085B2-3319-D3F7-4005-34279EC95B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78CF4C-7928-2DC6-09F7-53EDBB9C09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49E306-18B1-4E2A-8503-BB4779A8F8D2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B233C-8499-80F0-2051-809758801E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B35B4-9BB5-27CF-37E1-A68D0B1B37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A6A03C-9708-4A0B-B8C5-5E23A8E3A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8211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F8523-4F02-BBB1-AF51-412047E81D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0653" y="144379"/>
            <a:ext cx="9657347" cy="2390274"/>
          </a:xfrm>
        </p:spPr>
        <p:txBody>
          <a:bodyPr>
            <a:normAutofit/>
          </a:bodyPr>
          <a:lstStyle/>
          <a:p>
            <a:r>
              <a:rPr lang="en-IN" b="1" dirty="0"/>
              <a:t>Environments &amp; Configurations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AE28EF-8117-AAB5-AC42-1FBFAC7970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463" y="1652337"/>
            <a:ext cx="10491537" cy="3605463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What are Environments &amp; Configurations?</a:t>
            </a:r>
          </a:p>
          <a:p>
            <a:pPr algn="l"/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Environments represent stages where your application runs — Local, Dev, Stage, and Prod.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Each environment has unique configurations (like database URLs, API keys, or file paths).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Use environment-specific config files or .env variables to isolate and manage these differences safely.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1795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E49D3-C871-98DD-0C98-10C0D4432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Multiple Environments Exist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02EF8-99A9-8740-D7E5-93E9946CF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What:</a:t>
            </a:r>
            <a:endParaRPr lang="en-US" dirty="0"/>
          </a:p>
          <a:p>
            <a:r>
              <a:rPr lang="en-US" b="1" dirty="0"/>
              <a:t>Local:</a:t>
            </a:r>
            <a:r>
              <a:rPr lang="en-US" dirty="0"/>
              <a:t> Developer’s machine for experimentation</a:t>
            </a:r>
          </a:p>
          <a:p>
            <a:r>
              <a:rPr lang="en-US" b="1" dirty="0"/>
              <a:t>Dev:</a:t>
            </a:r>
            <a:r>
              <a:rPr lang="en-US" dirty="0"/>
              <a:t> Shared testing space</a:t>
            </a:r>
          </a:p>
          <a:p>
            <a:r>
              <a:rPr lang="en-US" b="1" dirty="0"/>
              <a:t>Stage:</a:t>
            </a:r>
            <a:r>
              <a:rPr lang="en-US" dirty="0"/>
              <a:t> Pre-production environment</a:t>
            </a:r>
          </a:p>
          <a:p>
            <a:r>
              <a:rPr lang="en-US" b="1" dirty="0"/>
              <a:t>Prod:</a:t>
            </a:r>
            <a:r>
              <a:rPr lang="en-US" dirty="0"/>
              <a:t> Live user-facing system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To test, debug, and validate safely before deployment.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Keep separate credentials and data connections for each environment.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333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2C230-4385-30CF-8D2E-98AB9447A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Configuration Management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B295D-5F13-93FF-1D41-02A7E977B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Configurations define how the system connects to databases, APIs, and other services.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They allow the same codebase to run everywhere with different settings.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Store configurations in .</a:t>
            </a:r>
            <a:r>
              <a:rPr lang="en-US" dirty="0" err="1"/>
              <a:t>yaml</a:t>
            </a:r>
            <a:r>
              <a:rPr lang="en-US" dirty="0"/>
              <a:t>, .</a:t>
            </a:r>
            <a:r>
              <a:rPr lang="en-US" dirty="0" err="1"/>
              <a:t>json</a:t>
            </a:r>
            <a:r>
              <a:rPr lang="en-US" dirty="0"/>
              <a:t>, or .env files, loaded dynamically during runtime.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4100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CBB9D-9C28-1D52-92FB-AD76CC6AC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Local vs Dev vs Prod Differences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34EDC-11D6-484F-222D-8801DD2C3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Key differences often include:</a:t>
            </a:r>
          </a:p>
          <a:p>
            <a:r>
              <a:rPr lang="en-US" dirty="0"/>
              <a:t>File paths or S3 buckets</a:t>
            </a:r>
          </a:p>
          <a:p>
            <a:r>
              <a:rPr lang="en-US" dirty="0"/>
              <a:t>API endpoints</a:t>
            </a:r>
          </a:p>
          <a:p>
            <a:r>
              <a:rPr lang="en-US" dirty="0"/>
              <a:t>Logging levels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Each environment may use different datasets or permissions.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Define these parameters separately and switch them using environment variables.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406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065D1-A126-9221-B3B1-27FDC3C29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Example: Using Config Files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5E867-A3CB-BD65-9A31-F3962F413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What:</a:t>
            </a:r>
            <a:br>
              <a:rPr lang="en-IN" dirty="0"/>
            </a:br>
            <a:r>
              <a:rPr lang="en-IN" dirty="0"/>
              <a:t>Config files define variables like database URIs, log levels, or bucket paths.</a:t>
            </a:r>
            <a:br>
              <a:rPr lang="en-IN" dirty="0"/>
            </a:br>
            <a:r>
              <a:rPr lang="en-IN" b="1" dirty="0"/>
              <a:t>Why:</a:t>
            </a:r>
            <a:br>
              <a:rPr lang="en-IN" dirty="0"/>
            </a:br>
            <a:r>
              <a:rPr lang="en-IN" dirty="0"/>
              <a:t>Centralized and reusable configuration management.</a:t>
            </a:r>
            <a:br>
              <a:rPr lang="en-IN" dirty="0"/>
            </a:br>
            <a:r>
              <a:rPr lang="en-IN" b="1" dirty="0"/>
              <a:t>How:</a:t>
            </a:r>
            <a:br>
              <a:rPr lang="en-IN" dirty="0"/>
            </a:br>
            <a:r>
              <a:rPr lang="en-IN" dirty="0"/>
              <a:t>Use Python libraries like </a:t>
            </a:r>
            <a:r>
              <a:rPr lang="en-IN" dirty="0" err="1"/>
              <a:t>yaml</a:t>
            </a:r>
            <a:r>
              <a:rPr lang="en-IN" dirty="0"/>
              <a:t> or </a:t>
            </a:r>
            <a:r>
              <a:rPr lang="en-IN" dirty="0" err="1"/>
              <a:t>configparser</a:t>
            </a:r>
            <a:r>
              <a:rPr lang="en-IN" dirty="0"/>
              <a:t> to load configs dynamically.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437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D708C-D39C-4DEF-2C2D-02A9237DA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Using Environment Variables (.env)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4545A-E614-D6B9-2A87-E5BC3ECB0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.env files store sensitive or dynamic configuration values.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They prevent secrets from being hardcoded.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Use the python-</a:t>
            </a:r>
            <a:r>
              <a:rPr lang="en-US" dirty="0" err="1"/>
              <a:t>dotenv</a:t>
            </a:r>
            <a:r>
              <a:rPr lang="en-US" dirty="0"/>
              <a:t> library to load values securely.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4406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E17AE-FF09-B3A9-EBF8-1C0AF9B1E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Secrets and API Keys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E5A19-16A8-D562-6E43-C7C0897B8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Secrets include passwords, API keys, and tokens.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Exposing them in code can cause security risks.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Use .env files, AWS Secrets Manager, or environment-based vaults.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5106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29CFB-1635-5066-7F67-0931EB2A1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Switching Between Environments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0C84D-4E92-8FE6-F087-4B9717C19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The same script should detect its environment automatically.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Simplifies CI/CD workflows and testing.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Use </a:t>
            </a:r>
            <a:r>
              <a:rPr lang="en-US" dirty="0" err="1"/>
              <a:t>os.environ</a:t>
            </a:r>
            <a:r>
              <a:rPr lang="en-US" dirty="0"/>
              <a:t>["ENV"] or config argument parsing to switch environments dynamically.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878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4E308-030A-2A03-813B-5E480B2F4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473C1-8E9F-F527-3C14-5F8D5720C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✅ Keep secrets outside code</a:t>
            </a:r>
            <a:br>
              <a:rPr lang="en-US" dirty="0"/>
            </a:br>
            <a:r>
              <a:rPr lang="en-US" dirty="0"/>
              <a:t>✅ Use consistent structure across environments</a:t>
            </a:r>
            <a:br>
              <a:rPr lang="en-US" dirty="0"/>
            </a:br>
            <a:r>
              <a:rPr lang="en-US" dirty="0"/>
              <a:t>✅ Validate configs at startup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Improves security, consistency, and reduces production bugs.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Adopt config templates and automated config validation.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2099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85ABE-07B1-2F08-D58F-82DD2601C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896D9-6835-139F-183A-D1550E396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What:</a:t>
            </a:r>
            <a:br>
              <a:rPr lang="en-IN" dirty="0"/>
            </a:br>
            <a:r>
              <a:rPr lang="en-IN" dirty="0"/>
              <a:t>Environment and config management ensures stable, secure deployments.</a:t>
            </a:r>
            <a:br>
              <a:rPr lang="en-IN" dirty="0"/>
            </a:br>
            <a:r>
              <a:rPr lang="en-IN" b="1" dirty="0"/>
              <a:t>Why:</a:t>
            </a:r>
            <a:br>
              <a:rPr lang="en-IN" dirty="0"/>
            </a:br>
            <a:r>
              <a:rPr lang="en-IN" dirty="0"/>
              <a:t>Supports scalable, predictable pipeline execution across environments.</a:t>
            </a:r>
            <a:br>
              <a:rPr lang="en-IN" dirty="0"/>
            </a:br>
            <a:r>
              <a:rPr lang="en-IN" b="1"/>
              <a:t>How:</a:t>
            </a:r>
            <a:br>
              <a:rPr lang="en-IN"/>
            </a:br>
            <a:r>
              <a:rPr lang="en-IN"/>
              <a:t>Use .env + YAML configs, environment detection, and secrets management for robust control.</a:t>
            </a:r>
          </a:p>
          <a:p>
            <a:pPr mar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878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524</Words>
  <Application>Microsoft Office PowerPoint</Application>
  <PresentationFormat>Widescreen</PresentationFormat>
  <Paragraphs>28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Environments &amp; Configurations </vt:lpstr>
      <vt:lpstr>Why Multiple Environments Exist</vt:lpstr>
      <vt:lpstr>Configuration Management Basics</vt:lpstr>
      <vt:lpstr>Local vs Dev vs Prod Differences</vt:lpstr>
      <vt:lpstr>Example: Using Config Files </vt:lpstr>
      <vt:lpstr>Using Environment Variables (.env) </vt:lpstr>
      <vt:lpstr>Secrets and API Keys </vt:lpstr>
      <vt:lpstr>Switching Between Environments</vt:lpstr>
      <vt:lpstr>Best Practices</vt:lpstr>
      <vt:lpstr>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2025-11-12T10:54:30Z</dcterms:created>
  <dcterms:modified xsi:type="dcterms:W3CDTF">2025-11-12T10:54:52Z</dcterms:modified>
</cp:coreProperties>
</file>