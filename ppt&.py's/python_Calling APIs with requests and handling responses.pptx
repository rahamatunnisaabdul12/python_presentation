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2EBF-8715-8493-08C6-BAE91F2B2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0E14A-373B-2574-95FB-527757B1E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FDC55-AFEF-FBEA-F16D-94F8F21FE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28CBA-F6E9-466D-ABD3-8535EEEA68A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21786-F767-467B-3D73-9EC65835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4D6E9-3BFA-CF76-1D0E-C2EED929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C9E8-2A2D-4B33-B5A2-9F6B12963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256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DBC0-B2C1-C646-1526-C5D5E52E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BDCF3-9A61-0294-D33D-76BADD55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02EE4-462C-7DDB-4C02-03FA8580D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28CBA-F6E9-466D-ABD3-8535EEEA68A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52C7B-6815-6D44-51D9-8584D63CC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84301-0A67-4125-E2AC-16126E585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C9E8-2A2D-4B33-B5A2-9F6B12963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62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2C504-FE32-FFB0-F06F-972F25DD5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71047-0FC4-C16C-28B7-183D7E39A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4ED9C-B3A6-75A2-9CC6-2E0A4A79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28CBA-F6E9-466D-ABD3-8535EEEA68A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413E6-089F-6575-7FFD-ED3337032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50F67-C224-C586-8B09-62957CD23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C9E8-2A2D-4B33-B5A2-9F6B12963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09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779B5-4A01-3805-54BE-2E68F8725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D10D6-8D9A-2361-4E9B-1607A5410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3F280-C210-0075-625C-BC39C518B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26027-CF74-E77C-D94F-ECEB7D1E0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28CBA-F6E9-466D-ABD3-8535EEEA68A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49F31-6883-211F-CACE-CE470F5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E8D02-EEF4-0104-0446-267585D4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C9E8-2A2D-4B33-B5A2-9F6B12963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48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EF965-5701-82E5-BEEB-B3226729D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01E84-5DC4-1261-428B-A6474A709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E0A01-CDC1-33D8-53EC-C06B16859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FD981-7491-A0B1-A416-027EE4AA6A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E84571-E323-5E79-BBF6-83B937162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487B8A-3299-ECAF-EA44-42D75BB63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28CBA-F6E9-466D-ABD3-8535EEEA68A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411437-5F1D-C37B-E434-95828BD2A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AAC9A2-E28A-0BFC-7164-596EB8D5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C9E8-2A2D-4B33-B5A2-9F6B12963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34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C49AA-8FA2-F7B0-61EA-1973A95C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9A22B-85C3-C1CF-D66D-7A770ABAC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28CBA-F6E9-466D-ABD3-8535EEEA68A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33340-C83E-2AD7-6931-814AFDA78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6229B-2CB2-FFD0-8CBF-65F8ABB6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C9E8-2A2D-4B33-B5A2-9F6B12963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38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4CBF39-3870-2B8F-1007-2BA19D05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28CBA-F6E9-466D-ABD3-8535EEEA68A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894E6-609F-B18E-AB23-56D3E8C7F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BE24D-40FF-D93A-5780-1CE115C6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C9E8-2A2D-4B33-B5A2-9F6B12963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29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FAA0-2D0D-2DC2-5BBB-4317395F1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21587-59C7-C009-D02C-A0B157140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947B8-1499-C481-C10D-72D4A5F23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AF7E9-15EC-386F-2CAB-0617385C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28CBA-F6E9-466D-ABD3-8535EEEA68A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17E4C-74F6-69D2-2127-636EF77BF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C629B-8F0E-E57A-2DBD-8C7BA460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C9E8-2A2D-4B33-B5A2-9F6B12963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557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48FA8-EDC1-ADFD-0EB8-F7EBC5594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8F9171-C97A-77F9-1D0E-F322DDFF8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B0D8EF-1B69-FC83-CCA4-1D4CF3699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A5229-10A4-6DD2-C063-BDE81947E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28CBA-F6E9-466D-ABD3-8535EEEA68A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91D5B-F964-7498-906A-FEF89D37F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E1FCB-E12C-3D34-915D-97B54DA2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C9E8-2A2D-4B33-B5A2-9F6B12963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44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3C3BA-589D-9DB6-07B9-8DC4801C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9D2D5-BB7A-D1DB-A23B-B1CFBA91B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68EF0-F00B-14DC-A4FD-3FD61F796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28CBA-F6E9-466D-ABD3-8535EEEA68A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F8C9E-AED0-4FD7-E958-90F2D74A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784DE-3968-6064-D152-C2B08149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C9E8-2A2D-4B33-B5A2-9F6B12963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40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9C9D24-80F1-58FA-9BF8-452CDA1F3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F1F1A-3792-F67C-5753-B0F71263F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5C1B1-4074-527A-660E-93CE4CA5D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28CBA-F6E9-466D-ABD3-8535EEEA68A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2D779-A2FD-A188-55B6-B581D4599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6F873-391D-C58C-2967-F6BCE749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C9E8-2A2D-4B33-B5A2-9F6B12963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12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1FAE4-A3B4-395F-333A-49E1DA72F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1A398-5075-2156-D714-36AC8978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DA330-CD42-F505-4398-77A5F07F1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28CBA-F6E9-466D-ABD3-8535EEEA68A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D23E-18E7-5D15-FCA7-4EFE81C5E1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2682D-2E3D-ABC8-198D-40DE319AA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3C9E8-2A2D-4B33-B5A2-9F6B12963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402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7216-9877-79AA-DFFF-7092F04B5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663" y="1122363"/>
            <a:ext cx="9272337" cy="1380205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Calling APIs with requests and handling responses”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3F022-3175-89EB-DA38-DDD3D2DC2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1074" y="1764631"/>
            <a:ext cx="9496926" cy="2887579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dirty="0"/>
              <a:t>Python’s requests module allows you to interact with APIs easily.</a:t>
            </a:r>
            <a:br>
              <a:rPr lang="en-US" sz="2800" dirty="0"/>
            </a:br>
            <a:r>
              <a:rPr lang="en-US" sz="2800" dirty="0"/>
              <a:t>You can </a:t>
            </a:r>
            <a:r>
              <a:rPr lang="en-US" sz="2800" b="1" dirty="0"/>
              <a:t>GET</a:t>
            </a:r>
            <a:r>
              <a:rPr lang="en-US" sz="2800" dirty="0"/>
              <a:t>, </a:t>
            </a:r>
            <a:r>
              <a:rPr lang="en-US" sz="2800" b="1" dirty="0"/>
              <a:t>POST</a:t>
            </a:r>
            <a:r>
              <a:rPr lang="en-US" sz="2800" dirty="0"/>
              <a:t>, and handle </a:t>
            </a:r>
            <a:r>
              <a:rPr lang="en-US" sz="2800" b="1" dirty="0"/>
              <a:t>JSON responses</a:t>
            </a:r>
            <a:r>
              <a:rPr lang="en-US" sz="2800" dirty="0"/>
              <a:t> for automation and data pipelines.</a:t>
            </a:r>
          </a:p>
          <a:p>
            <a:pPr algn="l"/>
            <a:r>
              <a:rPr lang="en-US" sz="2800" dirty="0"/>
              <a:t>this topic </a:t>
            </a:r>
            <a:r>
              <a:rPr lang="en-US" sz="2800" b="1" dirty="0"/>
              <a:t>“Calling APIs with requests and handling responses”</a:t>
            </a:r>
            <a:r>
              <a:rPr lang="en-US" sz="2800" dirty="0"/>
              <a:t> builds directly on your previous “JSON &amp; APIs” topic and goes deeper into </a:t>
            </a:r>
            <a:r>
              <a:rPr lang="en-US" sz="2800" b="1" dirty="0"/>
              <a:t>practical API integration</a:t>
            </a:r>
            <a:r>
              <a:rPr lang="en-US" sz="2800" dirty="0"/>
              <a:t> — exactly what’s used in your ETL pipelines and automation scripts.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48368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BFE31-C23A-D6FB-B992-093E8555D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the requests module?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E8E15-D4E8-0EEF-D818-09CF3B042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Simplifies HTTP operations (GET, POST, PUT, DELETE)</a:t>
            </a:r>
          </a:p>
          <a:p>
            <a:r>
              <a:rPr lang="en-US" dirty="0"/>
              <a:t>Handles headers, parameters, and JSON payloads</a:t>
            </a:r>
          </a:p>
          <a:p>
            <a:r>
              <a:rPr lang="en-US" dirty="0"/>
              <a:t>Ideal for REST API integration in data pipelines</a:t>
            </a:r>
          </a:p>
          <a:p>
            <a:pPr marL="0" indent="0">
              <a:buNone/>
            </a:pPr>
            <a:r>
              <a:rPr lang="en-IN" dirty="0"/>
              <a:t>Install if needed: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pip install requests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596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F5DF-4346-4709-B038-174A79254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– Simple GET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D2518-4226-29C8-EE0A-74CE3B03B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import requests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url</a:t>
            </a:r>
            <a:r>
              <a:rPr lang="en-IN" dirty="0">
                <a:solidFill>
                  <a:schemeClr val="accent6"/>
                </a:solidFill>
              </a:rPr>
              <a:t> = "https://jsonplaceholder.typicode.com/users"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response = </a:t>
            </a:r>
            <a:r>
              <a:rPr lang="en-IN" dirty="0" err="1">
                <a:solidFill>
                  <a:schemeClr val="accent6"/>
                </a:solidFill>
              </a:rPr>
              <a:t>requests.get</a:t>
            </a:r>
            <a:r>
              <a:rPr lang="en-IN" dirty="0">
                <a:solidFill>
                  <a:schemeClr val="accent6"/>
                </a:solidFill>
              </a:rPr>
              <a:t>(</a:t>
            </a:r>
            <a:r>
              <a:rPr lang="en-IN" dirty="0" err="1">
                <a:solidFill>
                  <a:schemeClr val="accent6"/>
                </a:solidFill>
              </a:rPr>
              <a:t>url</a:t>
            </a:r>
            <a:r>
              <a:rPr lang="en-IN" dirty="0">
                <a:solidFill>
                  <a:schemeClr val="accent6"/>
                </a:solidFill>
              </a:rPr>
              <a:t>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print(</a:t>
            </a:r>
            <a:r>
              <a:rPr lang="en-IN" dirty="0" err="1">
                <a:solidFill>
                  <a:schemeClr val="accent6"/>
                </a:solidFill>
              </a:rPr>
              <a:t>response.status_code</a:t>
            </a:r>
            <a:r>
              <a:rPr lang="en-IN" dirty="0">
                <a:solidFill>
                  <a:schemeClr val="accent6"/>
                </a:solidFill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/>
              <a:t>✅ 200 means success.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677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4D31-AC30-50C7-BB6E-DA9C2B03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Parsing JSON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FAB3A-AED1-0726-5D53-D2671B652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if </a:t>
            </a:r>
            <a:r>
              <a:rPr lang="en-US" dirty="0" err="1">
                <a:solidFill>
                  <a:schemeClr val="accent6"/>
                </a:solidFill>
              </a:rPr>
              <a:t>response.status_code</a:t>
            </a:r>
            <a:r>
              <a:rPr lang="en-US" dirty="0">
                <a:solidFill>
                  <a:schemeClr val="accent6"/>
                </a:solidFill>
              </a:rPr>
              <a:t> == 200: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data = </a:t>
            </a:r>
            <a:r>
              <a:rPr lang="en-US" dirty="0" err="1">
                <a:solidFill>
                  <a:schemeClr val="accent6"/>
                </a:solidFill>
              </a:rPr>
              <a:t>response.json</a:t>
            </a:r>
            <a:r>
              <a:rPr lang="en-US" dirty="0">
                <a:solidFill>
                  <a:schemeClr val="accent6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for user in data: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    print(user["name"], "-", user["email"])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/>
              <a:t>Use .</a:t>
            </a:r>
            <a:r>
              <a:rPr lang="en-US" dirty="0" err="1"/>
              <a:t>json</a:t>
            </a:r>
            <a:r>
              <a:rPr lang="en-US" dirty="0"/>
              <a:t>() to parse JSON directly into Python objects.</a:t>
            </a: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76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59D87-11CD-5CA6-5B49-13C3DE5AB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Using Query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82809-8E47-3EF1-1E6C-54B109078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params = {"region": "APAC", "active": True}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response = </a:t>
            </a:r>
            <a:r>
              <a:rPr lang="en-IN" dirty="0" err="1">
                <a:solidFill>
                  <a:schemeClr val="accent6"/>
                </a:solidFill>
              </a:rPr>
              <a:t>requests.get</a:t>
            </a:r>
            <a:r>
              <a:rPr lang="en-IN" dirty="0">
                <a:solidFill>
                  <a:schemeClr val="accent6"/>
                </a:solidFill>
              </a:rPr>
              <a:t>("https://api.company.com/employees", params=params)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print(response.url)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/>
              <a:t>Query parameters let you filter API results.</a:t>
            </a: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2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C5BF-3517-F4F3-2123-8957753D6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Handling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0C90-7CA0-41CB-8DB7-EE5602287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try: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response = </a:t>
            </a:r>
            <a:r>
              <a:rPr lang="en-US" dirty="0" err="1">
                <a:solidFill>
                  <a:schemeClr val="accent6"/>
                </a:solidFill>
              </a:rPr>
              <a:t>requests.get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url</a:t>
            </a:r>
            <a:r>
              <a:rPr lang="en-US" dirty="0">
                <a:solidFill>
                  <a:schemeClr val="accent6"/>
                </a:solidFill>
              </a:rPr>
              <a:t>, timeout=5)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</a:t>
            </a:r>
            <a:r>
              <a:rPr lang="en-US" dirty="0" err="1">
                <a:solidFill>
                  <a:schemeClr val="accent6"/>
                </a:solidFill>
              </a:rPr>
              <a:t>response.raise_for_status</a:t>
            </a:r>
            <a:r>
              <a:rPr lang="en-US" dirty="0">
                <a:solidFill>
                  <a:schemeClr val="accent6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except </a:t>
            </a:r>
            <a:r>
              <a:rPr lang="en-US" dirty="0" err="1">
                <a:solidFill>
                  <a:schemeClr val="accent6"/>
                </a:solidFill>
              </a:rPr>
              <a:t>requests.exceptions.RequestException</a:t>
            </a:r>
            <a:r>
              <a:rPr lang="en-US" dirty="0">
                <a:solidFill>
                  <a:schemeClr val="accent6"/>
                </a:solidFill>
              </a:rPr>
              <a:t> as 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print("API Error:", e)</a:t>
            </a:r>
          </a:p>
          <a:p>
            <a:pPr marL="0" indent="0">
              <a:buNone/>
            </a:pPr>
            <a:r>
              <a:rPr lang="en-US" dirty="0"/>
              <a:t>Use try/except and </a:t>
            </a:r>
            <a:r>
              <a:rPr lang="en-US" dirty="0" err="1"/>
              <a:t>raise_for_status</a:t>
            </a:r>
            <a:r>
              <a:rPr lang="en-US" dirty="0"/>
              <a:t>() for safe API handling.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7060-63E7-4D58-EF47-8AD0A897E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Logging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DC56A-38B3-48DD-C4D3-19E82BE38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import logging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logging.basicConfig</a:t>
            </a:r>
            <a:r>
              <a:rPr lang="en-IN" dirty="0">
                <a:solidFill>
                  <a:schemeClr val="accent6"/>
                </a:solidFill>
              </a:rPr>
              <a:t>(filename="api_log.log", level=logging.INFO)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logging.info(</a:t>
            </a:r>
            <a:r>
              <a:rPr lang="en-IN" dirty="0" err="1">
                <a:solidFill>
                  <a:schemeClr val="accent6"/>
                </a:solidFill>
              </a:rPr>
              <a:t>f"Fetched</a:t>
            </a:r>
            <a:r>
              <a:rPr lang="en-IN" dirty="0">
                <a:solidFill>
                  <a:schemeClr val="accent6"/>
                </a:solidFill>
              </a:rPr>
              <a:t> {</a:t>
            </a:r>
            <a:r>
              <a:rPr lang="en-IN" dirty="0" err="1">
                <a:solidFill>
                  <a:schemeClr val="accent6"/>
                </a:solidFill>
              </a:rPr>
              <a:t>len</a:t>
            </a:r>
            <a:r>
              <a:rPr lang="en-IN" dirty="0">
                <a:solidFill>
                  <a:schemeClr val="accent6"/>
                </a:solidFill>
              </a:rPr>
              <a:t>(data)} records successfully.")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Logging helps monitor API calls in production.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0411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2828-C8BF-EFE9-3881-A141C138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POST Request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BD0B7-613D-EDC3-4C6D-82CA5CCE9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payload = {"name": "Aisha", "role": "Manager"}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response = </a:t>
            </a:r>
            <a:r>
              <a:rPr lang="en-IN" dirty="0" err="1">
                <a:solidFill>
                  <a:schemeClr val="accent6"/>
                </a:solidFill>
              </a:rPr>
              <a:t>requests.post</a:t>
            </a:r>
            <a:r>
              <a:rPr lang="en-IN" dirty="0">
                <a:solidFill>
                  <a:schemeClr val="accent6"/>
                </a:solidFill>
              </a:rPr>
              <a:t>("https://api.company.com/add", </a:t>
            </a:r>
            <a:r>
              <a:rPr lang="en-IN" dirty="0" err="1">
                <a:solidFill>
                  <a:schemeClr val="accent6"/>
                </a:solidFill>
              </a:rPr>
              <a:t>json</a:t>
            </a:r>
            <a:r>
              <a:rPr lang="en-IN" dirty="0">
                <a:solidFill>
                  <a:schemeClr val="accent6"/>
                </a:solidFill>
              </a:rPr>
              <a:t>=payload)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print(</a:t>
            </a:r>
            <a:r>
              <a:rPr lang="en-IN" dirty="0" err="1">
                <a:solidFill>
                  <a:schemeClr val="accent6"/>
                </a:solidFill>
              </a:rPr>
              <a:t>response.status_code</a:t>
            </a:r>
            <a:r>
              <a:rPr lang="en-IN" dirty="0">
                <a:solidFill>
                  <a:schemeClr val="accent6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Used to </a:t>
            </a:r>
            <a:r>
              <a:rPr lang="en-US" b="1" dirty="0"/>
              <a:t>send data</a:t>
            </a:r>
            <a:r>
              <a:rPr lang="en-US" dirty="0"/>
              <a:t> (e.g., creating or updating records).</a:t>
            </a: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5481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2D89A-C827-47B3-B94A-9B2687EF6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CCD79-803A-2AEC-183A-519B66E0E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Timeout errors</a:t>
            </a:r>
          </a:p>
          <a:p>
            <a:r>
              <a:rPr lang="en-US" dirty="0"/>
              <a:t>Invalid JSON responses</a:t>
            </a:r>
          </a:p>
          <a:p>
            <a:r>
              <a:rPr lang="en-US" dirty="0"/>
              <a:t>Unauthorized access (401)</a:t>
            </a:r>
          </a:p>
          <a:p>
            <a:r>
              <a:rPr lang="en-US" dirty="0"/>
              <a:t>Rate limits</a:t>
            </a:r>
          </a:p>
          <a:p>
            <a:r>
              <a:rPr lang="en-US" dirty="0"/>
              <a:t>✅ Fix with retry logic or headers (e.g., API keys, tokens).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57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A860C-8B7F-6F0B-E9C1-A0233491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C79EA-5AC8-62D6-EA45-706FD0714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✅ Use </a:t>
            </a:r>
            <a:r>
              <a:rPr lang="en-US" dirty="0" err="1"/>
              <a:t>requests.get</a:t>
            </a:r>
            <a:r>
              <a:rPr lang="en-US" dirty="0"/>
              <a:t>() / </a:t>
            </a:r>
            <a:r>
              <a:rPr lang="en-US" dirty="0" err="1"/>
              <a:t>requests.post</a:t>
            </a:r>
            <a:r>
              <a:rPr lang="en-US" dirty="0"/>
              <a:t>() for API calls</a:t>
            </a:r>
            <a:br>
              <a:rPr lang="en-US" dirty="0"/>
            </a:br>
            <a:r>
              <a:rPr lang="en-US" dirty="0"/>
              <a:t>✅ Use .</a:t>
            </a:r>
            <a:r>
              <a:rPr lang="en-US" dirty="0" err="1"/>
              <a:t>json</a:t>
            </a:r>
            <a:r>
              <a:rPr lang="en-US"/>
              <a:t>() to parse responses</a:t>
            </a:r>
            <a:br>
              <a:rPr lang="en-US"/>
            </a:br>
            <a:r>
              <a:rPr lang="en-US"/>
              <a:t>✅ Handle errors with try/except</a:t>
            </a:r>
            <a:br>
              <a:rPr lang="en-US"/>
            </a:br>
            <a:r>
              <a:rPr lang="en-US"/>
              <a:t>✅ Log and validate responses for automation stability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028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Calling APIs with requests and handling responses” </vt:lpstr>
      <vt:lpstr>What is the requests module?</vt:lpstr>
      <vt:lpstr>Example – Simple GET Request</vt:lpstr>
      <vt:lpstr>Parsing JSON Response</vt:lpstr>
      <vt:lpstr>Using Query Parameters</vt:lpstr>
      <vt:lpstr>Handling Errors</vt:lpstr>
      <vt:lpstr>Logging Responses</vt:lpstr>
      <vt:lpstr>POST Request Example</vt:lpstr>
      <vt:lpstr>Common Issues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2025-11-06T06:25:56Z</dcterms:created>
  <dcterms:modified xsi:type="dcterms:W3CDTF">2025-11-06T06:26:17Z</dcterms:modified>
</cp:coreProperties>
</file>