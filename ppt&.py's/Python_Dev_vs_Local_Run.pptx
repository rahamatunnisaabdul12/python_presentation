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2D65F-6F0F-1F5C-0A06-7F3275EA32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871352-0D55-6B81-6A9E-06ACC66954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7B72F1-ABEA-E845-1D97-DDE003DB0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50FB1-CC88-4FAD-8A5E-A4BA13455BA9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02B081-1070-C48B-4FFC-442FC7627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2F1E89-0341-4420-8EFA-D08753369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B13D9-E9F3-4702-B0C8-CFBA2F72A3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73477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F4F4C-CF4B-B369-3539-E145C9950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923256-CB2D-3DD9-5E6F-E739A532B3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133E14-491D-C0A7-257F-3FBE2495F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50FB1-CC88-4FAD-8A5E-A4BA13455BA9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03409B-48C8-4949-3C4C-9865BF19B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0EFBBA-4EFC-B3FF-D785-B9EA67D5F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B13D9-E9F3-4702-B0C8-CFBA2F72A3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77425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12AF0-3436-F2D1-22A2-E4CE94088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EF638B-6589-87F2-EDC9-AFAE5CABB3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8004BF-3EED-64DF-31C7-0E06ABFB2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50FB1-CC88-4FAD-8A5E-A4BA13455BA9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851357-63C6-7BA4-6F06-FC7B637BE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95BFBE-C66F-47D9-B04A-79B043252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B13D9-E9F3-4702-B0C8-CFBA2F72A3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50528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55475-82D5-BEE8-F443-6A903B807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696D7B-C4DC-FC20-2216-548F5569BB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B7686D-8F81-733A-DBFF-9FEADB4AF5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E217A3-C62E-BD30-C9EE-51337DEE2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50FB1-CC88-4FAD-8A5E-A4BA13455BA9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89042D-34F0-5F14-4032-6A1455E1A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5E0A51-A124-8573-AED6-1AA9E185B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B13D9-E9F3-4702-B0C8-CFBA2F72A3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059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3F291-645D-64E2-317C-6CD99AFA4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5831AF-BBE1-95E3-D20A-DADD493212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386AC8-1524-4726-2A92-BF7AB9B07D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C231B0-4E94-00D7-A227-8BE04B46D9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E7C70-4E51-59A9-75BE-9408CF8BF0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FEACEA-6584-EA4F-BCA5-2AA03669C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50FB1-CC88-4FAD-8A5E-A4BA13455BA9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616CFA-BE39-1BA9-2AE4-2FED29CB4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03A820-CD3F-286E-D772-3021AE626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B13D9-E9F3-4702-B0C8-CFBA2F72A3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3722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E649C-A575-65E3-77CC-43BE346D6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BF3BC4-C3D1-6714-808E-25D1585B8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50FB1-CC88-4FAD-8A5E-A4BA13455BA9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0DE480-6403-DD47-F9BA-2287B22A8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C20BF2-17BF-1EFE-519D-59281FE7D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B13D9-E9F3-4702-B0C8-CFBA2F72A3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5932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A3317D-6DFE-B1C9-6A67-D080D56D3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50FB1-CC88-4FAD-8A5E-A4BA13455BA9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660A93-B11E-8B5A-5961-51F814B2A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E32EF-F5B3-D1F8-D8A6-C65A9D436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B13D9-E9F3-4702-B0C8-CFBA2F72A3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427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13D25-F844-CA61-1601-83FA8EF06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4A928A-A4EA-11BD-ECAB-CED553F82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02006F-4C50-D29E-25C3-37F434E7D7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2E872F-D68D-2019-A651-17E6FFC6F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50FB1-CC88-4FAD-8A5E-A4BA13455BA9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49F95E-F979-4D06-6974-021565B73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74B709-53A2-F6B8-9FF5-82720EE20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B13D9-E9F3-4702-B0C8-CFBA2F72A3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2837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E1DD3-A669-3AB9-EA03-3A7D54947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A60BA4-E64B-67BB-FC12-65EB2267B6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A79B05-06A0-9C2A-2CB6-9DE35EDFA4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2919C8-DC26-4C76-3B85-12832BA97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50FB1-CC88-4FAD-8A5E-A4BA13455BA9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B6419E-14B3-36CE-5859-FFCD3A4B9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912EE1-242A-B9AB-C15E-D250AA574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B13D9-E9F3-4702-B0C8-CFBA2F72A3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1611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19539-66C2-A882-F611-86D0565A0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C3D896-0BDB-23A3-8572-ACDB9B0E8D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E9B8AA-7B4B-7A69-8CC4-D6FEFFB83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50FB1-CC88-4FAD-8A5E-A4BA13455BA9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A8E7E7-7374-B28E-326E-F3A082830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AE58DF-BE25-D089-7ED6-80384AB84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B13D9-E9F3-4702-B0C8-CFBA2F72A3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1292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2FCFA2-5309-FE09-02F2-AA5DC945D5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9C820F-3AE6-1872-8E68-E51FF4D062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F3867-BAEC-5AA2-2165-1D03B3096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50FB1-CC88-4FAD-8A5E-A4BA13455BA9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8E26C-1B90-190C-5B06-268232260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0CF70D-CC35-94A1-EB22-47FD711DD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B13D9-E9F3-4702-B0C8-CFBA2F72A3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4857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02FA44-DF3B-47D7-2675-FCEFE60CC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CCCBA0-1853-FABB-FDCA-C73D41621C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A3BD3-B42F-EE32-A681-9A9C29AF39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850FB1-CC88-4FAD-8A5E-A4BA13455BA9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88CE05-DDC3-0931-221F-AD62B1C737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AABF54-E709-EE6A-CD52-3BAC1B0C06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BB13D9-E9F3-4702-B0C8-CFBA2F72A3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6978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93D76-ADDC-FB8F-7D61-491B610E77E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/>
              <a:t>Local vs Dev Run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0C5D68-BC36-8D6E-A63C-E98C8143774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US" dirty="0"/>
              <a:t>Local = your laptop or </a:t>
            </a:r>
            <a:r>
              <a:rPr lang="en-US" dirty="0" err="1"/>
              <a:t>Jupyter</a:t>
            </a:r>
            <a:r>
              <a:rPr lang="en-US" dirty="0"/>
              <a:t> testing</a:t>
            </a:r>
            <a:br>
              <a:rPr lang="en-US" dirty="0"/>
            </a:br>
            <a:r>
              <a:rPr lang="en-US" dirty="0"/>
              <a:t>Dev = shared environment (Glue, Lambda, EC2, Step Functions)</a:t>
            </a:r>
            <a:br>
              <a:rPr lang="en-US" dirty="0"/>
            </a:br>
            <a:r>
              <a:rPr lang="en-US" dirty="0"/>
              <a:t>Each uses different configs and data paths.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8140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F7CFE-1860-F720-4D59-18772D189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Why It Matters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F028989-A54F-D823-F363-C02AF0AD58B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77516" y="2330466"/>
            <a:ext cx="9010772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Avoid overwriting dev data while testing locally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lightweight sample data locally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real data &amp; credentials in dev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Simplify debugging and deployment</a:t>
            </a:r>
          </a:p>
        </p:txBody>
      </p:sp>
    </p:spTree>
    <p:extLst>
      <p:ext uri="{BB962C8B-B14F-4D97-AF65-F5344CB8AC3E}">
        <p14:creationId xmlns:p14="http://schemas.microsoft.com/office/powerpoint/2010/main" val="24496351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E4E58-8D11-9A3F-B73F-BAC3716EC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Common Differences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5D47B7-1322-DFF9-BB9C-55096E1A7E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8598523"/>
              </p:ext>
            </p:extLst>
          </p:nvPr>
        </p:nvGraphicFramePr>
        <p:xfrm>
          <a:off x="838200" y="1825625"/>
          <a:ext cx="10515597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4134958850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433119152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7740693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Setting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Local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Dev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64688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File path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data/local_orders.csv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s3://dev-bucket/orders/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281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Logging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Console output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CloudWatch logs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7903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DB Credentials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.env</a:t>
                      </a:r>
                      <a:r>
                        <a:rPr lang="en-IN"/>
                        <a:t> file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AWS Secrets Manager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35888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Debug Mode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Off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38920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49517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B4373-11EA-8798-7652-23D456771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Setup Environment Variable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357114-D582-B653-51C8-2684E50E07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rgbClr val="00B050"/>
                </a:solidFill>
              </a:rPr>
              <a:t>import </a:t>
            </a:r>
            <a:r>
              <a:rPr lang="en-IN" dirty="0" err="1">
                <a:solidFill>
                  <a:srgbClr val="00B050"/>
                </a:solidFill>
              </a:rPr>
              <a:t>os</a:t>
            </a:r>
            <a:endParaRPr lang="en-IN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IN" dirty="0" err="1">
                <a:solidFill>
                  <a:srgbClr val="00B050"/>
                </a:solidFill>
              </a:rPr>
              <a:t>os.environ</a:t>
            </a:r>
            <a:r>
              <a:rPr lang="en-IN" dirty="0">
                <a:solidFill>
                  <a:srgbClr val="00B050"/>
                </a:solidFill>
              </a:rPr>
              <a:t>["ENV"] = "local"  # or "dev"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dirty="0"/>
              <a:t>Switch between environments dynamically.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637793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1DB22-94B2-B3C7-A2CB-3654FE7AD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Load Configs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B74732-275A-CA66-B099-3F95A26A55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rgbClr val="00B050"/>
                </a:solidFill>
              </a:rPr>
              <a:t>CONFIG = {</a:t>
            </a:r>
          </a:p>
          <a:p>
            <a:pPr marL="0" indent="0">
              <a:buNone/>
            </a:pPr>
            <a:r>
              <a:rPr lang="en-IN" dirty="0">
                <a:solidFill>
                  <a:srgbClr val="00B050"/>
                </a:solidFill>
              </a:rPr>
              <a:t>    "local": {"</a:t>
            </a:r>
            <a:r>
              <a:rPr lang="en-IN" dirty="0" err="1">
                <a:solidFill>
                  <a:srgbClr val="00B050"/>
                </a:solidFill>
              </a:rPr>
              <a:t>data_path</a:t>
            </a:r>
            <a:r>
              <a:rPr lang="en-IN" dirty="0">
                <a:solidFill>
                  <a:srgbClr val="00B050"/>
                </a:solidFill>
              </a:rPr>
              <a:t>": "data/local_orders.csv"},</a:t>
            </a:r>
          </a:p>
          <a:p>
            <a:pPr marL="0" indent="0">
              <a:buNone/>
            </a:pPr>
            <a:r>
              <a:rPr lang="en-IN" dirty="0">
                <a:solidFill>
                  <a:srgbClr val="00B050"/>
                </a:solidFill>
              </a:rPr>
              <a:t>    "dev": {"</a:t>
            </a:r>
            <a:r>
              <a:rPr lang="en-IN" dirty="0" err="1">
                <a:solidFill>
                  <a:srgbClr val="00B050"/>
                </a:solidFill>
              </a:rPr>
              <a:t>data_path</a:t>
            </a:r>
            <a:r>
              <a:rPr lang="en-IN" dirty="0">
                <a:solidFill>
                  <a:srgbClr val="00B050"/>
                </a:solidFill>
              </a:rPr>
              <a:t>": "s3://dev-bucket/orders/"}</a:t>
            </a:r>
          </a:p>
          <a:p>
            <a:pPr marL="0" indent="0">
              <a:buNone/>
            </a:pPr>
            <a:r>
              <a:rPr lang="en-IN" dirty="0">
                <a:solidFill>
                  <a:srgbClr val="00B050"/>
                </a:solidFill>
              </a:rPr>
              <a:t>}</a:t>
            </a:r>
          </a:p>
          <a:p>
            <a:pPr marL="0" indent="0">
              <a:buNone/>
            </a:pPr>
            <a:r>
              <a:rPr lang="en-IN" dirty="0">
                <a:solidFill>
                  <a:srgbClr val="00B050"/>
                </a:solidFill>
              </a:rPr>
              <a:t>env = </a:t>
            </a:r>
            <a:r>
              <a:rPr lang="en-IN" dirty="0" err="1">
                <a:solidFill>
                  <a:srgbClr val="00B050"/>
                </a:solidFill>
              </a:rPr>
              <a:t>os.getenv</a:t>
            </a:r>
            <a:r>
              <a:rPr lang="en-IN" dirty="0">
                <a:solidFill>
                  <a:srgbClr val="00B050"/>
                </a:solidFill>
              </a:rPr>
              <a:t>("ENV", "local")</a:t>
            </a:r>
          </a:p>
          <a:p>
            <a:pPr marL="0" indent="0">
              <a:buNone/>
            </a:pPr>
            <a:r>
              <a:rPr lang="en-IN" dirty="0" err="1">
                <a:solidFill>
                  <a:srgbClr val="00B050"/>
                </a:solidFill>
              </a:rPr>
              <a:t>data_path</a:t>
            </a:r>
            <a:r>
              <a:rPr lang="en-IN" dirty="0">
                <a:solidFill>
                  <a:srgbClr val="00B050"/>
                </a:solidFill>
              </a:rPr>
              <a:t> = CONFIG[env]["</a:t>
            </a:r>
            <a:r>
              <a:rPr lang="en-IN" dirty="0" err="1">
                <a:solidFill>
                  <a:srgbClr val="00B050"/>
                </a:solidFill>
              </a:rPr>
              <a:t>data_path</a:t>
            </a:r>
            <a:r>
              <a:rPr lang="en-IN" dirty="0">
                <a:solidFill>
                  <a:srgbClr val="00B050"/>
                </a:solidFill>
              </a:rPr>
              <a:t>"]</a:t>
            </a:r>
          </a:p>
          <a:p>
            <a:pPr marL="0" indent="0">
              <a:buNone/>
            </a:pPr>
            <a:r>
              <a:rPr lang="en-IN" dirty="0"/>
              <a:t>✅ Picks correct path automatically.</a:t>
            </a:r>
          </a:p>
        </p:txBody>
      </p:sp>
    </p:spTree>
    <p:extLst>
      <p:ext uri="{BB962C8B-B14F-4D97-AF65-F5344CB8AC3E}">
        <p14:creationId xmlns:p14="http://schemas.microsoft.com/office/powerpoint/2010/main" val="4626430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15F04-67DB-994A-E54F-F9501A34C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Logging </a:t>
            </a:r>
            <a:r>
              <a:rPr lang="en-IN" b="1" dirty="0" err="1"/>
              <a:t>Behavior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567DB1-5DC0-A188-3D37-045AB310A5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if env == "local":</a:t>
            </a: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    print("Running locally")</a:t>
            </a: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else:</a:t>
            </a: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    logging.info("Running in DEV environment")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086535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DC988-7F07-C4C5-7E52-CA5CC148C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Data Flow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D3733-8E6F-F00A-F62F-90CA300D62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Local → Reads from small CSV</a:t>
            </a: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Dev → Reads from S3 bucket</a:t>
            </a: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Transformation logic stays identical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00477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5A183-1929-B5E3-DFB7-B3F1974CB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Example Directory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E94AA-4C36-1EE3-BE23-B2B207DD43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project/</a:t>
            </a:r>
          </a:p>
          <a:p>
            <a:pPr marL="0" indent="0">
              <a:buNone/>
            </a:pPr>
            <a:r>
              <a:rPr lang="en-IN" dirty="0"/>
              <a:t> ├── data/</a:t>
            </a:r>
          </a:p>
          <a:p>
            <a:pPr marL="0" indent="0">
              <a:buNone/>
            </a:pPr>
            <a:r>
              <a:rPr lang="en-IN" dirty="0"/>
              <a:t> │   └── local_orders.csv</a:t>
            </a:r>
          </a:p>
          <a:p>
            <a:pPr marL="0" indent="0">
              <a:buNone/>
            </a:pPr>
            <a:r>
              <a:rPr lang="en-IN" dirty="0"/>
              <a:t> ├── config/</a:t>
            </a:r>
          </a:p>
          <a:p>
            <a:pPr marL="0" indent="0">
              <a:buNone/>
            </a:pPr>
            <a:r>
              <a:rPr lang="en-IN" dirty="0"/>
              <a:t> │   └── </a:t>
            </a:r>
            <a:r>
              <a:rPr lang="en-IN" dirty="0" err="1"/>
              <a:t>dev_config.yaml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├── main.py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79388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D931A-3571-B4A0-DF6E-9E7E1CC29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Best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A1D9DC-5CB5-3586-3542-69389F4188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✅ Keep configs outside code</a:t>
            </a:r>
            <a:br>
              <a:rPr lang="en-IN" dirty="0"/>
            </a:br>
            <a:r>
              <a:rPr lang="en-IN" dirty="0"/>
              <a:t>✅ Never hardcode credentials</a:t>
            </a:r>
            <a:br>
              <a:rPr lang="en-IN" dirty="0"/>
            </a:br>
            <a:r>
              <a:rPr lang="en-IN" dirty="0"/>
              <a:t>✅ Use environment variables (ENV)</a:t>
            </a:r>
            <a:br>
              <a:rPr lang="en-IN" dirty="0"/>
            </a:br>
            <a:r>
              <a:rPr lang="en-IN" dirty="0"/>
              <a:t>✅ Test locally before deploying</a:t>
            </a:r>
          </a:p>
        </p:txBody>
      </p:sp>
    </p:spTree>
    <p:extLst>
      <p:ext uri="{BB962C8B-B14F-4D97-AF65-F5344CB8AC3E}">
        <p14:creationId xmlns:p14="http://schemas.microsoft.com/office/powerpoint/2010/main" val="7756967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6F57C-F949-5833-FBF2-BF17191C5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AF905F-F45C-08B7-8138-0633D0FD7D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/>
              <a:t>✅ Local = fast testing</a:t>
            </a:r>
            <a:br>
              <a:rPr lang="en-IN"/>
            </a:br>
            <a:r>
              <a:rPr lang="en-IN"/>
              <a:t>✅ Dev = integrated environment</a:t>
            </a:r>
            <a:br>
              <a:rPr lang="en-IN"/>
            </a:br>
            <a:r>
              <a:rPr lang="en-IN"/>
              <a:t>✅ Same logic, different configs</a:t>
            </a:r>
            <a:br>
              <a:rPr lang="en-IN"/>
            </a:br>
            <a:r>
              <a:rPr lang="en-IN"/>
              <a:t>✅ Use ENV-based setup to switch seamlessly</a:t>
            </a:r>
          </a:p>
          <a:p>
            <a:pPr marL="0" indent="0">
              <a:buNone/>
            </a:pP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93812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324</Words>
  <Application>Microsoft Office PowerPoint</Application>
  <PresentationFormat>Widescreen</PresentationFormat>
  <Paragraphs>56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Courier New</vt:lpstr>
      <vt:lpstr>Office Theme</vt:lpstr>
      <vt:lpstr>Local vs Dev Run</vt:lpstr>
      <vt:lpstr>Why It Matters</vt:lpstr>
      <vt:lpstr>Common Differences</vt:lpstr>
      <vt:lpstr>Setup Environment Variable</vt:lpstr>
      <vt:lpstr>Load Configs</vt:lpstr>
      <vt:lpstr>Logging Behavior</vt:lpstr>
      <vt:lpstr>Data Flow Example</vt:lpstr>
      <vt:lpstr>Example Directory Setup</vt:lpstr>
      <vt:lpstr>Best Practices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2025-11-07T11:14:34Z</dcterms:created>
  <dcterms:modified xsi:type="dcterms:W3CDTF">2025-11-07T11:14:43Z</dcterms:modified>
</cp:coreProperties>
</file>