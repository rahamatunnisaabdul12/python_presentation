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CFE7-3CD0-27CC-6145-9A5E304F1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58738-BDD3-2AE0-4D30-4F4EB2F3E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20F2-84D0-8D83-7C47-79A04BFF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ED4E4-8EB4-EB8B-A394-0E5F11BFA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6D911-E95E-7BD7-4F75-62214655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22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966B-0ACE-2307-B091-28058379C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19801-51C1-CB13-C9B7-E25B8886F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F90B0-644B-525C-3618-B2995B6CF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FEDE9-DB6E-18A7-6B49-6A664060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FDCAC-6C90-D3A3-98C9-0F69766B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3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EFE3-9E3E-66E6-27C0-897B8CC8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AF4E9-54F2-F9FB-D371-91E5496C7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5F837-73E0-8876-9AF7-75EBA750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3889A-44E9-C8B9-D107-23C5546A7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CD2BE-89C8-6048-E15D-DE0967043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033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3D18-D157-1F4A-B9C9-4EAD18065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064DD-BE81-1880-49EB-0DB508469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F9AD3-AB1F-BAE4-45B9-1AA1EA456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B4060-3F6C-AD99-058B-DD0B5A6F8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4A762-3B62-0450-8FFD-97F1B4CA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3718A-64EF-2B50-C2CF-EF877475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81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14B9-3769-2077-CCE1-28254E815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69F52-72FE-010E-C32E-ADD3CDAE9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67471-C585-3461-9C93-AF45683F8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B67A6-F7DA-FD3B-4D2B-80849D399A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C11364-01E3-52D4-1378-3094B22B8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C9F754-FE29-D246-6728-47233C0A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0C907-603C-563D-9777-D4A6C2E6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626DB8-39B0-90BE-E7DC-6EA7C3E1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EC87-AA8C-341C-B995-66F29BDD2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20DEC8-6A2B-2033-68B6-A12C0388F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CB2E9-0D00-0961-6AB1-3B0262BE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55017-3FDC-1CA3-B99D-1887EEB6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15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0B870-CEF7-A7F8-D09D-FE26BF45C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F4FA3A-E2F0-3304-F8F9-FBA04116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56DDC-7F4F-E10E-86C5-05667E17F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46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1EFE-1915-82DF-1D10-D386040DE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CB91A-7EFE-9224-8349-650DB63F2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10754-EA52-736C-BB92-729584D37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72BE8-2394-8DB2-138A-406480D8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20710-B667-099B-0FF2-8AFE5077F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CE32FC-677B-E28B-F831-FC43E449C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36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42AD-1012-C92E-475B-70BAB5900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52437-7419-9225-92E6-ECD3C0B77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22633-37E4-2710-CF82-602004945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4ABED-6D14-5D9D-52EF-789A1C05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D41872-F315-7340-1A95-5BE1D04BB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0844C-6168-53E8-8784-FD888D51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951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FA90-87F3-2E71-3DAF-8D74DB964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9E60B-5F16-C6FE-B4BB-453DF30ED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9E9D2-3F18-93DB-B9CF-97874CFF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299B6-9333-81CA-CEE3-A38B2404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8B1E2-B653-C59A-D83C-3AB14866E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32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65FC7-976F-6A8E-F805-FE029E9E48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96C64-E91F-B93F-5600-2B06F9D94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36E56-4B88-D6FF-68E4-9B9D940C0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183E-5B65-0A7E-9BDC-F7819BD4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5429D-969E-562E-6B5C-E4668276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54BAA1-89EC-D7E0-727C-6D4A0B30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F91CE-F366-D117-1016-122C5A90E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46F2A-C319-0137-0122-58026B0A2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30623-A10C-4E74-9887-CB0ED916E6D4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20B42-A425-54ED-A964-2B3650250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BC807-5BEF-0E9E-11CF-2192CF44A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82639-F32E-4C89-9172-AC9DE2DB36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241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797E-7468-F1A2-953A-87A85C295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559" y="112295"/>
            <a:ext cx="10074442" cy="1655762"/>
          </a:xfrm>
        </p:spPr>
        <p:txBody>
          <a:bodyPr/>
          <a:lstStyle/>
          <a:p>
            <a:r>
              <a:rPr lang="en-IN" dirty="0"/>
              <a:t>FVPN Creation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AAC4E-D9A4-C6E8-605D-5861B105E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558" y="1957137"/>
            <a:ext cx="10074442" cy="3300663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/>
              <a:t>Introduction: What is FVPN?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FVPN stands for </a:t>
            </a:r>
            <a:r>
              <a:rPr lang="en-US" b="1" dirty="0"/>
              <a:t>Full Virtual Private Network</a:t>
            </a:r>
            <a:r>
              <a:rPr lang="en-US" dirty="0"/>
              <a:t> — a secure, private tunnel that connects on-premises systems, cloud environments (like AWS), and remote users.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secure data exchange between internal systems and cloud resources.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FVPN uses encryption, tunneling, and access control policies to isolate traffic between trusted endpoints.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249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D273-C76B-7D5E-FA06-34C5034A8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FVPN is Needed in Data Pipelines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2546A-98D1-3793-5AFA-767C3FEE4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FVPN protects communication between components like Glue Jobs, Redshift, Kafka, and APIs.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Data often flows across private and public networks; VPNs ensure security and compliance.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FVPN restricts data movement to private subnets while still allowing controlled cloud access.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604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0206-6EDF-C540-07CC-6669A28B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Components of FVPN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295E6-E6CE-B960-465A-7194DAE16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1️⃣ </a:t>
            </a:r>
            <a:r>
              <a:rPr lang="en-IN" b="1" dirty="0"/>
              <a:t>VPC (Virtual Private Cloud)</a:t>
            </a:r>
            <a:br>
              <a:rPr lang="en-IN" dirty="0"/>
            </a:br>
            <a:r>
              <a:rPr lang="en-IN" dirty="0"/>
              <a:t>2️⃣ </a:t>
            </a:r>
            <a:r>
              <a:rPr lang="en-IN" b="1" dirty="0"/>
              <a:t>VPN Gateway</a:t>
            </a:r>
            <a:br>
              <a:rPr lang="en-IN" dirty="0"/>
            </a:br>
            <a:r>
              <a:rPr lang="en-IN" dirty="0"/>
              <a:t>3️⃣ </a:t>
            </a:r>
            <a:r>
              <a:rPr lang="en-IN" b="1" dirty="0"/>
              <a:t>Customer Gateway</a:t>
            </a:r>
            <a:br>
              <a:rPr lang="en-IN" dirty="0"/>
            </a:br>
            <a:r>
              <a:rPr lang="en-IN" dirty="0"/>
              <a:t>4️⃣ </a:t>
            </a:r>
            <a:r>
              <a:rPr lang="en-IN" b="1" dirty="0"/>
              <a:t>Tunnels (IPSec)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Each part plays a role in establishing an encrypted path between environments.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VPC routes traffic to the VPN Gateway, which securely exchanges data with the on-premises Customer Gateway.</a:t>
            </a:r>
          </a:p>
        </p:txBody>
      </p:sp>
    </p:spTree>
    <p:extLst>
      <p:ext uri="{BB962C8B-B14F-4D97-AF65-F5344CB8AC3E}">
        <p14:creationId xmlns:p14="http://schemas.microsoft.com/office/powerpoint/2010/main" val="489716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BC6C8-9B43-0B4D-B3A8-A81ECA23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Setup Virtual Private Cloud (VPC)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14AE7-5E12-1654-EBFA-83767E0D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Create a VPC with private and public subnets.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provides an isolated network space in the cloud.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Define CIDR blocks, subnets, and route tables in AWS Console or via Python boto3.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40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16D9D-F8DD-18F9-FE2E-D229C9D2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Create VPN Gateway and Attach to VPC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89C-C0B6-9E13-7BFF-E11277B40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The VPN Gateway acts as the cloud-side tunnel endpoint.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connects your VPC to the external (on-premises) network securely.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AWS Console or SDK to create a VPN Gateway and attach it to your existing VPC.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077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7DB4A-373E-5531-9D4D-25F99D6A7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3: Configure Customer Gateway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66FCB-6787-D466-C306-625F06D6D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The Customer Gateway represents your on-prem or local machine’s VPN device.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provides the public IP and encryption details to AWS.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static IP and BGP (optional) to configure routing between the two networks.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008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89410-071E-9535-F2C9-0C5D57843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4: Establish VPN Connection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8A191-090B-BD11-8AC9-ACFCFC227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Define tunnels between the Customer and VPN Gateways.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Tunnels carry encrypted traffic securely.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AWS automatically creates two redundant tunnels for high availability.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699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314AA-4EBC-D38C-1FF5-CC3AC4FF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5: Update Routing and Security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A0415-0BB8-868D-719F-79E41D5F2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Ensure traffic from your on-premises systems can reach AWS services.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Without route updates, packets won’t reach their target.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Add routes to the route table and configure security groups and NACLs.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447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59AD-A018-B558-C09F-DA747E220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Monitoring &amp; Maintenance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4DA28-7682-5F2A-2C34-915EF2A0B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Monitor VPN tunnel status and data flow.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connectivity and security remain intact.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AWS CloudWatch or Python scripts to check tunnel health periodically.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504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DA54-668A-F789-960F-49128CAE8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573B8-9F1F-899D-7A96-49871F25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FVPN enables secure hybrid connectivity between cloud and local infrastructure.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ensures encryption, compliance, and private communication for sensitive workloads.</a:t>
            </a:r>
            <a:br>
              <a:rPr lang="en-US" dirty="0"/>
            </a:br>
            <a:r>
              <a:rPr lang="en-US" b="1"/>
              <a:t>How:</a:t>
            </a:r>
            <a:br>
              <a:rPr lang="en-US"/>
            </a:br>
            <a:r>
              <a:rPr lang="en-US"/>
              <a:t>Through stepwise setup — VPC, gateways, tunnels, routing, and monitoring.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472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Office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FVPN Creation Process</vt:lpstr>
      <vt:lpstr>Why FVPN is Needed in Data Pipelines </vt:lpstr>
      <vt:lpstr>Core Components of FVPN</vt:lpstr>
      <vt:lpstr>Step 1: Setup Virtual Private Cloud (VPC)</vt:lpstr>
      <vt:lpstr>Step 2: Create VPN Gateway and Attach to VPC</vt:lpstr>
      <vt:lpstr>Step 3: Configure Customer Gateway </vt:lpstr>
      <vt:lpstr>Step 4: Establish VPN Connection </vt:lpstr>
      <vt:lpstr>Step 5: Update Routing and Security </vt:lpstr>
      <vt:lpstr>Monitoring &amp; Maintenance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2025-11-13T05:42:56Z</dcterms:created>
  <dcterms:modified xsi:type="dcterms:W3CDTF">2025-11-13T05:43:02Z</dcterms:modified>
</cp:coreProperties>
</file>