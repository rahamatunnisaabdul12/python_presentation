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193B9-E3C9-F0C3-690F-7518A0A0E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CA917F-F578-D263-146E-7274B79CBC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52329-43E7-0813-F0B4-B22A4D57D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03C6-5F73-4DA4-9E54-D9CDFE488DA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2E8B5-848F-FB3B-5600-EFBFCFDF3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73D09-0900-BF47-391A-07744B2F9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9006D-242B-4524-978B-44D7BCA13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259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15464-EBCD-C8AB-9A94-1B16C47D8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7B2CF-95C1-8D4B-5C14-7B8EF2189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B9719-F87A-E592-6912-B0269FBF6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03C6-5F73-4DA4-9E54-D9CDFE488DA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4E987-7AD9-4BE1-599C-5C2C75CE9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EC0B3-B432-E9B0-173C-C4802A36C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9006D-242B-4524-978B-44D7BCA13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28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82064-9502-770A-A463-AD0BF055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5D567-80A3-FD74-74B2-8DE21B063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41104-209C-D260-DF64-2EAA93E0B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03C6-5F73-4DA4-9E54-D9CDFE488DA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C5D19-A993-6AAB-CDC3-AF68A4994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B60F9-593D-22FE-A6ED-42835F58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9006D-242B-4524-978B-44D7BCA13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311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F1916-B137-EB69-73EB-8FED16C0A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92AB8-6405-E4C0-15D3-FD26D6FE93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E7D4E2-32DC-A7B8-D2D9-FED1685B9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19B74-BFB0-0C94-91C8-D646D7AB1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03C6-5F73-4DA4-9E54-D9CDFE488DA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3622B-508E-C921-20B0-C9933F2C4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54D0C-C441-F32C-740B-BA0A5E4B6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9006D-242B-4524-978B-44D7BCA13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351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16314-135B-76E9-D0C8-282D09FEA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74ECE-9BD4-2537-4BA0-359E5900B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99FDC-22BC-DA56-1283-7431ED5DD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6AB4FD-B58F-612A-9846-DF6E35DE8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C105B1-CEED-F0BE-832F-6CA85A6D83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7CB45A-53E7-B3C4-E831-05205336D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03C6-5F73-4DA4-9E54-D9CDFE488DA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ACC951-8157-E122-3E00-4A4D9AE12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7FBFEB-E184-85CE-9F23-7EED9F2D8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9006D-242B-4524-978B-44D7BCA13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208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F123F-4606-DF4E-B954-29F739FFE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22BD0A-A8E7-F481-0FFA-6A40B515F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03C6-5F73-4DA4-9E54-D9CDFE488DA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BF02A4-6AB6-0847-FF0B-D54D7BF1B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6DBD61-F523-DF3F-8FD2-EDE0E9EE5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9006D-242B-4524-978B-44D7BCA13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22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587005-7C9D-C0E4-44F9-5701EEAF1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03C6-5F73-4DA4-9E54-D9CDFE488DA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AA6BD9-DEBD-117E-98D1-2C7B73D65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E406E-0A44-2F03-2370-5CC8B644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9006D-242B-4524-978B-44D7BCA13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874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F8AC7-D32A-789E-0444-542BAAE17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2725F-5DC8-A582-9191-9A64F3A94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DCF646-CB94-0EE3-8003-0896B207B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55DAD-2B82-0185-A508-24C7E3DF9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03C6-5F73-4DA4-9E54-D9CDFE488DA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82FD6-A40F-61D0-9C5D-954B5853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1B780-6229-7255-1B2E-A91C2B806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9006D-242B-4524-978B-44D7BCA13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571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C4465-DFC6-E440-A92F-93F6FBCC8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310CFC-FB48-2AF4-2AAB-5A66716553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3FDF3-1E1D-7EB3-C660-C48589C26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FEE6C-9B8B-583A-3C0E-63236663E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03C6-5F73-4DA4-9E54-D9CDFE488DA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52B59-D2FC-105F-4CA4-1948CE8B9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C260A-42ED-4AF4-175B-05AB49464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9006D-242B-4524-978B-44D7BCA13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447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701C4-869D-3D56-E87F-BFD686EB4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26131A-9436-CC8A-C2C3-CC2B077BC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95FBE-5742-0824-FEB5-E972B520F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03C6-5F73-4DA4-9E54-D9CDFE488DA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CF1A8-C803-8A9B-7579-E8777ACF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D6E54-F6F9-25F3-55DD-7B4AFB001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9006D-242B-4524-978B-44D7BCA13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527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FF88E8-ED18-46BA-A12A-301DF12442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08ECC-245B-E6B4-0569-6C550D0C6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F2B4D-AEC6-DB50-EA6B-0C187F340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03C6-5F73-4DA4-9E54-D9CDFE488DA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6146C-5B6A-35F4-05C0-B1F41C63E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7BC95-F694-AC20-078E-0C7A4D49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9006D-242B-4524-978B-44D7BCA13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443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6945F1-8DA8-F10C-0E2E-8EDBCCC02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D4D85-DEFB-B62A-9A23-40937055B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E6824-4087-26F8-0B97-82AA5693B1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303C6-5F73-4DA4-9E54-D9CDFE488DA9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0AD4F-0A84-E8FB-50C9-7F04D458CD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95A0C-3833-BAC3-C742-9D5A769D6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39006D-242B-4524-978B-44D7BCA13F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199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12FF3-FDCE-2AB8-2536-D0C8639CF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421" y="240633"/>
            <a:ext cx="10507579" cy="1909010"/>
          </a:xfrm>
        </p:spPr>
        <p:txBody>
          <a:bodyPr/>
          <a:lstStyle/>
          <a:p>
            <a:r>
              <a:rPr lang="en-IN" dirty="0"/>
              <a:t>Collaboration and Task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68776-E042-FCEA-9944-0CE3CDF03D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420" y="2149643"/>
            <a:ext cx="10507580" cy="4219073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Introduction to Collaboration &amp; Task Management</a:t>
            </a:r>
          </a:p>
          <a:p>
            <a:pPr algn="l"/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Collaboration and task management combine teamwork, communication, and structured workflows to achieve project goals efficiently.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Modern data and tech projects involve multiple roles (engineers, analysts, PMs), so coordination is essential.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By using shared platforms, assigning responsibilities, tracking progress, and maintaining consistent communication.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0862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CBBC-65DC-48B8-1E3F-D47B8AAB8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Collaboration in Projects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E8A3A-3455-AA67-EB2F-782A482A5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Collaboration ensures all team members work toward a shared goal with clarity.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It reduces misunderstandings, duplication of work, and delays.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By having common documentation, shared tools, discussion threads, and transparent decision-making.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5298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76CFC-E390-1058-8618-14DC6F9E4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Task Management?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C5244-699C-5C6B-2A28-99E5F09DC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Task management involves defining, assigning, prioritizing, and tracking tasks through a lifecycle.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Ensures accountability, deadlines, and progress visibility.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Tasks move through stages like </a:t>
            </a:r>
            <a:r>
              <a:rPr lang="en-US" i="1" dirty="0"/>
              <a:t>To Do → In Progress → Review → Done</a:t>
            </a:r>
            <a:r>
              <a:rPr lang="en-US" dirty="0"/>
              <a:t> using tools like Jira, Trello, or Asana.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5489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98009-733B-2BE8-818C-8F90FCCC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Teams Need Structured Task Management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EA9B8-ADE6-E52A-0745-8B924D602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 structured system organizes work across individuals and teams.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Helps avoid chaos — unclear ownership, missed deadlines, and incomplete work.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By using standardized templates, clear owner assignment, priority tags, and dependency tracking.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6825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D9DE-956C-15BC-054E-614071D55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Collaboration Tools Improve Productivity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CB907-288B-34B2-4A49-B013EF02E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What:</a:t>
            </a:r>
            <a:br>
              <a:rPr lang="en-IN" dirty="0"/>
            </a:br>
            <a:r>
              <a:rPr lang="en-IN" dirty="0"/>
              <a:t>Collaboration tools centralize communication, files, and updates.</a:t>
            </a:r>
            <a:br>
              <a:rPr lang="en-IN" dirty="0"/>
            </a:br>
            <a:r>
              <a:rPr lang="en-IN" b="1" dirty="0"/>
              <a:t>Why:</a:t>
            </a:r>
            <a:br>
              <a:rPr lang="en-IN" dirty="0"/>
            </a:br>
            <a:r>
              <a:rPr lang="en-IN" dirty="0"/>
              <a:t>Prevents scattered information across emails, chats, and informal messages.</a:t>
            </a:r>
            <a:br>
              <a:rPr lang="en-IN" dirty="0"/>
            </a:br>
            <a:r>
              <a:rPr lang="en-IN" b="1" dirty="0"/>
              <a:t>How:</a:t>
            </a:r>
            <a:br>
              <a:rPr lang="en-IN" dirty="0"/>
            </a:br>
            <a:r>
              <a:rPr lang="en-IN" dirty="0"/>
              <a:t>Using:</a:t>
            </a:r>
          </a:p>
          <a:p>
            <a:r>
              <a:rPr lang="en-IN" dirty="0"/>
              <a:t>Slack/MS Teams (communication)</a:t>
            </a:r>
          </a:p>
          <a:p>
            <a:r>
              <a:rPr lang="en-IN" dirty="0"/>
              <a:t>Confluence/Notion (documentation)</a:t>
            </a:r>
          </a:p>
          <a:p>
            <a:r>
              <a:rPr lang="en-IN" dirty="0"/>
              <a:t>Jira/Trello (task tracking)</a:t>
            </a:r>
          </a:p>
          <a:p>
            <a:r>
              <a:rPr lang="en-IN" dirty="0"/>
              <a:t>Miro/Figma (design collaboration)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5774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70B91-B9C9-0B76-4CFE-554D829A9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Workflows in Task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5EEC0-EA06-E24E-3941-9C76C7DEB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432" y="1427747"/>
            <a:ext cx="10808368" cy="4749216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 workflow represents how tasks move from start to finish.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Provides clarity on responsibilities and approval paths.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Example workflow:</a:t>
            </a:r>
          </a:p>
          <a:p>
            <a:r>
              <a:rPr lang="en-US" dirty="0"/>
              <a:t>Create task</a:t>
            </a:r>
          </a:p>
          <a:p>
            <a:r>
              <a:rPr lang="en-US" dirty="0"/>
              <a:t>Assign owner</a:t>
            </a:r>
          </a:p>
          <a:p>
            <a:r>
              <a:rPr lang="en-US" dirty="0"/>
              <a:t>Add requirements/documents</a:t>
            </a:r>
          </a:p>
          <a:p>
            <a:r>
              <a:rPr lang="en-US" dirty="0"/>
              <a:t>Mark progress</a:t>
            </a:r>
          </a:p>
          <a:p>
            <a:r>
              <a:rPr lang="en-US" dirty="0"/>
              <a:t>Peer review</a:t>
            </a:r>
          </a:p>
          <a:p>
            <a:r>
              <a:rPr lang="en-US" dirty="0"/>
              <a:t>Approve &amp; close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6067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F6482-9A2C-B6CB-B664-E207A1278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Communication Practices for Collaboration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460C0-AE57-C5E8-A973-32FF45E3A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Effective communication keeps the team aligned.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Avoids confusion, reduces back-and-forth, and improves trust.</a:t>
            </a:r>
            <a:br>
              <a:rPr lang="en-US" dirty="0"/>
            </a:br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Daily or weekly stand-ups</a:t>
            </a:r>
          </a:p>
          <a:p>
            <a:r>
              <a:rPr lang="en-US" dirty="0"/>
              <a:t>Clear meeting agendas</a:t>
            </a:r>
          </a:p>
          <a:p>
            <a:r>
              <a:rPr lang="en-US" dirty="0"/>
              <a:t>Written updates for async work</a:t>
            </a:r>
          </a:p>
          <a:p>
            <a:r>
              <a:rPr lang="en-US" dirty="0"/>
              <a:t>Proper use of channels (tech, business, blockers)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888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FCEC3-7A57-4A4B-8E31-A9BEFDB74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Documentation and Knowledge Sharing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E9AB9-1D94-C30F-431E-805ACF107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Documentation captures decisions, processes, and reference materials.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Prevents repeated explanations and ensures continuity if team members change.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Using wikis, knowledge bases, version control, SOPs, and well-documented ETL/ML processes.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2026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13C63-6F5B-3D89-3AB6-D18C96AC7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Dependencies &amp; Cross-Team Coordination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FDF2E-7775-2E4E-EAAA-A9DABF27D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Many tasks depend on other teams or individuals.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Breakdowns in dependency management lead to delays.</a:t>
            </a:r>
            <a:br>
              <a:rPr lang="en-US" dirty="0"/>
            </a:br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Track dependencies in the task tool</a:t>
            </a:r>
          </a:p>
          <a:p>
            <a:r>
              <a:rPr lang="en-US" dirty="0"/>
              <a:t>Set expected timelines</a:t>
            </a:r>
          </a:p>
          <a:p>
            <a:r>
              <a:rPr lang="en-US" dirty="0"/>
              <a:t>Escalate blockers early</a:t>
            </a:r>
          </a:p>
          <a:p>
            <a:r>
              <a:rPr lang="en-US" dirty="0"/>
              <a:t>Use shared dashboards for visibility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9002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49B82-0597-4362-2001-C4FE968D5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– Summary &amp;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BEFC6-3D4F-33FB-782A-4931D7DA5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Collaboration and task management ensure teams align, execute, and deliver efficiently.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Reduces operational friction and improves project success rate.</a:t>
            </a:r>
            <a:br>
              <a:rPr lang="en-US" dirty="0"/>
            </a:br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Use standardized tools</a:t>
            </a:r>
          </a:p>
          <a:p>
            <a:r>
              <a:rPr lang="en-US" dirty="0"/>
              <a:t>Maintain transparency</a:t>
            </a:r>
          </a:p>
          <a:p>
            <a:r>
              <a:rPr lang="en-US" dirty="0"/>
              <a:t>Follow structured workflows</a:t>
            </a:r>
          </a:p>
          <a:p>
            <a:r>
              <a:rPr lang="en-US" dirty="0"/>
              <a:t>Document key decisions</a:t>
            </a:r>
          </a:p>
          <a:p>
            <a:r>
              <a:rPr lang="en-US"/>
              <a:t>Communicate clearly and consistently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343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580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Collaboration and Task Management</vt:lpstr>
      <vt:lpstr>Importance of Collaboration in Projects</vt:lpstr>
      <vt:lpstr>What is Task Management?</vt:lpstr>
      <vt:lpstr>Why Teams Need Structured Task Management</vt:lpstr>
      <vt:lpstr>How Collaboration Tools Improve Productivity</vt:lpstr>
      <vt:lpstr>Workflows in Task Management</vt:lpstr>
      <vt:lpstr>Communication Practices for Collaboration</vt:lpstr>
      <vt:lpstr>Documentation and Knowledge Sharing</vt:lpstr>
      <vt:lpstr>Dependencies &amp; Cross-Team Coordination</vt:lpstr>
      <vt:lpstr>– Summary &amp; Best Practices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2025-11-14T06:16:48Z</dcterms:created>
  <dcterms:modified xsi:type="dcterms:W3CDTF">2025-11-14T06:16:55Z</dcterms:modified>
</cp:coreProperties>
</file>