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483C7-5409-1352-7E98-93574D37A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5A899-7575-E431-EFB8-4982AE2B23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DF3E1-BA5D-EC4D-EDD5-2B0170D0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E97C-272E-4FE1-BDBE-7B1BB18042F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4714-CE6C-4E89-D72A-DF5B7B43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A2A8-53B9-3AC5-D244-2F421C844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51B3-BA5E-465E-BF88-53A8960A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127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48340-A697-ACD6-02CF-4C83F4D25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9A0D1-7BF8-85FE-893E-9FB870A2F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CC197-0208-7B1A-070E-4851AE92C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E97C-272E-4FE1-BDBE-7B1BB18042F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3FCEB-5FF2-FBFA-B5A2-7589C211D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7D4DF-18DE-3582-EE9B-6DE23DE4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51B3-BA5E-465E-BF88-53A8960A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459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A455B-9AB3-BC10-38F6-73E556963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25F70-BDE1-68FE-69C5-2D43950AC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71F3E-423F-4B36-F930-20F6B2864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E97C-272E-4FE1-BDBE-7B1BB18042F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72861-0D53-8C53-91F6-09966E8EE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7D175-B229-F8FC-CA39-C55D4772F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51B3-BA5E-465E-BF88-53A8960A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03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762C6-A2EF-6759-D4A7-48F17EEB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15300-0AC1-9E7B-4849-0BF3A1345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F23E6D-C10B-D954-D2F4-8026EF233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B3E40-9BFD-E61F-B776-C102AB4E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E97C-272E-4FE1-BDBE-7B1BB18042F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1BC75-328E-1D9F-D1A9-6615653C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B869C-1274-CA8F-05F0-9C3452ABB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51B3-BA5E-465E-BF88-53A8960A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870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EAB3C-679D-1949-21F4-87D410962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B1945-72D5-F23F-162F-6AB78DA0C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BA50C1-A23B-F5A0-283B-5A2A775D2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68A7BE-38A3-2F8B-EE50-EC8A305306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F5C36-BDE8-D311-9E32-2E4D6FE477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7DE460-614F-DB18-CC1A-9D32B539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E97C-272E-4FE1-BDBE-7B1BB18042F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E9B3E5-D46C-2DD7-0320-E75927B3F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6BB329-DACE-7B40-B052-2D894C084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51B3-BA5E-465E-BF88-53A8960A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596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831C2-964B-E2FD-01C4-EE691CF8B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84F91-FD5C-01B0-4AA5-C8382DE79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E97C-272E-4FE1-BDBE-7B1BB18042F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69FCB-57D7-28E7-3E1D-BAAA66ABC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E4624-0CA4-ECE9-2166-7BEBA55A5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51B3-BA5E-465E-BF88-53A8960A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868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A50BB4-3DDA-3503-2685-87EA50D23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E97C-272E-4FE1-BDBE-7B1BB18042F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E12F06-BF61-1FAC-BAB3-46393DA5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34461-0ABA-F45C-5721-3C90489B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51B3-BA5E-465E-BF88-53A8960A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16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4D13-9890-C6BA-AD07-A3F31FB2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7E043-5742-6BDF-874A-8B5DD9167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6E642-C903-3863-1431-9DF4F5743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4D64F-537C-A8C9-B88D-22CEA2D99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E97C-272E-4FE1-BDBE-7B1BB18042F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7EC29-1C95-5642-8F5C-C087BAE27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10CA0D-D5B9-7978-999F-8F95BD81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51B3-BA5E-465E-BF88-53A8960A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736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694F7-0A90-C2AC-0541-8C48BC460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2CCD7-E5AC-3E32-61CF-9CB39B6DE5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E5BEC-15A6-91E6-13D8-B7D49016E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D175F-49C7-6200-9B4A-BBD5F202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E97C-272E-4FE1-BDBE-7B1BB18042F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43E25-9440-C825-12D1-1475CD64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F67A6-73C6-72DE-1694-ED1C61D78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51B3-BA5E-465E-BF88-53A8960A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2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BA6D1-4A95-21E8-B772-D65B8B869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698D3-753D-2600-9876-90C0F8FAD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933D6-DC7E-CED3-06E3-00D69CEEC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E97C-272E-4FE1-BDBE-7B1BB18042F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0898A-FDEC-5A16-9C72-ACBDE71E8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C3A55-662D-06B5-7A2C-ACC452F5C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51B3-BA5E-465E-BF88-53A8960A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47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23EB63-E7F9-F96B-7C97-C9416E77BF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06972A-2046-78AB-973C-96C6FE4BC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28A8B-6871-2F64-2960-17D582A58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E97C-272E-4FE1-BDBE-7B1BB18042F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17B89-26A2-83AB-DC67-D47B764D3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4E71C-8142-DAFE-1276-3FCD1C89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451B3-BA5E-465E-BF88-53A8960A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01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B74E3D-F6DA-8A3F-F3B2-CF19507AD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CFAEB-8368-5AD3-B257-EA27E4AB9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25103-0666-CFEA-93FA-6A64E29E3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FE97C-272E-4FE1-BDBE-7B1BB18042F2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D4A63-97A3-E505-EE62-9314C92C55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D2CFD-1A97-7992-CEE2-624D52664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8451B3-BA5E-465E-BF88-53A8960A28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938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451B1-BB8D-B03F-0BEE-B801AAAE6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432" y="545433"/>
            <a:ext cx="10122568" cy="216568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Dynamic Parameterization in Scripts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5FE-5D6D-E70C-CD0A-BC57D544D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165684"/>
            <a:ext cx="10331116" cy="3092116"/>
          </a:xfrm>
        </p:spPr>
        <p:txBody>
          <a:bodyPr/>
          <a:lstStyle/>
          <a:p>
            <a:pPr algn="l"/>
            <a:r>
              <a:rPr lang="en-US" b="1" dirty="0"/>
              <a:t>Introduction</a:t>
            </a:r>
          </a:p>
          <a:p>
            <a:pPr algn="l"/>
            <a:r>
              <a:rPr lang="en-US" b="1" dirty="0"/>
              <a:t>What:</a:t>
            </a:r>
            <a:r>
              <a:rPr lang="en-US" dirty="0"/>
              <a:t> Injecting values (paths, dates, configs) into scripts at runtime.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Makes scripts reusable across environments and datasets.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Use parameters, config files, environment variables, CLI </a:t>
            </a:r>
            <a:r>
              <a:rPr lang="en-US" dirty="0" err="1"/>
              <a:t>args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7384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912C5-25AC-E4E0-1F1F-EBAC5C42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Parameterization?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6B390-CA27-6BAB-F590-E82716087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Replacing hardcoded values with dynamic inputs.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Avoids rewriting code for each run.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Define placeholders → supply values at execution.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261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A12AD-3921-2F0C-E560-19F8B864D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It Matters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ABEB6-2F7A-A70D-9493-BCCEE1E47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Enables automation and scalability.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Supports multiple environments, data ranges, and projects.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Pass parameters externally instead of editing code.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5778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38C0F-DD20-D2EA-881D-1AEFD635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Parameters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1A97F-95C2-E12D-9FDE-F4844710E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What:</a:t>
            </a:r>
            <a:endParaRPr lang="en-IN" dirty="0"/>
          </a:p>
          <a:p>
            <a:r>
              <a:rPr lang="en-IN" dirty="0"/>
              <a:t>Runtime parameters</a:t>
            </a:r>
          </a:p>
          <a:p>
            <a:r>
              <a:rPr lang="en-IN" dirty="0"/>
              <a:t>Environment parameters</a:t>
            </a:r>
          </a:p>
          <a:p>
            <a:r>
              <a:rPr lang="en-IN" dirty="0"/>
              <a:t>Config parameters</a:t>
            </a:r>
          </a:p>
          <a:p>
            <a:r>
              <a:rPr lang="en-IN" dirty="0"/>
              <a:t>User inputs</a:t>
            </a:r>
            <a:br>
              <a:rPr lang="en-IN" dirty="0"/>
            </a:br>
            <a:r>
              <a:rPr lang="en-IN" b="1" dirty="0"/>
              <a:t>Why:</a:t>
            </a:r>
            <a:r>
              <a:rPr lang="en-IN" dirty="0"/>
              <a:t> Each drives different parts of pipeline </a:t>
            </a:r>
            <a:r>
              <a:rPr lang="en-IN" dirty="0" err="1"/>
              <a:t>behavior</a:t>
            </a:r>
            <a:r>
              <a:rPr lang="en-IN" dirty="0"/>
              <a:t>.</a:t>
            </a:r>
            <a:br>
              <a:rPr lang="en-IN" dirty="0"/>
            </a:br>
            <a:r>
              <a:rPr lang="en-IN" b="1" dirty="0"/>
              <a:t>How:</a:t>
            </a:r>
            <a:r>
              <a:rPr lang="en-IN" dirty="0"/>
              <a:t> Use CLI </a:t>
            </a:r>
            <a:r>
              <a:rPr lang="en-IN" dirty="0" err="1"/>
              <a:t>args</a:t>
            </a:r>
            <a:r>
              <a:rPr lang="en-IN" dirty="0"/>
              <a:t>, YAML/JSON, ENV vars.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6044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1339B-B626-0191-1276-826C213DD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Environment-Based Parameterization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D4AC1-7F49-B500-4B1C-5BA9B5F5E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Switch behavior per env (local/dev/stage/prod).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Keeps one script usable everywhere.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Load config files or read ENV variables.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706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70CE-CF96-1383-7CF2-E2EBF0179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Data/Date Parameterization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2305D-1856-0834-65B4-F4CFDBB79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Dynamic ranges (e.g., </a:t>
            </a:r>
            <a:r>
              <a:rPr lang="en-US" dirty="0" err="1"/>
              <a:t>process_date</a:t>
            </a:r>
            <a:r>
              <a:rPr lang="en-US" dirty="0"/>
              <a:t>, </a:t>
            </a:r>
            <a:r>
              <a:rPr lang="en-US" dirty="0" err="1"/>
              <a:t>start_date</a:t>
            </a:r>
            <a:r>
              <a:rPr lang="en-US" dirty="0"/>
              <a:t>).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Allows incremental loads and backfills.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Supply dates at runtime from scheduler or CLI.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4057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AB391-F48F-3222-F9A2-6AADDA6FE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Path &amp; File Parameterization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E16A2-0339-A15B-51F1-21C290C86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Let script read/write to dynamic locations.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Useful for multiple clients, buckets, or folders.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Parameterize S3 paths, local paths, or table names.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6982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AE3E-251A-CB7D-787D-1184C365D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Parameter Hierarchies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982F1-35AF-C5A0-099B-BF2EB8CB5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r>
              <a:rPr lang="en-US" dirty="0"/>
              <a:t> Priority order: CLI &gt; ENV &gt; Config defaults.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Controls override behavior safely.</a:t>
            </a:r>
            <a:br>
              <a:rPr lang="en-US" dirty="0"/>
            </a:br>
            <a:r>
              <a:rPr lang="en-US" b="1" dirty="0"/>
              <a:t>How:</a:t>
            </a:r>
            <a:r>
              <a:rPr lang="en-US" dirty="0"/>
              <a:t> Merge layers and document expected values.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4934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22AF-3776-0840-0C0C-128FB74F5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 Practices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8D1B5-C333-9C59-577E-CA5E8C9B6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r>
              <a:rPr lang="en-US" dirty="0"/>
              <a:t> Standardize how parameters are named and documented.</a:t>
            </a:r>
            <a:br>
              <a:rPr lang="en-US" dirty="0"/>
            </a:br>
            <a:r>
              <a:rPr lang="en-US" b="1" dirty="0"/>
              <a:t>Why:</a:t>
            </a:r>
            <a:r>
              <a:rPr lang="en-US" dirty="0"/>
              <a:t> Reduces confusion in large teams and pipelines.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Keep config external</a:t>
            </a:r>
          </a:p>
          <a:p>
            <a:r>
              <a:rPr lang="en-US" dirty="0"/>
              <a:t>Validate all inputs</a:t>
            </a:r>
          </a:p>
          <a:p>
            <a:r>
              <a:rPr lang="en-US" dirty="0"/>
              <a:t>Provide defaults</a:t>
            </a:r>
          </a:p>
          <a:p>
            <a:r>
              <a:rPr lang="en-US" dirty="0"/>
              <a:t>Log parameters at start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2520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50BF6-65DD-0B05-64DA-523AFAE2C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35BC2-BCE4-54BD-DE2E-338BD26E5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What:</a:t>
            </a:r>
            <a:r>
              <a:rPr lang="en-IN" dirty="0"/>
              <a:t> Dynamic parameterization makes scripts flexible and reusable.</a:t>
            </a:r>
            <a:br>
              <a:rPr lang="en-IN" dirty="0"/>
            </a:br>
            <a:r>
              <a:rPr lang="en-IN" b="1" dirty="0"/>
              <a:t>Why:</a:t>
            </a:r>
            <a:r>
              <a:rPr lang="en-IN" dirty="0"/>
              <a:t> Essential for automation, scaling, and multi-environment workflows.</a:t>
            </a:r>
            <a:br>
              <a:rPr lang="en-IN" dirty="0"/>
            </a:br>
            <a:r>
              <a:rPr lang="en-IN" b="1"/>
              <a:t>How:</a:t>
            </a:r>
            <a:r>
              <a:rPr lang="en-IN"/>
              <a:t> Use runtime inputs, environment variables, configs, and structured overrides.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178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Dynamic Parameterization in Scripts </vt:lpstr>
      <vt:lpstr>What Is Parameterization?</vt:lpstr>
      <vt:lpstr>Why It Matters </vt:lpstr>
      <vt:lpstr>Types of Parameters </vt:lpstr>
      <vt:lpstr>Environment-Based Parameterization</vt:lpstr>
      <vt:lpstr>Data/Date Parameterization</vt:lpstr>
      <vt:lpstr>Path &amp; File Parameterization </vt:lpstr>
      <vt:lpstr>Parameter Hierarchies</vt:lpstr>
      <vt:lpstr>Best Practices 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2025-11-15T09:54:22Z</dcterms:created>
  <dcterms:modified xsi:type="dcterms:W3CDTF">2025-11-15T09:54:28Z</dcterms:modified>
</cp:coreProperties>
</file>