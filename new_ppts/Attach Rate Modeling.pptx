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EE8D-0B91-5B21-6E6E-7BB940F9B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7D46C-BFB1-062D-56FE-BDA7F8877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9E123-9809-68AB-5DE0-9AA7ED72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9CE9-F1E6-4F9D-BC7E-F8AB9FB97F2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6119B-15B6-9A79-77E8-A5681D96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C9B81-8396-8FCB-5D6E-1B78E3836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8B13-9276-4E2F-8DBF-EF355C99B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803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89A8-0950-DF17-6B4A-C33D93D3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7D668-3DDD-807A-5DC1-2BFA4F13E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63932-EE18-FD10-F7D2-0FB7298C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9CE9-F1E6-4F9D-BC7E-F8AB9FB97F2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313FF-6A6E-7392-E7A3-9A755C92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28ECA-05DA-7DC1-389D-9F392851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8B13-9276-4E2F-8DBF-EF355C99B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79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96DF-21EF-C91A-8736-9139E4DC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8DF86-90A1-34A1-FC80-1CACBF98E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1BF15-5B65-4767-6D0B-CE9107301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9CE9-F1E6-4F9D-BC7E-F8AB9FB97F2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E99F-6850-DBA7-1816-FD14F487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D2419-1D7C-E68D-174D-78DF0A80B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8B13-9276-4E2F-8DBF-EF355C99B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905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0669-BEDD-2A60-356C-6132B4055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C2CFB-3278-6C44-9BE0-BC58E252B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65F4F-597B-EE1C-CF0C-A29461ACA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16437-88A1-F4B1-4A4E-384957699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9CE9-F1E6-4F9D-BC7E-F8AB9FB97F2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BC448-EA3F-228B-D065-EF1E8955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256BA-D759-DEFF-506D-51035320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8B13-9276-4E2F-8DBF-EF355C99B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98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2136C-6037-EF13-2D38-6A874EE81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CB51F-5B71-17E8-5BC0-AF126992E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89A3D-F74A-B3ED-4F31-6E7BF17DD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134832-F862-9509-3340-CE07D1F9D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9EBC4C-C821-3EA5-C3FE-81CBCCDDF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FCAD8C-E642-C561-FA0B-DA5DCA3C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9CE9-F1E6-4F9D-BC7E-F8AB9FB97F2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80AFE7-4EF5-DEAF-E4C0-834784DCA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8E0DE7-F018-34DD-D11A-4B68DBD7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8B13-9276-4E2F-8DBF-EF355C99B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60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D453-71D6-9901-DBC9-53682F9B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48280-162D-C745-C97F-EDF82037E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9CE9-F1E6-4F9D-BC7E-F8AB9FB97F2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3D9F00-7966-CD7A-CBB4-DDA36C7A2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1A224-8F30-73D0-0088-DB37B0A4A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8B13-9276-4E2F-8DBF-EF355C99B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10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059D7-D00B-C7ED-1BC5-6D8F90E6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9CE9-F1E6-4F9D-BC7E-F8AB9FB97F2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E5B000-CC07-8807-0EBF-A9B0C4FB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14921-DBEB-6B35-4B4A-1FE44469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8B13-9276-4E2F-8DBF-EF355C99B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683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9546B-A38E-6F4F-338D-EC27975B8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E8D0E-0DFD-4A39-DA64-8B70CCDF3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EBF33-D30A-6419-2094-EC6050E8D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0EC1F-3ED4-1592-9611-2143E5E03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9CE9-F1E6-4F9D-BC7E-F8AB9FB97F2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4419F-CF1D-DD5D-03C7-FF2BE4886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FA2AE-80B0-6FA9-9995-9312BF4A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8B13-9276-4E2F-8DBF-EF355C99B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182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B9D9-D676-7D49-3DCD-7ED8E03BD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4BADCA-1D16-91EA-1FA9-D0F7EDA28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EFC4A-60B6-55CF-9FAD-1BE25AA2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F8330-CA80-0611-BAF6-B253A0F83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9CE9-F1E6-4F9D-BC7E-F8AB9FB97F2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87A6C-0551-9705-2EBC-33FFADF1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4FEB9-E64A-F108-7C53-1E6BACA4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8B13-9276-4E2F-8DBF-EF355C99B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09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DFB3-6B32-FD9A-3C19-135D7D44B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E3199-163B-95B1-7CE6-37780A119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ABEF4-C6FA-7E89-83E2-F3D6E31CE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9CE9-F1E6-4F9D-BC7E-F8AB9FB97F2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D77DD-A1EE-54B9-3A83-4723D10F8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202F3-BFCF-7179-8A57-9322751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8B13-9276-4E2F-8DBF-EF355C99B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360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3C9F59-3D46-4223-39A0-5F81EBE99B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D7BEC-4B80-4322-A859-06BBCF686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458F9-1F8C-B963-ABD7-607171A3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9CE9-F1E6-4F9D-BC7E-F8AB9FB97F2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F4C54-6F55-E3E4-B518-A5A8E428C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E07DD-ED6E-5A47-7ACE-2B2EC2A0A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8B13-9276-4E2F-8DBF-EF355C99B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007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42E4E0-8655-0FBB-8963-991159C15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5C89C-AE4B-1FA5-6DFA-BC0B1660F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F3D04-D031-13E2-C2E5-F7D638375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09CE9-F1E6-4F9D-BC7E-F8AB9FB97F2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D58CA-7A6D-83AB-051B-22AD8E93D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8B1AB-9238-DAE7-10A6-4E8702E9A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28B13-9276-4E2F-8DBF-EF355C99B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00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74C36-591E-7BA7-D0B7-D3A0490E2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358" y="0"/>
            <a:ext cx="9144000" cy="1315453"/>
          </a:xfrm>
        </p:spPr>
        <p:txBody>
          <a:bodyPr/>
          <a:lstStyle/>
          <a:p>
            <a:r>
              <a:rPr lang="en-IN" b="1" dirty="0"/>
              <a:t>Attach Rate </a:t>
            </a:r>
            <a:r>
              <a:rPr lang="en-IN" b="1" dirty="0" err="1"/>
              <a:t>Modeling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706CC-03FC-3AC1-8906-41E20CFCA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432" y="1588167"/>
            <a:ext cx="9496926" cy="460408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 to Attach Rate Modeling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Attach Rate Modeling measures how often a secondary product or service is purchased together with a primary product.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Helps organizations understand bundle performance, cross-sell potential, and customer purchasing behavior.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By analyzing transaction data, product dependencies, historical sales trends, and customer patterns.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0027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8E04-7455-53C3-6801-A38B691B8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Attach Rate?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78225-B168-0C43-3EF6-825F9BCD6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Attach Rate = (Number of secondary items sold) / (Number of primary items sold).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Provides a measurable indicator of product pairing success or failure.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Calculate attach rate using sales logs, order lines, or POS (point-of-sale)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551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007D9-3956-CBAB-B751-0E042D04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Attach Rate Matters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72450-BE0D-ED54-E9BB-AB4F3F8EE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strategic metric used by product, finance, and supply chain teams.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Shows growth opportunities, drives revenue forecasting, and improves inventory planning.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Track attach rate over time, compare across regions, and identify markets with high/low performance.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683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AD10-9958-985F-52FF-2D929CEE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Attach Rate Modeling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38131-E92E-7861-B792-7F8D4B879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Primary and secondary product mapping</a:t>
            </a:r>
          </a:p>
          <a:p>
            <a:r>
              <a:rPr lang="en-US" dirty="0"/>
              <a:t>Transaction volume</a:t>
            </a:r>
          </a:p>
          <a:p>
            <a:r>
              <a:rPr lang="en-US" dirty="0"/>
              <a:t>Seasonal demand</a:t>
            </a:r>
          </a:p>
          <a:p>
            <a:r>
              <a:rPr lang="en-US" dirty="0"/>
              <a:t>Customer segment behavior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Understanding these components reveals drivers behind attach rate changes.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Analyze structured datasets and identify correlations and dependencies.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684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4F948-E430-C2ED-4AA2-4D685893F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Cases of Attach Rate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220AC-41CE-D8CC-3098-CEF3E8023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Attach rate supports decisions in pricing, promotions, bundling, and forecasting.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Improves product strategy and helps predict how accessory or secondary items behave.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Examples:</a:t>
            </a:r>
          </a:p>
          <a:p>
            <a:r>
              <a:rPr lang="en-US" dirty="0"/>
              <a:t>Laptop + warranty</a:t>
            </a:r>
          </a:p>
          <a:p>
            <a:r>
              <a:rPr lang="en-US" dirty="0"/>
              <a:t>Mobile phone + screen protector</a:t>
            </a:r>
          </a:p>
          <a:p>
            <a:r>
              <a:rPr lang="en-US" dirty="0"/>
              <a:t>Appliance + installation service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6036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1EFB4-A8BA-B089-6AB7-002B90180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Factors Influencing Attach Rate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FDB53-7B77-4B52-5848-3A6B5E80C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Key drivers include price, marketing, availability, salesperson training, and product compatibility.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Variations in these factors directly affect customer decisions.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Measure attach rate during campaigns, new launches, and inventory disruptions.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141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C7DF-8563-793E-40B1-F4886F113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Attach Rate Supports Forecasting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E4632-6485-3BE2-7658-19036BF5D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Forecasting models predict future demand of accessory items based on primary product sales.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the supply chain maintains balanced inventory levels of both products.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historical attach rates, seasonality adjustments, vendor lead times, and promotional schedules.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179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6ECA-97ED-BF3D-5CD4-E0D54AC6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Attach Rate in Supply Chain Planning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F2F5E-2CE3-E5AE-F654-8C462DAF5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Helps supply chain teams anticipate how many secondary items are required.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Prevents stockouts of accessories that are typically purchased along with main products.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Integrate attach rate logic into ordering systems and replenishment models.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4345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090FF-55A6-CCFE-A4EA-C37D32C2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Monitoring &amp; Improvement Strategies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C78FD-0465-CDB4-3338-2C93BEF1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Continuous improvement of attach rates is a business goal.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Higher attach rates increase revenue per customer and inventory efficiency.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Bundled promotions</a:t>
            </a:r>
          </a:p>
          <a:p>
            <a:r>
              <a:rPr lang="en-US" dirty="0"/>
              <a:t>Cross-sell recommendations</a:t>
            </a:r>
          </a:p>
          <a:p>
            <a:r>
              <a:rPr lang="en-US" dirty="0"/>
              <a:t>Sales training</a:t>
            </a:r>
          </a:p>
          <a:p>
            <a:r>
              <a:rPr lang="en-US" dirty="0"/>
              <a:t>Improving visibility of add-ons</a:t>
            </a:r>
          </a:p>
          <a:p>
            <a:r>
              <a:rPr lang="en-US" dirty="0"/>
              <a:t>Optimized packaging/display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8973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3566F-E2D8-CBBF-1742-971F44C67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&amp;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11ECE-F9F4-DD92-8642-4444B771A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Attach Rate Modeling helps measure, forecast, and optimize product pair performance.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Supports revenue growth, better planning, and targeted marketing.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Track attach rate regularly</a:t>
            </a:r>
          </a:p>
          <a:p>
            <a:r>
              <a:rPr lang="en-US" dirty="0"/>
              <a:t>Identify drivers &amp; gaps</a:t>
            </a:r>
          </a:p>
          <a:p>
            <a:r>
              <a:rPr lang="en-US" dirty="0"/>
              <a:t>Use attach rate in demand planning</a:t>
            </a:r>
          </a:p>
          <a:p>
            <a:r>
              <a:rPr lang="en-US"/>
              <a:t>Align sales, marketing, and supply chain strategies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62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Attach Rate Modeling</vt:lpstr>
      <vt:lpstr>What is Attach Rate? </vt:lpstr>
      <vt:lpstr>Why Attach Rate Matters </vt:lpstr>
      <vt:lpstr>Components of Attach Rate Modeling </vt:lpstr>
      <vt:lpstr>Use Cases of Attach Rate </vt:lpstr>
      <vt:lpstr>Factors Influencing Attach Rate </vt:lpstr>
      <vt:lpstr>How Attach Rate Supports Forecasting </vt:lpstr>
      <vt:lpstr>Attach Rate in Supply Chain Planning </vt:lpstr>
      <vt:lpstr>Monitoring &amp; Improvement Strategies </vt:lpstr>
      <vt:lpstr>Summary &amp; 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2025-11-15T05:58:30Z</dcterms:created>
  <dcterms:modified xsi:type="dcterms:W3CDTF">2025-11-15T05:58:41Z</dcterms:modified>
</cp:coreProperties>
</file>