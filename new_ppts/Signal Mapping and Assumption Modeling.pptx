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9157-CD80-4249-E434-BDFFA30CE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B3274-4879-2DD1-7F16-5DB95A5A5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862C2-8DFA-8F5B-1273-9C16128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B4053-90D8-04B1-7755-15F2337C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3A71D-4E02-B29B-279B-E79E81E4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24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2F46-464B-DB79-2063-87A5A0A1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7E80-B961-1EEC-3EFB-0F3B5ED4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404BD-ACAD-120F-6286-E2498C78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1117-A70E-95D7-9AA5-A938763C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077C-5128-22BB-6854-F03F13A1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6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8688-E39F-6831-E459-E3A5F2EC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A2294-78C7-165A-BB48-3A316DE9B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C7FC2-66EA-1D04-E376-8130986C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31289-2489-0BBD-5B28-22C104A6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C52AD-5F14-743D-9476-37FA90C6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34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A2DF-1F90-B11C-5990-35A99373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30B5-C78A-916F-207B-3FD527598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29B61-B3F9-B764-1D34-6AEA60524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D5226-51C1-1D8B-EEF8-8F868F02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CECC5-325D-BF4E-D159-78451FD9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CA3BD-5BB5-57CD-8138-42140B8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0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046F-40A6-CD66-9BD7-BBD826FE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2F5AF-38E2-29CC-A3AC-28D38E59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EB0FA-5629-F86E-D9D9-40F67317A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49DF5-5CD8-3075-0741-33C4DE0BD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93495-F858-B2FA-CF87-6B2418F3C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86F4B-488F-E5C2-F70E-6BC99FEC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8459B2-4A49-93F1-E1C2-D98622DB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B2627-40EA-933D-9DB6-BACDD85D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4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02CC-E990-8EB5-5006-C38DFF6A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DCF95-013B-5FBD-1152-01CC49CD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0AAD2-F92D-97E4-5257-42636B6B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1056C-EAFC-718E-9C9E-7539CF5D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07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84C36-D572-3B49-2E96-CFA764BB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40301-A0D5-E53B-D16C-5CCFFAAD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1DDC7-151E-8A48-3937-5170750D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67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3906-19C1-49EC-8EA6-F292C8E9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DFA9-221E-D7DC-06F2-A2209BD51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09E1D-7C68-D708-32EF-ED92B705A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19586-8CE7-0048-A9FC-4962BE12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035DA-5D5C-87DC-7C8F-5F043D60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E3333-9CAB-7A70-CF89-86A56683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F64F-DF5D-1BF8-EEF7-08A6744C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50DBF9-9562-CD7C-E9D1-A88C75AA4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231C-B614-D211-BCBA-F40E334B5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086BD-7F7C-E6CD-FE50-81943D36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984FF-4443-97A6-5F36-63B92499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927E-92F0-8DF3-B7CE-86AF5F6C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92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0140-6422-DF03-113C-AA6A583D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AEABF-410C-A967-E812-5701F7A4A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E9FB1-4C1F-7EA3-9C39-2C4BC806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1F5B1-4AC0-FEBF-A581-DD13FE18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C8B0B-F3AE-7825-578B-ED9330D9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70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DE673-C9D1-2018-A30A-92E3BDF2C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8F4B-19B7-526F-BBCC-93ABE8ADD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6693A-3424-5965-26E0-30B3C863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56130-4C9C-FDD0-FFDB-3B49C04E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1C66-8F3F-C6E2-9D95-08F83FF6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67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A298A-B851-766A-9CF5-4F1071BB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B8485-1412-AF06-0C41-3C9551BB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D7835-B01A-AA98-9034-B5DC35C2E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A6EB7-9B11-43F8-8E79-7DCAAED4C73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15DDE-63DD-A58F-BB32-6EBE844A8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3ED0B-9E7B-547E-2887-7EE225599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60D8B-15DA-4950-A669-6468C95D4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7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B0F5-8281-C45E-D7F4-7CEA993F9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316" y="224005"/>
            <a:ext cx="9144000" cy="1376195"/>
          </a:xfrm>
        </p:spPr>
        <p:txBody>
          <a:bodyPr>
            <a:normAutofit fontScale="90000"/>
          </a:bodyPr>
          <a:lstStyle/>
          <a:p>
            <a:r>
              <a:rPr lang="en-US" dirty="0"/>
              <a:t>Signal Mapping and Assumption Modeling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D1373-033C-EA51-30FB-265DA8FB2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67" y="1989221"/>
            <a:ext cx="11036969" cy="44436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Signal Mapping &amp; Assumption Modeling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Signal mapping identifies key metrics, indicators, and data signals that influence business or operational decisions.</a:t>
            </a:r>
            <a:br>
              <a:rPr lang="en-US" dirty="0"/>
            </a:br>
            <a:r>
              <a:rPr lang="en-US" dirty="0"/>
              <a:t>Assumption modeling defines estimated values or rules used when real data is missing or uncertain.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Because real-world data pipelines often lack complete information, requiring signals + assumptions to drive calculations.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mapping signals from source systems and defining logical assumptions for forecasting, planning, and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05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0AF2-3B21-1774-CB70-64A847A7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“Signal” in Data Pipelines?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74114-A279-EF30-63EE-C4012DFA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signal is a measurable element that captures system behavior or business activity (e.g., order delay, demand spike, supplier risk).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Signals help interpret data patterns and drive automated decisions.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Extract signals from APIs, logs, sensors, transactions, or event streams.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4BE1-8EB5-725A-DE78-4DE4B302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Signal Mapping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0625-D2EF-5FBA-CC53-455372F3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1690688"/>
            <a:ext cx="10936705" cy="44862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Signal mapping links each required insight to the correct input data source or field.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analysts and pipelines use the right data attributes consistently.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Create mapping tables that define:</a:t>
            </a:r>
          </a:p>
          <a:p>
            <a:r>
              <a:rPr lang="en-US" dirty="0"/>
              <a:t>Signal name</a:t>
            </a:r>
          </a:p>
          <a:p>
            <a:r>
              <a:rPr lang="en-US" dirty="0"/>
              <a:t>Data source</a:t>
            </a:r>
          </a:p>
          <a:p>
            <a:r>
              <a:rPr lang="en-US" dirty="0"/>
              <a:t>Column(s) required</a:t>
            </a:r>
          </a:p>
          <a:p>
            <a:r>
              <a:rPr lang="en-US" dirty="0"/>
              <a:t>Calculation logic</a:t>
            </a:r>
          </a:p>
          <a:p>
            <a:r>
              <a:rPr lang="en-US" dirty="0"/>
              <a:t>Dependency rules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16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739B-ABA0-14A5-CF71-3F6D6A84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E180-39DE-6350-5A52-23E7F5707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b="1" dirty="0"/>
              <a:t>Operational Signals</a:t>
            </a:r>
            <a:r>
              <a:rPr lang="en-US" dirty="0"/>
              <a:t> – Delivery time variance, inventory drift</a:t>
            </a:r>
          </a:p>
          <a:p>
            <a:r>
              <a:rPr lang="en-US" b="1" dirty="0"/>
              <a:t>Behavioral Signals</a:t>
            </a:r>
            <a:r>
              <a:rPr lang="en-US" dirty="0"/>
              <a:t> – User actions, demand frequency</a:t>
            </a:r>
          </a:p>
          <a:p>
            <a:r>
              <a:rPr lang="en-US" b="1" dirty="0"/>
              <a:t>Financial Signals</a:t>
            </a:r>
            <a:r>
              <a:rPr lang="en-US" dirty="0"/>
              <a:t> – Cost variance, spend trend</a:t>
            </a:r>
          </a:p>
          <a:p>
            <a:r>
              <a:rPr lang="en-US" b="1" dirty="0"/>
              <a:t>Technical Signals</a:t>
            </a:r>
            <a:r>
              <a:rPr lang="en-US" dirty="0"/>
              <a:t> – API latency, error rates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Each category supports specific decision-making areas.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Organize them in a catalog for consistent reuse across teams.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09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1A32-B6BF-ABD7-EB5B-139743DE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Assumption </a:t>
            </a:r>
            <a:r>
              <a:rPr lang="en-IN" b="1" dirty="0" err="1"/>
              <a:t>Modeling</a:t>
            </a:r>
            <a:r>
              <a:rPr lang="en-IN" b="1" dirty="0"/>
              <a:t>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196C-F33C-9B8F-8CDB-191266121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Creating estimated or rule-based values when data is incomplete, unavailable, new, or unpredictable.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Pipelines need stable outputs even when inputs are uncertain.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static assumptions (e.g., 3-day vendor lead time) or dynamic assumptions (e.g., average delivery based on last 3 months).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90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5960-C4DE-B7C9-74CE-CCD907A6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Assumptions Are Necessary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C9D4-3C48-DD91-415E-4190FCA71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Assumptions fill data gaps and ensure continuity in analytics or planning.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Relying only on actual data can break models or create blind spots.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Document assumptions clearly and revisit them as real data becomes available.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20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12E9-12C6-75C5-D8DE-C6622DCC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Signal Mapping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21E57-F069-562D-5BCB-38CF87A2E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structured document that aligns business needs with data sources.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Prevents confusion in ETL/ML teams and avoids wrong interpretations.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Include components:</a:t>
            </a:r>
          </a:p>
          <a:p>
            <a:r>
              <a:rPr lang="en-US" dirty="0"/>
              <a:t>Signal definition</a:t>
            </a:r>
          </a:p>
          <a:p>
            <a:r>
              <a:rPr lang="en-US" dirty="0"/>
              <a:t>Data owner</a:t>
            </a:r>
          </a:p>
          <a:p>
            <a:r>
              <a:rPr lang="en-US" dirty="0"/>
              <a:t>Source system</a:t>
            </a:r>
          </a:p>
          <a:p>
            <a:r>
              <a:rPr lang="en-US" dirty="0"/>
              <a:t>Mapping logic</a:t>
            </a:r>
          </a:p>
          <a:p>
            <a:r>
              <a:rPr lang="en-US" dirty="0"/>
              <a:t>Refresh frequency</a:t>
            </a:r>
          </a:p>
          <a:p>
            <a:r>
              <a:rPr lang="en-US" dirty="0"/>
              <a:t>Edge case handling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77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4120-2755-A15C-A892-6FB90855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Designing an Assumption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618E-6312-7CE0-FE8D-C0AC34BAA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491916"/>
            <a:ext cx="10984832" cy="468504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system for defining thresholds, fallback values, and rule-based decisions.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Assumptions strongly influence forecasting, risk analysis, and KPI calculations.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Follow these steps:</a:t>
            </a:r>
          </a:p>
          <a:p>
            <a:r>
              <a:rPr lang="en-US" dirty="0"/>
              <a:t>Identify missing/noisy data</a:t>
            </a:r>
          </a:p>
          <a:p>
            <a:r>
              <a:rPr lang="en-US" dirty="0"/>
              <a:t>Create fallback rules</a:t>
            </a:r>
          </a:p>
          <a:p>
            <a:r>
              <a:rPr lang="en-US" dirty="0"/>
              <a:t>Validate assumptions with SMEs</a:t>
            </a:r>
          </a:p>
          <a:p>
            <a:r>
              <a:rPr lang="en-US" dirty="0"/>
              <a:t>Apply version control</a:t>
            </a:r>
          </a:p>
          <a:p>
            <a:r>
              <a:rPr lang="en-US" dirty="0"/>
              <a:t>Test assumptions with real scenarios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49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A871-B5F2-B7EA-CA52-3FA97724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Governance &amp;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AE213-CCBC-C2D9-D81B-EFFC89E3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Managing updates and tracking changes in signals and assumptions.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Uncontrolled changes cause inconsistent metrics across teams.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Maintain an assumption log</a:t>
            </a:r>
          </a:p>
          <a:p>
            <a:r>
              <a:rPr lang="en-US" dirty="0"/>
              <a:t>Store mapping tables in Git</a:t>
            </a:r>
          </a:p>
          <a:p>
            <a:r>
              <a:rPr lang="en-US" dirty="0"/>
              <a:t>Review and sign off during sprint cycles</a:t>
            </a:r>
          </a:p>
          <a:p>
            <a:r>
              <a:rPr lang="en-US" dirty="0"/>
              <a:t>Communicate updates with all stakeholders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50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11A6-9D23-B150-C045-01049C3B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6413C-8C08-21A6-DBBB-F309485B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Signal mapping defines how insights connect to data; assumption modeling fills gaps where data is incomplete.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accuracy, consistency, and reliability in analytics and forecasting.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standardized definitions</a:t>
            </a:r>
          </a:p>
          <a:p>
            <a:r>
              <a:rPr lang="en-US" dirty="0"/>
              <a:t>Review assumptions regularly</a:t>
            </a:r>
          </a:p>
          <a:p>
            <a:r>
              <a:rPr lang="en-US" dirty="0"/>
              <a:t>Build mapping tables for transparency</a:t>
            </a:r>
          </a:p>
          <a:p>
            <a:r>
              <a:rPr lang="en-US"/>
              <a:t>Align business, engineering, and analytics teams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58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711A-292C-DB5E-1A02-A66D61BF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03A88-7A4B-0439-DEE2-94BCDCDD1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0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Signal Mapping and Assumption Modeling</vt:lpstr>
      <vt:lpstr>What is a “Signal” in Data Pipelines? </vt:lpstr>
      <vt:lpstr>Why Signal Mapping Matters </vt:lpstr>
      <vt:lpstr>Types of Signals</vt:lpstr>
      <vt:lpstr>What is Assumption Modeling? </vt:lpstr>
      <vt:lpstr>Why Assumptions Are Necessary </vt:lpstr>
      <vt:lpstr>Building a Signal Mapping Framework</vt:lpstr>
      <vt:lpstr>Designing an Assumption Model </vt:lpstr>
      <vt:lpstr>Governance &amp; Version Control</vt:lpstr>
      <vt:lpstr>Summary &amp; Best Practices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2025-11-14T06:49:37Z</dcterms:created>
  <dcterms:modified xsi:type="dcterms:W3CDTF">2025-11-14T06:49:44Z</dcterms:modified>
</cp:coreProperties>
</file>