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DCE3-0AC0-A201-55DA-194B5BB57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0755E-2B15-C95C-AC21-63E62C2CA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EDB4C-8B20-1D44-402B-A6626C59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985B1-64EA-4C0D-D6B1-589DE53C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FBEC9-C4C6-2D2D-FEF9-59065AAC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04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8DBFE-F214-CAF7-E0C1-D2ADF4830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2231-29A4-9B7B-67CF-2897DC1EC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CDE6D-245D-A94E-47DC-71C858B3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8929-A404-BF3E-E315-C763681B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09B1D-0637-2138-E908-288A3C03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76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677C-7F23-B465-057F-32C95E6CE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E407-C20D-F93D-483C-1EE34D231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FCD2B-E7CE-698D-8F4A-85F839BB4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DAFBF-C099-41A1-B106-8CA64746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67083-D65F-BCA7-185C-80E02F17B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356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3A893-A001-8481-DB69-E7D93E46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DAA76-A000-18E9-5454-E8DA17C81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8A67F-980D-C355-853D-87F328C6A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27441-01E7-97FE-63AF-6478D8D4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49E8B-F55B-7D9F-6184-65644DF39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3003-8203-A689-DCF1-4344F10A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406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5EEBF-08C6-4FF2-1769-BCDD0D4CC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595A0-BA6D-5E90-D54C-0A7CEF18D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32C1F-14AB-ED42-D092-A05F8D181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75184E-358F-AD95-120C-5292A394F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7180F-3AD3-8A93-4B43-8861153A14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AB5E61-6125-0F63-1F5F-6EF5E38E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476487-8384-F02B-E858-1038CFDDD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F3C72E-307F-CF9A-5AED-21ED27EA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504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0499-ACE8-A871-F96C-F96A486C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50313-EFBB-40E2-85BF-7BD27BCB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5A9B5-9DC5-94EC-C49C-975D3D3A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64DD2-6EC4-77F7-9B84-F3820844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68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3E1CE-493D-86AE-F47F-2D559562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54D13-A6F4-829D-B1A2-56DE18186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3B867-4539-C196-9A0F-DB52F8C3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8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34C60-592D-CCB1-21EB-D72CB42A2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F1908-0760-A665-893A-BE6F7B945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FB714-9254-8EDA-14EA-644DFB74A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9FF56-9991-1935-700F-DD0FC88EA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55F95-4047-A5C9-4D52-C6055E04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62E49-79F2-3031-D2C7-B0E34603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934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5C77-D157-EF90-3121-4DB9F4E12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FF0C6D-CA31-383E-667C-375B3ECFC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FDE50-D197-4AE7-E847-2C577632F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C3E0D-E917-AAB3-6752-62C95299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296CF-A91D-AED3-9AE9-5C5F7FAEA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3A879-B063-B78B-5451-98CF76BA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67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2742F-D6E0-143D-DAA1-588137528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28918-4724-AA62-2D3C-FF536CD1C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32EB4-DC63-431E-EFD0-DCF4857A6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484FD-970D-4466-F01B-0D89C8DE0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BCD68-57D1-4049-61E5-9622E773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272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36CCE-9F40-9D00-5338-D6379B30F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2F5FD-BA9F-A82C-F249-00B7B0C6E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0AE2C-945A-DD03-EA7F-28DD0B2E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FFA1D-58F6-7735-28AB-65AECA3BA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68C9D-B852-53A4-F629-B98E45FF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28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C1F46E-A0D7-FDD2-A3DD-05109FA1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B3639-C30C-D596-E42F-82941CD48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86F82-648F-A683-03AE-DCFD5B399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9DBA2-BF41-42E9-B85B-1E88C4850739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F4D41-4D8E-F67B-5EF9-2490E0883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5347D-5D7C-C398-527C-3FF1E5A53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5524A-4127-4760-9590-5EC7C0B3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33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8F15-8EE7-FB9D-4267-DAE05CF64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105" y="192505"/>
            <a:ext cx="9865895" cy="23581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Inventory and Forecast Management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84C28-BD1B-7B67-AE1A-FFFAD5250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759" y="1925053"/>
            <a:ext cx="10379242" cy="474044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Introduction: What is Inventory &amp; Forecast Management?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Inventory and Forecast Management involves tracking stock levels and predicting future demand to ensure optimal supply chain performance.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prevents stockouts or overstocking, reduces costs, and improves service levels.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Combines historical data, sales trends, and predictive analytics to maintain the right balance between supply and demand.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9872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609E-DA4F-B4E1-3648-3754A8CB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 in Supply Chain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7BBED-0804-AD01-AD20-BB6B24866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Inventory management directly affects production, delivery, and profitability.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Efficient management keeps working capital optimized and customer orders fulfilled on time.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Forecasting models help plan procurement and replenishment before demand peaks.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73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4765-034E-D039-BF1B-CCC875D1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Inventory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79644-C09D-7B1C-0BBB-A4D387EC3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1️⃣ Stock Tracking</a:t>
            </a:r>
            <a:br>
              <a:rPr lang="en-IN" dirty="0"/>
            </a:br>
            <a:r>
              <a:rPr lang="en-IN" dirty="0"/>
              <a:t>2️⃣ Reorder Point Calculation</a:t>
            </a:r>
            <a:br>
              <a:rPr lang="en-IN" dirty="0"/>
            </a:br>
            <a:r>
              <a:rPr lang="en-IN" dirty="0"/>
              <a:t>3️⃣ Safety Stock Management</a:t>
            </a:r>
            <a:br>
              <a:rPr lang="en-IN" dirty="0"/>
            </a:br>
            <a:r>
              <a:rPr lang="en-IN" dirty="0"/>
              <a:t>4️⃣ Warehouse Optimization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Maintains visibility and reduces inefficiencies.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Leverages ERP systems, data pipelines, and dashboards for real-time updates.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887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6E47-5D55-2C94-F458-10D662753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Demand Forecasting?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6F223-8A42-BA8D-F9B5-CB38AA9E3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method to predict future demand for products using data analytics and ML models.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Helps anticipate customer needs and plan inventory purchases.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Uses historical sales, seasonality, promotions, and economic trends.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6264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C3EF-3152-21A3-3D8C-5EE827EB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Techniques Used in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F22C8-2C18-4F66-0E8C-86EAC481C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Moving Averages</a:t>
            </a:r>
          </a:p>
          <a:p>
            <a:r>
              <a:rPr lang="en-US" dirty="0"/>
              <a:t>Exponential Smoothing</a:t>
            </a:r>
          </a:p>
          <a:p>
            <a:r>
              <a:rPr lang="en-US" dirty="0"/>
              <a:t>ARIMA Models</a:t>
            </a:r>
          </a:p>
          <a:p>
            <a:r>
              <a:rPr lang="en-US" dirty="0"/>
              <a:t>Machine Learning (Regression, LSTM)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Different techniques suit short-term vs long-term forecasts.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Choose based on data volume, variability, and seasonality.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95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DEE9-EFA4-B0CB-F86B-C2EF2A88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Inventory Replenishment Strategies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25FC-5F29-FD3B-4C47-8A793BAB2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Approaches for restocking inventory to meet forecasted demand.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that orders are fulfilled without tying up capital.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EOQ (Economic Order Quantity)</a:t>
            </a:r>
          </a:p>
          <a:p>
            <a:r>
              <a:rPr lang="en-US" dirty="0"/>
              <a:t>Just-in-Time (JIT)</a:t>
            </a:r>
          </a:p>
          <a:p>
            <a:r>
              <a:rPr lang="en-US" dirty="0"/>
              <a:t>Min-Max Levels</a:t>
            </a:r>
          </a:p>
          <a:p>
            <a:r>
              <a:rPr lang="en-US" dirty="0"/>
              <a:t>Automated Reorder Alerts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275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782E-1BFC-7961-EDD4-0FB9107A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 for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714A-9AD6-CEE1-127D-C4190BCAC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ETL → Clean historical data → Transform → Forecast → Store in Redshift/Athena.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Automates the forecasting cycle and integrates with BI dashboards.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Python/AWS Glue jobs use pandas, Prophet, or scikit-learn to compute forecasts.</a:t>
            </a:r>
          </a:p>
        </p:txBody>
      </p:sp>
    </p:spTree>
    <p:extLst>
      <p:ext uri="{BB962C8B-B14F-4D97-AF65-F5344CB8AC3E}">
        <p14:creationId xmlns:p14="http://schemas.microsoft.com/office/powerpoint/2010/main" val="1895495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F196-0CCD-F47D-3F69-1E53DE5F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Metrics Tracked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59718-5F47-4E64-B14D-26DBBEDBE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Stock Turnover Ratio</a:t>
            </a:r>
          </a:p>
          <a:p>
            <a:r>
              <a:rPr lang="en-US" dirty="0"/>
              <a:t>Days of Inventory Outstanding (DIO)</a:t>
            </a:r>
          </a:p>
          <a:p>
            <a:r>
              <a:rPr lang="en-US" dirty="0"/>
              <a:t>Forecast Accuracy (MAPE)</a:t>
            </a:r>
          </a:p>
          <a:p>
            <a:r>
              <a:rPr lang="en-US" dirty="0"/>
              <a:t>Fill Rate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Measures efficiency and prediction reliability.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Monitored through dashboards and KPI alerts.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179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CD5FE-957D-1EA8-10EE-4966C2720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F1454-90D2-50E9-1F56-009C9FD42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Common issues: inaccurate forecasts, data lags, or supplier delays.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These lead to excess costs or missed sales.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real-time data feeds, anomaly detection, and AI-driven optimization.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7292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A420-DA50-3430-A3FE-EDA130946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5E669-3BFA-684D-D807-BDE7402CD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Inventory and Forecast Management align supply with demand efficiently.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Prevents stock imbalance and ensures timely customer satisfaction.</a:t>
            </a:r>
            <a:br>
              <a:rPr lang="en-US" dirty="0"/>
            </a:br>
            <a:r>
              <a:rPr lang="en-US" b="1"/>
              <a:t>How:</a:t>
            </a:r>
            <a:br>
              <a:rPr lang="en-US"/>
            </a:br>
            <a:r>
              <a:rPr lang="en-US"/>
              <a:t>Use data-driven models, continuous monitoring, and automation for maximum accuracy.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771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Inventory and Forecast Management </vt:lpstr>
      <vt:lpstr>Why It Matters in Supply Chain</vt:lpstr>
      <vt:lpstr>Key Components of Inventory Management</vt:lpstr>
      <vt:lpstr>What is Demand Forecasting?</vt:lpstr>
      <vt:lpstr>Techniques Used in Forecasting</vt:lpstr>
      <vt:lpstr>Inventory Replenishment Strategies </vt:lpstr>
      <vt:lpstr>Data Pipeline for Forecasting</vt:lpstr>
      <vt:lpstr>Key Metrics Tracked</vt:lpstr>
      <vt:lpstr>Challenges &amp; Optimization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2025-11-13T06:02:59Z</dcterms:created>
  <dcterms:modified xsi:type="dcterms:W3CDTF">2025-11-13T06:03:06Z</dcterms:modified>
</cp:coreProperties>
</file>