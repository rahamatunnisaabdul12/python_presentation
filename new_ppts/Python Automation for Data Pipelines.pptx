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2E882-A7F7-7AFE-2AA7-DB641FAF2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663FAD-7AEB-A81A-D32C-8D2A6D3C5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E4ABA-23F6-978D-5A3E-F8D532791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2947-E530-4AF9-B090-4FC04EECD57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BF7E6-4CD0-612D-8A27-EE7DD081F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CA538-0F91-02E9-0B36-406CA4080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E2AF-7F01-436F-89BD-26A5CA552D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304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8F545-55C7-50A7-B4D9-8C2DBCA88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9DE02-4C34-6838-7DCF-43394FD9B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C9C30-F05A-0673-DDBB-93299D87F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2947-E530-4AF9-B090-4FC04EECD57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A507B-D784-0189-AD33-739138B15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09E9C-0048-DFF7-A214-A10747796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E2AF-7F01-436F-89BD-26A5CA552D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446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97571-B64D-3348-8B71-C2DC2277F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46A60-D703-C07D-0E70-ED2AE6684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3CFBD-28B2-7138-4B19-9ED9C8C04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2947-E530-4AF9-B090-4FC04EECD57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EDC19-214A-87B0-37E4-310414D0B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2E5F7-5B21-379B-8FE8-6C821161D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E2AF-7F01-436F-89BD-26A5CA552D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916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EFC27-0436-3ACE-DCE0-EE6C439A6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362CB-60B0-5091-22CC-5E6334F4DF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B7003-0BE6-794E-61DE-26B3716165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70121-9BD4-94A6-D07B-18AD3BA30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2947-E530-4AF9-B090-4FC04EECD57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A173EC-7532-A45A-872C-F92BE5CE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73DB37-400F-510E-E075-2B5B3E7C3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E2AF-7F01-436F-89BD-26A5CA552D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471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DD1FE-FA7E-3068-CB8F-31421DB37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15D6B0-0ED1-D9C3-A817-22AD69497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10B99D-A1FD-2AE2-337E-8B7A65152E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7095EF-BABD-9BCE-69F8-80661D0EB8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F2DDE2-B020-6E8F-E729-321377FFED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2C8F4B-DDBA-5C5B-FDCB-D95AEE830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2947-E530-4AF9-B090-4FC04EECD57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5C3D68-EB1A-963D-76FF-2E2DA6DC4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4EE5A3-DF62-270A-8FBA-1D3FC84A6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E2AF-7F01-436F-89BD-26A5CA552D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850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F3151-1B2E-EF1A-FF60-268AE56B0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6D776C-F10F-9B91-D6F9-17FFD7DD8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2947-E530-4AF9-B090-4FC04EECD57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ECB7C-4684-2237-B0A3-B62866B70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FDFCF6-8BCE-F8EB-3F82-F12D13FD3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E2AF-7F01-436F-89BD-26A5CA552D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520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00CE0B-7C17-B3B1-1B19-4D93ED68B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2947-E530-4AF9-B090-4FC04EECD57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4AADFB-7FBD-5627-5917-F412023CD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62FD7-EA1E-8532-DF05-6616F793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E2AF-7F01-436F-89BD-26A5CA552D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040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7E9C0-3FBE-BC04-7B42-76B72DAB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DE3D0-04D2-6798-AE3F-8386F9244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E537A6-8ACE-FAEC-DCE1-2D0912186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88023-F052-A0B3-C737-907955219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2947-E530-4AF9-B090-4FC04EECD57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C25766-3B2C-DCB4-38AF-C64818C82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CF43E-9B75-8329-4DB1-B06139ACA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E2AF-7F01-436F-89BD-26A5CA552D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477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53DA6-C863-7251-66E7-9C4467E26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751D48-B0DF-D9AF-6C36-428724E79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6B34B4-2E8B-3CEE-674F-89B9C8999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83F11-8E98-0BE1-9D25-D01C89720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2947-E530-4AF9-B090-4FC04EECD57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E90F6-D5DD-8733-3956-69569AE63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E75E9-8340-1467-AEFF-110B30352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E2AF-7F01-436F-89BD-26A5CA552D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5145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3E621-BD0C-013A-C930-09D67D1FB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EC1896-122F-9E69-A1FE-2B233DD91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22D4F6-B20A-B396-0D7C-EA4C76C9B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2947-E530-4AF9-B090-4FC04EECD57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1C6F0-274D-B0AB-96AC-1E9475B07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093F2-6E3E-0B7C-BA2C-BDF0E68B3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E2AF-7F01-436F-89BD-26A5CA552D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647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F39D10-BC35-26F1-843C-64C8918D2D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DAFD3-1FBE-E441-3FE3-C8DBB5D3BF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DFB5D-F313-1803-3565-D511167AE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E62947-E530-4AF9-B090-4FC04EECD57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ABE13-351E-DC7E-BC79-B4E66EF8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D3267-1DC7-C30D-3262-888068AA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19E2AF-7F01-436F-89BD-26A5CA552D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417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36C2B4-FDD6-EE03-D7A3-32C8487A9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BF029-57C9-3334-4715-AD57C2B84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CE4E3-49FE-AA3E-D33A-9892EA004C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62947-E530-4AF9-B090-4FC04EECD57E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C7015-B917-9E7F-0BE0-216A282BDD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200DD-ED0D-194C-72B9-1AE9BA9959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9E2AF-7F01-436F-89BD-26A5CA552D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624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A835C-2FB6-23D8-A78D-1900F839A4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7116" y="192505"/>
            <a:ext cx="9480884" cy="1844842"/>
          </a:xfrm>
        </p:spPr>
        <p:txBody>
          <a:bodyPr/>
          <a:lstStyle/>
          <a:p>
            <a:r>
              <a:rPr lang="en-IN" dirty="0"/>
              <a:t>Python Automation for Data Pipelines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7CA5BE-FCAB-D447-4057-FBE5F4CF0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1895" y="2261937"/>
            <a:ext cx="9946105" cy="440355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Introduction to Python Automation in Data Pipelines</a:t>
            </a:r>
          </a:p>
          <a:p>
            <a:pPr algn="l"/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Python automation refers to using Python scripts and frameworks to run ETL/ELT pipelines automatically without manual effort.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Data workflows must run repeatedly (daily/hourly) with accuracy and zero manual dependency.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By scheduling scripts, handling errors, integrating with APIs, and orchestrating multi-step workflows.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8437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B44A6-0C47-D936-F5AB-00745A620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Python is Popular for Automation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C7992-D958-911B-115B-1555A5916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Python provides rich libraries, readability, strong community support, and cloud integration.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It simplifies complex data tasks such as ingestion, transformation, validations, and storage.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Using packages like pandas, requests, boto3, </a:t>
            </a:r>
            <a:r>
              <a:rPr lang="en-US" dirty="0" err="1"/>
              <a:t>pySpark</a:t>
            </a:r>
            <a:r>
              <a:rPr lang="en-US" dirty="0"/>
              <a:t>, and schedulers like </a:t>
            </a:r>
            <a:r>
              <a:rPr lang="en-US" dirty="0" err="1"/>
              <a:t>cron</a:t>
            </a:r>
            <a:r>
              <a:rPr lang="en-US" dirty="0"/>
              <a:t>/AWS Lambda/Airflow.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7407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20124-888A-1064-814A-6D4E755D8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 of a Python Automated Pipeline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B2CC3-5326-2F27-D792-E8B8CC931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 pipeline usually has extraction, transformation, validation, logging, and loading steps.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Breaking tasks into components makes pipelines maintainable and scalable.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modular functions: extract(), transform(), validate(), persist(), notify().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5030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96656-15AD-7481-2488-B51C686BB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Automated Data Ingestion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BB8D3-A802-12D7-4C53-6D7ECB3BD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Extract data from APIs, databases, S3, vendors, or CSV/JSON files automatically.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Ensures continuous and timely availability of raw data.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scheduled Python scripts to call APIs, fetch S3 files, or poll message queues.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76161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E3C8B-BD58-04B7-910B-BEB836E82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Automated Transformations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11A4A-C288-B461-8042-4FDB9E8CF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Transform raw data into clean, structured tables automatically.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Reduces manual cleaning effort and guarantees consistent formatting.</a:t>
            </a:r>
            <a:br>
              <a:rPr lang="en-IN" dirty="0"/>
            </a:br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Perform mapping, enrichment, filtering, SLA logic, business rules, and type conversions using Python functions.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86066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85DB3-C162-4B32-D379-4AB018DDE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Handling &amp; Logging in Automated Pipelines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22703-D0CC-43FE-67FB-893270C3C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Logging records pipeline activity; error handling prevents crashes.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Essential for debugging, audit trails, and pipeline reliability.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Python logging, try/except blocks, alerts, and failure notifications.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1024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A5356-4EC8-FC3D-E80F-4263A0FB5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Scheduling &amp; Orchestration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F798C-B846-84BB-6A0E-643443214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Scheduling ensures pipelines run automatically on time. Orchestration handles multi-step flows.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Ensures predictable, repeatable execution without manual intervention.</a:t>
            </a:r>
            <a:br>
              <a:rPr lang="en-US" dirty="0"/>
            </a:br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Cron jobs</a:t>
            </a:r>
          </a:p>
          <a:p>
            <a:r>
              <a:rPr lang="en-US" dirty="0"/>
              <a:t>Airflow DAGs</a:t>
            </a:r>
          </a:p>
          <a:p>
            <a:r>
              <a:rPr lang="en-US" dirty="0"/>
              <a:t>AWS Lambda + </a:t>
            </a:r>
            <a:r>
              <a:rPr lang="en-US" dirty="0" err="1"/>
              <a:t>EventBridge</a:t>
            </a:r>
            <a:endParaRPr lang="en-US" dirty="0"/>
          </a:p>
          <a:p>
            <a:r>
              <a:rPr lang="en-US" dirty="0"/>
              <a:t>Step Functions / Glue Workflows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35572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684F9-6DC8-7606-C3DF-EC3AF5742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Automation for Storage &amp; Output Management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B12AC-AC05-82BB-C18F-999AEBD04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What:</a:t>
            </a:r>
            <a:br>
              <a:rPr lang="en-IN" dirty="0"/>
            </a:br>
            <a:r>
              <a:rPr lang="en-IN" dirty="0"/>
              <a:t>Automated pipelines write data to S3, SQL DBs, Redshift, Snowflake, or dashboards.</a:t>
            </a:r>
            <a:br>
              <a:rPr lang="en-IN" dirty="0"/>
            </a:br>
            <a:r>
              <a:rPr lang="en-IN" b="1" dirty="0"/>
              <a:t>Why:</a:t>
            </a:r>
            <a:br>
              <a:rPr lang="en-IN" dirty="0"/>
            </a:br>
            <a:r>
              <a:rPr lang="en-IN" dirty="0"/>
              <a:t>Consistent storage patterns reduce errors and ensure organized data lakes.</a:t>
            </a:r>
            <a:br>
              <a:rPr lang="en-IN" dirty="0"/>
            </a:br>
            <a:r>
              <a:rPr lang="en-IN" b="1" dirty="0"/>
              <a:t>How:</a:t>
            </a:r>
            <a:br>
              <a:rPr lang="en-IN" dirty="0"/>
            </a:br>
            <a:r>
              <a:rPr lang="en-IN" dirty="0"/>
              <a:t>Python functions handle parquet/CSV exports, partitioning, folder structure, and metadata tagging.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2444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4559F-528F-88A2-65EA-3399A81AC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Monitoring &amp; Alerts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3D85E-A005-3897-469D-A6158AFA4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Automation includes health checks, success metrics, and notifications.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Immediate awareness prevents data delays and downstream failures.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Integrate with CloudWatch, Slack alerts, or email triggers to track pipeline performance.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750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44FF2-0A27-7386-7013-E48C03334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&amp;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E401F-53D4-86B7-EDE9-F29FA81FD8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Python automation provides a reliable way to run end-to-end data pipelines without human involvement.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Enables scalability, repeatability, and faster delivery of analytics-ready data.</a:t>
            </a:r>
            <a:br>
              <a:rPr lang="en-US" dirty="0"/>
            </a:br>
            <a:r>
              <a:rPr lang="en-US" b="1" dirty="0"/>
              <a:t>How:</a:t>
            </a:r>
            <a:endParaRPr lang="en-US" dirty="0"/>
          </a:p>
          <a:p>
            <a:r>
              <a:rPr lang="en-US" dirty="0"/>
              <a:t>Use modular functions</a:t>
            </a:r>
          </a:p>
          <a:p>
            <a:r>
              <a:rPr lang="en-US" dirty="0"/>
              <a:t>Add strong logging/error handling</a:t>
            </a:r>
          </a:p>
          <a:p>
            <a:r>
              <a:rPr lang="en-US" dirty="0"/>
              <a:t>Schedule with a reliable orchestrator</a:t>
            </a:r>
          </a:p>
          <a:p>
            <a:r>
              <a:rPr lang="en-US" dirty="0"/>
              <a:t>Validate data at every stage</a:t>
            </a:r>
          </a:p>
          <a:p>
            <a:r>
              <a:rPr lang="en-US"/>
              <a:t>Keep configurations environment-driven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196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</Words>
  <Application>Microsoft Office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Python Automation for Data Pipelines</vt:lpstr>
      <vt:lpstr>Why Python is Popular for Automation</vt:lpstr>
      <vt:lpstr>Components of a Python Automated Pipeline </vt:lpstr>
      <vt:lpstr>Automated Data Ingestion</vt:lpstr>
      <vt:lpstr>Automated Transformations</vt:lpstr>
      <vt:lpstr>Error Handling &amp; Logging in Automated Pipelines</vt:lpstr>
      <vt:lpstr>Scheduling &amp; Orchestration </vt:lpstr>
      <vt:lpstr>Automation for Storage &amp; Output Management </vt:lpstr>
      <vt:lpstr>Monitoring &amp; Alerts </vt:lpstr>
      <vt:lpstr>Summary &amp; Best Practices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2025-11-14T06:25:30Z</dcterms:created>
  <dcterms:modified xsi:type="dcterms:W3CDTF">2025-11-14T06:25:38Z</dcterms:modified>
</cp:coreProperties>
</file>