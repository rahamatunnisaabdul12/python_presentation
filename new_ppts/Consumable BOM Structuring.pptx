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4CA2-6E0E-338F-27F2-F67B8967E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30F3B-F4CE-94EC-505E-02AEDC0B6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1B8DD-A5CA-8D69-59B4-685E5D1D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5BF5A-492B-8834-6333-77BB3327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3B1BA-8BE4-C73F-7183-4D2ADDCC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38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DFF7-0996-1309-A493-10D9AD79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9BE-5213-0480-E0F9-178A497A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4CC55-1BCA-3B76-9C32-9B0EDC92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B8FBD-D0FB-7197-50EA-1581113D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56C1A-0CC7-A662-B6D9-27514C25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1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C0AD-2300-10A4-366E-A0A1C581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6FF32-24FC-1D65-D0E5-ACFBD6F53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4A8F9-3359-9E8E-D259-5AADD970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AB57A-1163-CB04-CBA2-9ACF77A0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E2DD-80C4-AB49-037B-5E53A453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70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A8C7-BACF-9152-5F67-5E0C940D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915F4-6BBA-8A31-2DCD-87FB4234F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876D9-3E12-6350-2C65-7C1587C07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E9967-55F5-6289-A39A-E38D81F0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E5BE2-8040-4939-E870-4660550C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BCB91-C7CE-0B4C-B0F0-315B3CB0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4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B261-ABC6-7E76-F802-CF2C2D01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AB6CF-4FB0-C57B-AE1F-F00FB5ABD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49B25-92BC-D1A3-47F6-7CDBDB960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F4054-D8B0-A6E3-2718-AB5AD8EFB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497569-EADC-9147-718A-E83C01366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F4214-6E22-7576-63F4-970B54AA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B9EB8-0F77-C148-5BAC-425EDF4F5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C79B3-E64A-6505-6E2C-55CCA919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55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878B-F7CA-AE3B-8022-C104E912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E4E3C-23F4-4BD8-8238-1FCF4D04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93352-1E5D-DC34-DCC5-1EA671B5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802FB-7613-C043-C95C-98890ED3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20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2DCF19-8C40-0F1E-B970-BE125FF2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87D0A-3349-99CF-980A-CAE53251B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00512-137F-E76E-0F5B-37A105D1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00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D5BB-212C-045E-01DD-722DE298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BFE7B-E114-61A0-038C-58ED05CC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02C0C-3B3C-179D-C6BA-C16EA4193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BFB75-E536-AF4D-6B41-575F44FB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660A3-400F-B5E1-C81A-C44E1647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5558A-9A1E-12D5-A446-244C8898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60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591-13FB-9302-C00E-B086875D9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BCF267-ED81-6044-CE72-FFC1F14F5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5B2D5-5210-042B-01C9-D727CCABA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6780F-C34F-7B19-568E-53547B072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95FB5-6F47-C792-5336-03E98584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C59D5-D1D7-43CA-BE94-177FB37D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66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6A84-DDE9-206B-88CE-D77BCFBC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9DBFE-77C7-6D1F-BF95-B1E4BF802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52AEB-1854-9453-B0BE-0C73D64A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984F2-52E6-FE3D-3F27-1C43C570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61E88-DBCC-D960-BA60-94C00CDD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7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E8D2A-2521-EE9C-70DD-07458BA11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DB73D-AF12-0578-60FD-F6BE55BBD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7E98C-768E-999B-B248-570A08E4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6456-AEF0-035F-147F-D8AC36F9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EADF3-22CA-6F78-4F70-BC65BA47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68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62F2A-8AD8-4251-B3B0-3C3ADF5D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57CC1-E0C0-2B86-4E56-4F7E3A2A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A0A99-9C9A-ADF9-064E-79BF98754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EB7C9-6FAD-4B2D-A26E-38943F8DD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C002D-6F73-04F3-FE5A-43E7DBE2F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87F77-D0D5-9B06-D8A7-40CC3FF35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5BFAA-9398-4DB8-BEDB-72A6FD806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34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BCF7-77D3-BAEF-2D9E-72B2AC7FB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559" y="240633"/>
            <a:ext cx="10074442" cy="1828800"/>
          </a:xfrm>
        </p:spPr>
        <p:txBody>
          <a:bodyPr/>
          <a:lstStyle/>
          <a:p>
            <a:r>
              <a:rPr lang="en-IN" b="1" dirty="0"/>
              <a:t>Consumable BOM Structuring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5AEBC-2C8C-12C5-DCEC-CDCF59FF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42" y="1507958"/>
            <a:ext cx="10347158" cy="462012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Consumable BOM Structuring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Consumable BOM Structuring defines how expendable items (materials that get used up during production or operations) are organized in a Bill of Materials.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Consumables (glue, screws, labels, chemicals, packaging) must be accurately tracked to prevent shortages and cost leaks.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creating a structured BOM hierarchy linking each consumable to the correct assembly, quantity, and usage cycle.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363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2A74-1B6D-F835-D968-99062E3A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Consumables?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F1422-5B68-DD3C-2D2F-5631D20F8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Items consumed during manufacturing but not part of the final product (e.g., lubricants, cleaning materials, solder, tape).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affect production cost and operational reliability.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Defined in systems like SAP, Oracle, PLM as “non-inventory” or “indirect material,” depending on the organization.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78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A2F9-4A79-9AF0-FEE6-9B128B83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Consumable BOM Structuring Is Important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A41B3-FF52-5D00-C242-AA1FF685E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Ensures production lines always have sufficient consumables for uninterrupted output.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Missing consumables can halt an entire manufacturing line even if all core components are available.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Link consumables to work centers, operations, and assembly stages using a structured BOM.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88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449C-6492-5C58-5C92-AD7EDDB7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Consumable BOM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624F1-4B1A-5B40-EC66-B823B692D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dirty="0"/>
              <a:t>Consumable material list</a:t>
            </a:r>
          </a:p>
          <a:p>
            <a:r>
              <a:rPr lang="en-IN" dirty="0"/>
              <a:t>Quantity per unit (QPU)</a:t>
            </a:r>
          </a:p>
          <a:p>
            <a:r>
              <a:rPr lang="en-IN" dirty="0"/>
              <a:t>Usage rate or loss factor</a:t>
            </a:r>
          </a:p>
          <a:p>
            <a:r>
              <a:rPr lang="en-IN" dirty="0"/>
              <a:t>Storage location</a:t>
            </a:r>
          </a:p>
          <a:p>
            <a:r>
              <a:rPr lang="en-IN" dirty="0"/>
              <a:t>Supplier &amp; lead times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Each element affects cost, planning, and replenishment.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Document these parameters in ERP/PLM for accurate planning.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24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61E3-F5B1-BAC8-5874-A1FF2288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Hierarchy: How Consumables Fit into BOM Levels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F2394-DF3C-CDD6-21FB-3580AE5D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Consumables can appear at:</a:t>
            </a:r>
          </a:p>
          <a:p>
            <a:r>
              <a:rPr lang="en-US" dirty="0"/>
              <a:t>Operation-level BOM</a:t>
            </a:r>
          </a:p>
          <a:p>
            <a:r>
              <a:rPr lang="en-US" dirty="0"/>
              <a:t>Work-center-level BOM</a:t>
            </a:r>
          </a:p>
          <a:p>
            <a:r>
              <a:rPr lang="en-US" dirty="0"/>
              <a:t>Assembly-level BOM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map usage to the exact production step.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Insert consumables as “phantom” or “supporting” materials under the respective parent assembly.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970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9EB6-CF57-A7B8-47CB-1BE21FDA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Quantity &amp; Usage Calculation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A9D5-AB16-28E4-5AD0-7B07C7AC0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Defines how many consumables are used per unit of product.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Accurate usage prevents under-planning or material waste.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Formulas use:</a:t>
            </a:r>
          </a:p>
          <a:p>
            <a:r>
              <a:rPr lang="en-US" dirty="0"/>
              <a:t>Unit consumption</a:t>
            </a:r>
          </a:p>
          <a:p>
            <a:r>
              <a:rPr lang="en-US" dirty="0"/>
              <a:t>Burn rate</a:t>
            </a:r>
          </a:p>
          <a:p>
            <a:r>
              <a:rPr lang="en-US" dirty="0"/>
              <a:t>Scrap/wastage factors</a:t>
            </a:r>
          </a:p>
          <a:p>
            <a:r>
              <a:rPr lang="en-US" dirty="0"/>
              <a:t>Batch size adjustments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3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08AA-49AC-B48B-1396-FDBF7352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with Planning &amp; Procurement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09E25-241F-72B2-7F85-2F0836A16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Consumable BOM supports MRP (Material Requirements Planning) by triggering procurement of consumables.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consumables are ordered in time and available in correct amounts.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MRP automatically generates requisitions based on BOM usage and production schedule.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36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EAB8-55D5-8032-542E-8F46C81C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Tracking Costs of Consumables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C741-CF5A-4CDE-EC28-42CA52986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Consumables contribute to overhead and operational expenditure.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Incorrect tracking leads to underestimated product cost and budgeting errors.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Roll-up costs in BOM costing modules, including usage frequency and replacements.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663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F3A2-882A-6ACE-837A-18747B42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Issues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673E7-06C6-8BF6-A899-197A88A7D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Issues: missing consumables, incorrect usage rates, duplicated entries, wrong units of measure.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These cause stockouts, overspending, or incorrect consumption reports.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Validate consumable list regularly</a:t>
            </a:r>
          </a:p>
          <a:p>
            <a:r>
              <a:rPr lang="en-US" dirty="0"/>
              <a:t>Standardize units &amp; naming</a:t>
            </a:r>
          </a:p>
          <a:p>
            <a:r>
              <a:rPr lang="en-US" dirty="0"/>
              <a:t>Maintain supplier info</a:t>
            </a:r>
          </a:p>
          <a:p>
            <a:r>
              <a:rPr lang="en-US" dirty="0"/>
              <a:t>Use accurate usage formulas</a:t>
            </a:r>
          </a:p>
          <a:p>
            <a:r>
              <a:rPr lang="en-US" dirty="0"/>
              <a:t>Involve production teams in reviews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17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6AD3-BBA7-67B3-6B2A-71DE4D13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29109-B783-C495-3884-0A959D22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Consumable BOM Structuring ensures clean, accurate tracking of all expendable materials used in production.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cost accuracy, production continuity, and procurement efficiency.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Map consumables to correct BOM levels</a:t>
            </a:r>
          </a:p>
          <a:p>
            <a:r>
              <a:rPr lang="en-US" dirty="0"/>
              <a:t>Track quantities &amp; usage precisely</a:t>
            </a:r>
          </a:p>
          <a:p>
            <a:r>
              <a:rPr lang="en-US" dirty="0"/>
              <a:t>Integrate with MRP</a:t>
            </a:r>
          </a:p>
          <a:p>
            <a:r>
              <a:rPr lang="en-US"/>
              <a:t>Maintain structured documentation &amp; governance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7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Consumable BOM Structuring </vt:lpstr>
      <vt:lpstr>What Are Consumables? </vt:lpstr>
      <vt:lpstr>Why Consumable BOM Structuring Is Important </vt:lpstr>
      <vt:lpstr>Components of a Consumable BOM </vt:lpstr>
      <vt:lpstr>Hierarchy: How Consumables Fit into BOM Levels </vt:lpstr>
      <vt:lpstr>Quantity &amp; Usage Calculation </vt:lpstr>
      <vt:lpstr>Integration with Planning &amp; Procurement</vt:lpstr>
      <vt:lpstr>Tracking Costs of Consumables</vt:lpstr>
      <vt:lpstr>Common Issues &amp; 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2025-11-15T09:49:42Z</dcterms:created>
  <dcterms:modified xsi:type="dcterms:W3CDTF">2025-11-15T09:49:50Z</dcterms:modified>
</cp:coreProperties>
</file>