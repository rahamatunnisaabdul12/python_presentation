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DFAB-480A-BC6D-B7A5-6DD9C2A60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8EFCB-A15B-37EF-7FAB-A182F714C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85EFB-9FAB-207E-1CAD-07CA992C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EAF87-B574-812C-ED2D-004EFB47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BB699-08C5-C279-8D29-4A8CCC85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2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EE52-D498-CF86-3CD6-3DF1F7DB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ED4AF-7F08-DAAB-A6D7-AF5DB13EE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341C-AAD2-0CF5-FB15-4466EAB8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DBFC-1F56-2AC1-C44A-260F9169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F27A-4385-C3A5-A1A3-0909529D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5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9A58-3775-0B06-975A-6A15A27E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F571F-6DB3-5C4A-E031-3102C53B1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35D4C-8AE2-3A93-CA05-4CB84164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A58F-684B-8E9C-180F-FB9A3154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C34D3-5E76-A447-C6CD-5332F4BF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7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1C19-7A1E-B44C-E850-ADD53B05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9AC7D-ED75-F98E-7677-DCB3F5E2D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44EC6-D272-33AF-A0C1-699E4A7A2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D18FA-0F7C-7DED-1C65-0F8FCE2B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6605B-5D1E-9362-8201-5B6A48A3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85A67-8A38-6CF6-B508-7C7C1D01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29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FC85-D0E4-3D25-66D4-B6F34535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2934-3D09-C52F-F9A4-A938B9EE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FF1C3-2F7D-F8B0-06CD-7E9ED2BDE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75CE9-828F-E09C-BEF3-EDEB83C11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6EE63-6B4B-D755-B93A-9BB7DEDDD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F7956-F5E3-5017-A778-3181D3A5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4E362-8E73-AD27-6F58-2112DB74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A9C13-EC82-A86F-A050-78613521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2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8E48-2DB5-3DF8-446F-4F0F8263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5023C-956E-BD5C-4299-C53EA0EE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F06D7-A264-0702-C57B-F565646C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5E98B-BB89-A7F4-1426-9159F2A2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9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6F32D-AB9D-DB7D-C177-DF849EB7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C3B55-5BD3-4133-6E31-499F6549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8407E-0D9A-50ED-800B-80E46A2F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7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6BD0-262D-E949-BD9A-1B7B63C1C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9EEE-7777-6B41-F2E7-9CA81579A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3ED0B-C5F2-6B6F-A582-D7A761C45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41BF0-2E2B-4680-67B5-50CEA5B5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E274C-8AE9-9573-D89F-9C160238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3D1F0-B962-8EAC-B642-482081FD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3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08A4-B611-02E8-7D81-38E35034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52289-A0A7-F316-26F8-189DDD9F7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4D814-1657-6A00-0001-3CAC57A86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C1CEC-E5A7-BEF1-DC70-E466F422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3C673-826C-716F-0742-28CA7592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81C47-D8B4-A010-A1B8-05049FD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03CE-4E45-C637-E196-19BDD456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9AF27-3F1C-EF67-F729-69D770763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0FC0E-0BB4-3F23-DE53-5A3C5F4B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5CAEE-C7C1-7940-DD47-5D4D0BCD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4D1E-658E-B370-1EEC-08AB43BD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24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8955B-E042-FFDD-F48A-0B081E989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8F662-A98D-477F-05E9-D9137216C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B24F8-2282-AD44-5A85-B6A51C9B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29384-4136-C79F-14D6-1BC93A7E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A5C7-F10D-6E37-97F1-DAC3D453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DBCA0-1D75-DE4E-F960-7BB6B5C2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2B738-9BFD-B6D8-FD26-7C608884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FDC36-79B3-7D12-8D2A-503B73C7B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B73DF-7D52-4A4F-A608-59FD11B7D4C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2BD8-9218-B376-AA49-684AFCDFE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613F7-2236-9BFE-1345-79BDC2911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85CAF-72F8-4475-B0D8-47510E560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9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A6B1-EB58-03ED-EE8D-20391B7A5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4589"/>
            <a:ext cx="9753600" cy="1375611"/>
          </a:xfrm>
        </p:spPr>
        <p:txBody>
          <a:bodyPr/>
          <a:lstStyle/>
          <a:p>
            <a:r>
              <a:rPr lang="en-IN" dirty="0"/>
              <a:t>AI Backbone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39537-8995-F806-3A62-1FB0F7BEE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94" y="1973179"/>
            <a:ext cx="10250905" cy="433136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Introduction to AI Backbone Integration</a:t>
            </a:r>
          </a:p>
          <a:p>
            <a:pPr algn="l"/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AI backbone integration means embedding AI models, ML pipelines, and intelligent services into existing systems, workflows, apps, or data pipelines.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Makes systems smarter — enabling automation, predictions, decision support, and real-time insights.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By connecting AI models (LLMs, ML models, embeddings, classifiers) with APIs, databases, ETL, UI applications, or cloud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50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DEE7-D178-C210-A73F-092FBB06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AI Backbone?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B2E2-0E88-44A7-ABE5-F775293C6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central infrastructure that supports all AI capabilities within an organization — models, inference pipelines, embeddings, feature stores, and monitoring.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Provides consistency, scalability, and reusability for all AI-driven applications.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Built using cloud services, model registries, vector DBs, orchestration tools, and API gateways.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99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9B3F-11BA-F49F-73D7-5B8E6EF9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AI Backbone Integration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7889-A02E-9BB4-5D61-46F38F66A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It allows different applications to share the same AI intelligence layer.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Avoids duplication, increases speed, and maintains consistent outputs across systems.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Expose AI via reusable microservices or APIs, enabling multiple teams to use the same models.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41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BE2E-8B5B-8F38-92DE-54240555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an AI Backbone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600B-CDE5-681E-8AD5-C39B5AFC0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74" y="1475874"/>
            <a:ext cx="10792326" cy="470108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ML models (classification, forecasting, anomaly detection)</a:t>
            </a:r>
          </a:p>
          <a:p>
            <a:r>
              <a:rPr lang="en-US" dirty="0"/>
              <a:t>LLM services (text generation, summarization)</a:t>
            </a:r>
          </a:p>
          <a:p>
            <a:r>
              <a:rPr lang="en-US" dirty="0"/>
              <a:t>Feature store</a:t>
            </a:r>
          </a:p>
          <a:p>
            <a:r>
              <a:rPr lang="en-US" dirty="0"/>
              <a:t>Vector DB / embeddings store</a:t>
            </a:r>
          </a:p>
          <a:p>
            <a:r>
              <a:rPr lang="en-US" dirty="0"/>
              <a:t>Monitoring dashboards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These components enable training, serving, storing, and scaling ML intelligence.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Connected through APIs or microservices so applications can interact with AI logic.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179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6AC2-7D90-8E75-17A7-ED4A26E9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AI Integrates with Data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EFFE-2C05-6C1D-F030-1E7F8E8BA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AI models consume refined data from pipelines and return predictions/scores.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Automates decisions like lead-time estimation, supplier risk scoring, demand forecasting, and anomaly detection.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Pipelines send data → AI model returns output → pipeline persists predictions or triggers downstream workflows.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44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8EBA-0F7E-7473-402C-BD59CB19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Applications &amp; User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3843-3FB6-DF2C-EDEE-EC0952BE6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UI applications integrate AI for insights, recommendations, automation, or conversational assistance.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user experience and reduces manual workloads.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Through AI-powered APIs embedded into dashboards, apps, mobile UI, or chat interfaces.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40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C732-4BA1-8C71-8146-4B81849F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Microservices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3FA5-249A-C0F5-BBC4-1B72980A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Each AI model or capability is deployed as an isolated service.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Allows independent scaling, easier updates, and better reliability.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Expose models using REST endpoints, </a:t>
            </a:r>
            <a:r>
              <a:rPr lang="en-US" dirty="0" err="1"/>
              <a:t>gRPC</a:t>
            </a:r>
            <a:r>
              <a:rPr lang="en-US" dirty="0"/>
              <a:t>, API Gateway, or Lambda-based inference endpoints.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143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3795-E458-8C24-B5EE-A4E729B7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Feedback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66858-AF3B-2620-C031-22FAC763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Monitoring tracks model accuracy, drift, latency, and usage.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AI performance degrades if not monitored and updated.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feedback loops, accuracy dashboards, retraining triggers, and alerting systems for anomalies.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60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E445-3051-DA23-963E-00C9EA5F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Governance in AI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11A99-E417-F632-2550-74D5CD4F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Controls ensuring responsible AI use, privacy, and data protection.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AI deals with sensitive data and influences business decisions.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Implement role-based access, model version control, audit logs, and alignment with AI governance frameworks.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23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61BC-03FD-B72B-3AB1-6E647068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&amp; 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A78A-8052-2099-2D17-1DAB256B1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AI Backbone Integration strategically embeds AI into core business systems and pipelines.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Enables scalable, reusable, and intelligent operations across the entire organization.</a:t>
            </a:r>
            <a:br>
              <a:rPr lang="en-IN" dirty="0"/>
            </a:br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Use microservices for model deployment</a:t>
            </a:r>
          </a:p>
          <a:p>
            <a:r>
              <a:rPr lang="en-IN" dirty="0"/>
              <a:t>Centralize features &amp; embeddings</a:t>
            </a:r>
          </a:p>
          <a:p>
            <a:r>
              <a:rPr lang="en-IN" dirty="0"/>
              <a:t>Automate monitoring</a:t>
            </a:r>
          </a:p>
          <a:p>
            <a:r>
              <a:rPr lang="en-IN" dirty="0"/>
              <a:t>Maintain governance &amp; versioning</a:t>
            </a:r>
          </a:p>
          <a:p>
            <a:r>
              <a:rPr lang="en-IN"/>
              <a:t>Integrate AI early in data workflows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3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AI Backbone Integration</vt:lpstr>
      <vt:lpstr>What is an AI Backbone?</vt:lpstr>
      <vt:lpstr>Why AI Backbone Integration is Important</vt:lpstr>
      <vt:lpstr>Components of an AI Backbone </vt:lpstr>
      <vt:lpstr>How AI Integrates with Data Pipelines</vt:lpstr>
      <vt:lpstr>AI in Applications &amp; User Interfaces</vt:lpstr>
      <vt:lpstr>AI Microservices Architecture</vt:lpstr>
      <vt:lpstr>Monitoring &amp; Feedback Loops</vt:lpstr>
      <vt:lpstr>Security &amp; Governance in AI Integration</vt:lpstr>
      <vt:lpstr>Summary &amp; 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2025-11-14T06:55:31Z</dcterms:created>
  <dcterms:modified xsi:type="dcterms:W3CDTF">2025-11-14T06:55:41Z</dcterms:modified>
</cp:coreProperties>
</file>