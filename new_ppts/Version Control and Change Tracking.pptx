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5FE6-D4FA-A1E7-4B1D-69885B6BF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32667-13EA-C3E6-F092-7BA0C1950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128D2-6798-B14C-770D-83EF9325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8F517-1E55-C8B1-4842-603A7CE2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F87B-2E7A-C9D5-4942-6B15DCCA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83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DED1-E883-023C-BDD2-EBBBCB14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FCB1-ED22-9F14-E009-9C2A10931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8D144-9A9E-8043-EA4A-C4A56C89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DAD8B-8F5A-EFD7-AEF4-DF033650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54BFD-C035-EEB7-86AB-5EECAD5C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15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B7B6-86DE-10E0-6493-8D762D6A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CA7D6-6862-4B9B-CE00-E7097A1B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05A3F-E8BB-62AE-204D-6C87455E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22141-4250-4F96-12F7-5AB6515C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3B41-4BE1-FD7C-2382-C4DAE8BD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49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25FA-DA15-3AA4-5408-33B6BAE0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BCC52-B0E6-4171-A2D9-8A92DF3D8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DAFCA-3F10-566A-E3F4-9A6EABA6F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62049-2D6F-FE71-130A-3519CD9E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58F79-89F7-9269-EFA7-CBDBC56A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DF86-5423-0CE9-571D-E0068494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9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8E31-5A22-B4DF-FC0E-0CBF5D21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E496-550E-9E82-AA9C-4F20BC0BE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5F59D-9970-2FF1-91EB-0F783D7F0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8CD8E-15E7-C31C-34C6-98A3178BB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19028-9A79-0BA1-A0B0-D6D9B8278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CF04C-02CE-57E3-9C36-252CBCFE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A9155-A9ED-A5F0-7514-1807C41F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57B0E-2EC1-D025-7AF9-78A41D56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65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9059-BA51-DC65-8B53-150ACE2D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26B8C-1F37-B1E9-9406-A2D2A979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96320-A93C-F1B7-8579-775347E58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C2CB8-C497-F849-EB17-57E64017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33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5A126-557C-049A-59B9-F7E437CB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6DCD-08FB-975D-4BC0-08FB576A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AF493-3DAC-BEC8-893B-925C50C7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98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281D-D773-148E-72BB-953BF919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4053-BA25-6012-CBE8-1A6E8FA3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6A671-3D57-8FF2-ABE5-71CB6CED6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FBA6F-8A89-EA27-3BA0-6D9025DD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0088-30F1-AA01-8AE0-8FDE741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8518-4E36-7AF5-9FB2-A31582E3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93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4903-8E83-165D-3128-E0A1C52B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9F982-6BD5-9882-25EE-67C8A0D87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3A785-1E41-625F-96ED-BAA942801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D97E4-4F4E-8C84-2395-D90006CA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6F68C-687D-9922-FC87-9AC4D542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402F2-144B-9475-A322-B5A05649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9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4BDB-C684-959C-45D0-DA477BD3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390F6-95C6-BBBE-CC90-FF8468F1A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7BC7-E042-23B1-3203-4FF21428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BB5-F418-FC79-0BBE-1662036A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1C807-1898-2CBF-8518-64D8FA2A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76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1D762-4774-0DE2-A587-B712AE217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83D4A-7C12-6F1F-997A-B6EE77946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8801C-1E84-FCA5-97C7-133C5848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CCF3E-D03B-16E4-DEDC-54252BA5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51D33-7569-DBF7-4A40-1477D0F0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2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D48F7-71D4-BDD1-8215-6773C0A8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F8152-17B3-0013-F850-D81436B7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24C7-B74B-6E84-6CBD-210C03B3E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601C8-57A1-4776-B1B0-8054821A022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74C4-78E2-0752-E3BA-02AB44C39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D260-56C3-841F-B7C9-208E6A1E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9372C-A3E4-446C-8FA7-D7107884D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69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4399-1A5B-B12E-BAD6-C184A16B1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433" y="288758"/>
            <a:ext cx="10122568" cy="2598821"/>
          </a:xfrm>
        </p:spPr>
        <p:txBody>
          <a:bodyPr>
            <a:normAutofit/>
          </a:bodyPr>
          <a:lstStyle/>
          <a:p>
            <a:r>
              <a:rPr lang="en-US" b="1" dirty="0"/>
              <a:t>Version Control and Change Tracking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F54CB-88D6-FC80-66CF-AFAEBAE83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2245895"/>
            <a:ext cx="10411326" cy="432334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Version Control &amp; Change Tracking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Version control is the process of managing changes to files, code, documents, or configurations.</a:t>
            </a:r>
            <a:br>
              <a:rPr lang="en-US" dirty="0"/>
            </a:br>
            <a:r>
              <a:rPr lang="en-US" dirty="0"/>
              <a:t>Change tracking records </a:t>
            </a:r>
            <a:r>
              <a:rPr lang="en-US" i="1" dirty="0"/>
              <a:t>what changed, who changed it, and why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collaboration, prevents mistakes, and maintains clear history.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tools like Git, GitLab, GitHub, Bitbucket, and structured change logs.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01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B208-FB81-BFEB-03AF-00AD6168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Version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2092-4A52-6F71-DD75-F1D1D98A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system that stores snapshots of files, enabling rollback, comparison, and collaboration.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Eliminates errors caused by manual file copies (“final_v5_v2_latest”).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Check in/out files, commit updates, track differences, and manage versions over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41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A392-67F8-95AB-C33E-6F582F3C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Teams Need Change Tracking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23C1-A703-D4E8-701F-A06533795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process for recording every modification made during development or data updates.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Allows teams to understand the history and reasoning behind every change.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commit messages, merge requests, and issue trackers that link tasks to code changes.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35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E38E-C68A-8C4A-5D26-953276F1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Version Control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474DF-720B-8B39-45BE-5D14FAEC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Repository (central or local)</a:t>
            </a:r>
          </a:p>
          <a:p>
            <a:r>
              <a:rPr lang="en-US" dirty="0"/>
              <a:t>Branches</a:t>
            </a:r>
          </a:p>
          <a:p>
            <a:r>
              <a:rPr lang="en-US" dirty="0"/>
              <a:t>Commits</a:t>
            </a:r>
          </a:p>
          <a:p>
            <a:r>
              <a:rPr lang="en-US" dirty="0"/>
              <a:t>Tags</a:t>
            </a:r>
          </a:p>
          <a:p>
            <a:r>
              <a:rPr lang="en-US" dirty="0"/>
              <a:t>Merge/Pull requests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Each component helps isolate changes and maintain clean workflows.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Organize work into branches → submit changes → merge into main after review.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2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0E77-A5DA-F9BF-E7D3-E24E72F0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C3424-CFDE-5E75-10EF-21B716460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structured method for working on separate features or bug fixes in parallel.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conflicts and keeps the main code stable.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common patterns:</a:t>
            </a:r>
          </a:p>
          <a:p>
            <a:r>
              <a:rPr lang="en-US" dirty="0"/>
              <a:t>Feature branches</a:t>
            </a:r>
          </a:p>
          <a:p>
            <a:r>
              <a:rPr lang="en-US" dirty="0"/>
              <a:t>Hotfix branches</a:t>
            </a:r>
          </a:p>
          <a:p>
            <a:r>
              <a:rPr lang="en-US" dirty="0"/>
              <a:t>Release branches</a:t>
            </a:r>
          </a:p>
          <a:p>
            <a:r>
              <a:rPr lang="en-US" dirty="0"/>
              <a:t>Main/master for production-ready code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5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2A72-3140-85F5-9AD6-439AD1B1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Documentation Through Commit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19153-2A63-841A-18A4-54B19759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Commits capture the exact differences introduced at each step.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Acts as historical documentation for troubleshooting and auditing.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Write meaningful commit messages that describe:</a:t>
            </a:r>
          </a:p>
          <a:p>
            <a:r>
              <a:rPr lang="en-US" dirty="0"/>
              <a:t>What changed</a:t>
            </a:r>
          </a:p>
          <a:p>
            <a:r>
              <a:rPr lang="en-US" dirty="0"/>
              <a:t>Why the change was needed</a:t>
            </a:r>
          </a:p>
          <a:p>
            <a:r>
              <a:rPr lang="en-US" dirty="0"/>
              <a:t>Related ticket/issue number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81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2C74-CE91-31B8-2303-C49692E5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Tracking in Data Projects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7E96-AF34-0019-8CA2-57FC3C296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Data pipelines, schemas, and configs also require version control.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Ensures reproducibility and prevents unexpected data errors.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Version control applied to:</a:t>
            </a:r>
          </a:p>
          <a:p>
            <a:r>
              <a:rPr lang="en-IN" dirty="0"/>
              <a:t>SQL scripts</a:t>
            </a:r>
          </a:p>
          <a:p>
            <a:r>
              <a:rPr lang="en-IN" dirty="0"/>
              <a:t>ETL transformations</a:t>
            </a:r>
          </a:p>
          <a:p>
            <a:r>
              <a:rPr lang="en-IN" dirty="0"/>
              <a:t>JSON/YAML config files</a:t>
            </a:r>
          </a:p>
          <a:p>
            <a:r>
              <a:rPr lang="en-IN" dirty="0"/>
              <a:t>Data dictionary changes</a:t>
            </a:r>
          </a:p>
          <a:p>
            <a:r>
              <a:rPr lang="en-IN" dirty="0"/>
              <a:t>Airflow DAG updates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13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4E34-B8A3-C00E-BEDB-7CF4BC59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Review &amp; Approval Workflow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9300-AB04-5A3A-3FA7-1E7D9CB1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process where changes are validated by peers before merging.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quality, catches mistakes, and increases shared knowledge.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merge requests / pull requests with:</a:t>
            </a:r>
          </a:p>
          <a:p>
            <a:r>
              <a:rPr lang="en-US" dirty="0"/>
              <a:t>Code reviews</a:t>
            </a:r>
          </a:p>
          <a:p>
            <a:r>
              <a:rPr lang="en-US" dirty="0"/>
              <a:t>Comments</a:t>
            </a:r>
          </a:p>
          <a:p>
            <a:r>
              <a:rPr lang="en-US" dirty="0"/>
              <a:t>Automated CI checks</a:t>
            </a:r>
          </a:p>
          <a:p>
            <a:r>
              <a:rPr lang="en-US" dirty="0"/>
              <a:t>Approval rules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94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AB9C-3AE5-1550-88D4-0AA92A50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Tracking Releases &amp; Rollbacks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48C1-D681-D84E-A83F-076C27DC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Releases mark stable versions of applications or pipelines.</a:t>
            </a:r>
            <a:br>
              <a:rPr lang="en-US" dirty="0"/>
            </a:br>
            <a:r>
              <a:rPr lang="en-US" dirty="0"/>
              <a:t>Rollback means reverting to a previous working version if issues arise.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Keeps deployments predictable and reduces downtime.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Tag releases → maintain release notes → use rollback scripts or Git revert in case of failure.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71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C324-182D-38A2-3408-BAAFB59E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&amp; 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91A8-0D7A-DF1D-018F-EC90851B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Version control + change tracking ensure stable, traceable, collaborative development.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confusion, improves quality, and provides visibility into every change.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branches for all work</a:t>
            </a:r>
          </a:p>
          <a:p>
            <a:r>
              <a:rPr lang="en-US" dirty="0"/>
              <a:t>Write clear commit messages</a:t>
            </a:r>
          </a:p>
          <a:p>
            <a:r>
              <a:rPr lang="en-US" dirty="0"/>
              <a:t>Use PR reviews</a:t>
            </a:r>
          </a:p>
          <a:p>
            <a:r>
              <a:rPr lang="en-US" dirty="0"/>
              <a:t>Track schema/config changes</a:t>
            </a:r>
          </a:p>
          <a:p>
            <a:r>
              <a:rPr lang="en-US" dirty="0"/>
              <a:t>Maintain release logs</a:t>
            </a:r>
          </a:p>
          <a:p>
            <a:r>
              <a:rPr lang="en-US"/>
              <a:t>Automate CI validations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0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Version Control and Change Tracking </vt:lpstr>
      <vt:lpstr>What is Version Control?</vt:lpstr>
      <vt:lpstr>Why Teams Need Change Tracking</vt:lpstr>
      <vt:lpstr>Components of Version Control Systems</vt:lpstr>
      <vt:lpstr>Branching Strategy</vt:lpstr>
      <vt:lpstr>Documentation Through Commit History</vt:lpstr>
      <vt:lpstr>Change Tracking in Data Projects</vt:lpstr>
      <vt:lpstr>Review &amp; Approval Workflow </vt:lpstr>
      <vt:lpstr>Tracking Releases &amp; Rollbacks</vt:lpstr>
      <vt:lpstr>Summary &amp; 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2025-11-14T07:01:04Z</dcterms:created>
  <dcterms:modified xsi:type="dcterms:W3CDTF">2025-11-14T07:01:11Z</dcterms:modified>
</cp:coreProperties>
</file>