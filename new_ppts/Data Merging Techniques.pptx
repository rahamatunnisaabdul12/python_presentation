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2CFD-84E2-ACD8-143D-5D51558B8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A9B42-36D8-0502-5E35-DD4D76F1C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0C954-1B41-5B39-85FC-6D255396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8663-8906-E116-589E-6B7AAAC1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4F408-5A86-B57B-5EA4-652E3611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92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C785-1CD1-B829-2987-AD5F23CA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0F24B-FBF3-88F6-9DED-A8D8D3B95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C085A-420E-A8E7-DB12-4A3AD27D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BCD93-8E9D-3481-214A-00FA02EC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C2C42-952E-3D8C-DD1B-2D0225FB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48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DF78-7247-8B3D-8B0C-49CC7D1C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D3F17-1F10-BF61-6E86-6C3F826D4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4E41C-5718-D1D0-B835-66F40418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03BD1-87F8-A735-891D-C4BCC11B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F4BB8-B0BA-9193-AA31-159DF053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06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45CE-5CD1-7B3B-1D55-BCFC2957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2B17-B264-CB0E-E292-5A488D724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EE668-3550-8948-5FCE-D954E650B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54639-36A2-F249-C4F6-DCE48C26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AFE12-6C82-F5D7-241C-FDDACCF3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2AE2E-F39E-56BA-B85F-D1EE40E1B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3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16B8-3D23-E948-DDC3-BA77A5230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636-FB31-2741-69B2-BCBC1E587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A5BBB-76F2-D4EB-E4E2-9771D25E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27AAB-1231-5965-8C1C-6C8AB8990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01C78-3DBA-8A64-F9C6-8F7FCB22B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F29E4-453E-53DC-4535-B98EEAF1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E5740-237E-02E9-413F-350C6BD6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3170C-D2EA-6D9E-3C1D-97C23572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6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4E3E-CC3A-C861-F722-FB756A13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9A83C-F4DD-17EA-776E-00C938A3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10989-A341-3E8A-732A-DF34DFCD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02508-2EA3-6757-4C93-CDB1A94B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79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93D97-4586-D1CE-8957-33877039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E0A49-BD4E-473B-76A3-8B37978D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E8F3C-EDF3-5164-A4DE-61549D35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41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A52E-5667-27EE-DE7E-A8CC5CD51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79F64-6C98-2A83-350D-A54A5D191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58CC5-ADB9-710E-FFE9-E79C0AF4E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B4D83-5A77-56F9-A4EA-DFE74308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A84F4-E85B-3446-C514-62B221C1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EAC75-8949-9106-10E8-CA94F13A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36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1898-4661-F655-86BF-31FFBCD3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6772B-D239-51B5-89F1-392C066A9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DDCDA-1E17-8EE7-2DAD-17D39F76E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BE826-2ECD-56CA-50B2-A17ED8C3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CF1FF-4340-08A3-16C5-C1032C0E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57E41-31FD-214C-C9D7-8E57A34B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53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3D74D-39A0-7559-7F58-5546D87B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58BA6-1114-C300-B983-99F98C8CC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6B56B-89BB-56D2-556D-46C7C1BB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EC779-9CAC-094F-FBFE-EA389986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25580-3CE2-519B-D87E-00868DF0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37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D436F-10C4-9B26-1819-DA883FEB9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F7986-B1F8-43C3-AD4D-064FB692B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7BE8D-5EF9-9A1E-9FAD-E7450819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8EC26-8D71-2002-DC26-03555321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4889F-D6EC-B0C5-C9C0-3FEE5F65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95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4D0BF-EB6D-AE23-FF24-1EB6E69F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A45EE-1D33-CC15-86E2-1D18F1F87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8A02E-5E0F-E9E1-3192-AE7AD44F5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1058E-5EC7-433E-9E6C-213E5D1BCF3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80493-8546-0222-0E3D-CF77B7770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4BA2E-92CC-C178-92E9-C93FDCFC6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9F413-5E04-48D7-A39C-855F13A7E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8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781F-F079-BF12-7C43-3B33EEEDA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052" y="1"/>
            <a:ext cx="10266947" cy="2101516"/>
          </a:xfrm>
        </p:spPr>
        <p:txBody>
          <a:bodyPr/>
          <a:lstStyle/>
          <a:p>
            <a:r>
              <a:rPr lang="en-IN" dirty="0"/>
              <a:t>Data Merging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3DED6-E1D3-7644-BFA4-DCE3F2F53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526" y="2919663"/>
            <a:ext cx="9705474" cy="2338137"/>
          </a:xfrm>
        </p:spPr>
        <p:txBody>
          <a:bodyPr/>
          <a:lstStyle/>
          <a:p>
            <a:pPr algn="l"/>
            <a:r>
              <a:rPr lang="en-US" b="1" dirty="0"/>
              <a:t>What:</a:t>
            </a:r>
            <a:r>
              <a:rPr lang="en-US" dirty="0"/>
              <a:t> Methods to combine multiple datasets into a single unified dataset.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Real-world data is scattered across files, APIs, and databases.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Use join keys, merge logic, and standard merging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21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4F6A-F975-8F88-FD4E-2EC41417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Merges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C9F3-BB8F-428F-8256-3E14E82C0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Inner, Left, Right, Full (Outer).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Each determines how matched and unmatched records are handled.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Choose based on use case—retain all rows or only matches.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218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D8B7-BB90-FBE6-CC05-0E199CAC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Join Keys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EDC7-3779-317D-EEF3-AD49F16D8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Columns used to connect datasets (ID, date, order number).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Correct keys ensure accurate relationships.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Clean keys—trim, uppercase, remove spaces before merging.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434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672F8-B747-B593-0DEC-E6FB2A93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One-to-One vs Many-to-One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A2FB-5D44-5EB3-BCA7-5F028B259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Relationship types between tables.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Avoids duplication or explosion of rows.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Validate cardinality before merging.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6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AA1D-58CD-449B-3216-BECFC71B7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Duplicate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9130-9A51-9E41-C6F8-8B0B901BF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Cases where join keys appear multiple times.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Leads to unexpected row multiplication.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Deduplicate or aggregate before merge.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26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6992-3F91-D731-EB62-DDC8BFCB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Matching Inconsistent Columns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B594B-0D81-01B8-FD40-D89ACE8CD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Columns with different names, formats, casing.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Prevents failed or incorrect joins.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Rename, standardize datatypes, parse dates.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58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F056-6C0E-9E94-A547-766E67F2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Null or Missing Keys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AFEC4-BC09-5923-236F-ECD7895F3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Key fields sometimes blank.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Null keys break relationships.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Impute, generate surrogate keys, or filter nulls.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369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A524-4E78-2AFB-0CA1-62A4CBF6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Multi-key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F7A1-B03A-0AEC-AEFC-105DDC6E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Using multiple columns as a composite key.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In supply chain, merges require (SKU + Location + Date).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Combine fields or pass multiple keys to the merge operation.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40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109C-423E-547C-EDE2-8A515625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Conflict Resolution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727B4-2379-F01F-12B0-41F85D7F8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When overlapping fields differ (price, quantity).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Avoids incorrect values propagating forward.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Apply rules—priority source, latest timestamp, or weighted logic.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793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1730-D925-3B52-AB23-F5503932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47E49-6FCA-4EB4-13D7-32A97834C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Structured techniques to merge datasets cleanly and reliably.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Ensures accuracy, consistency, and reliable analytics.</a:t>
            </a:r>
            <a:br>
              <a:rPr lang="en-US" dirty="0"/>
            </a:br>
            <a:r>
              <a:rPr lang="en-US" b="1"/>
              <a:t>How:</a:t>
            </a:r>
            <a:r>
              <a:rPr lang="en-US"/>
              <a:t> Pick correct join type, fix keys, handle duplicates, resolve conflicts, validate output.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760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Merging Techniques</vt:lpstr>
      <vt:lpstr>Types of Merges</vt:lpstr>
      <vt:lpstr>Join Keys </vt:lpstr>
      <vt:lpstr>One-to-One vs Many-to-One</vt:lpstr>
      <vt:lpstr>Handling Duplicate Keys</vt:lpstr>
      <vt:lpstr>Matching Inconsistent Columns </vt:lpstr>
      <vt:lpstr>Handling Null or Missing Keys </vt:lpstr>
      <vt:lpstr>Multi-key Merging</vt:lpstr>
      <vt:lpstr>Conflict Resolution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2025-11-15T10:17:30Z</dcterms:created>
  <dcterms:modified xsi:type="dcterms:W3CDTF">2025-11-15T10:17:37Z</dcterms:modified>
</cp:coreProperties>
</file>