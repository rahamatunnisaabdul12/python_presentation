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75AD-41E0-2314-F956-759BB5AA0F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53C840-39E0-481C-0A7F-3F1749CFDD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604F5-386B-8A9D-5622-B93EC25E5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BB32E-170C-42F8-AAC5-21D2EA02B03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907A1-B2B0-D328-F903-7F686FD61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19E6D-2D86-5497-89C7-EBFD463DE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F8AA-1366-40F2-86A8-CEC9F24FB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361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ED078-440F-00DE-4DA9-E156C70E4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79C61-2F0C-87BA-EB1C-8D3050E59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4CB43-0A01-DD34-C99E-3558668E4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BB32E-170C-42F8-AAC5-21D2EA02B03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FB295-7CFE-C6E3-0102-AFC192BD2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70484-6763-D807-3D77-69960A5AE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F8AA-1366-40F2-86A8-CEC9F24FB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570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F467-68F5-5EAF-6C1F-F11F648B7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36E99-FBD4-BC96-5C23-9C4ECAA50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D2ED2-7B17-617F-C37C-883AB93A5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BB32E-170C-42F8-AAC5-21D2EA02B03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31D8A-7919-C0EE-DEE7-A346BEBBF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860D4-90B5-F654-8821-DCD3985D0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F8AA-1366-40F2-86A8-CEC9F24FB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888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0FD54-EDE4-131A-17C2-28C231A4D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406A6-532D-489D-E6E1-6D436AA8FA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74B170-B536-F67A-CB25-2A1FDF6A6C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D0BC81-331C-E40F-0E71-689C582EB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BB32E-170C-42F8-AAC5-21D2EA02B03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45B907-4A60-8D0A-2238-37D59FD79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5EAB8-188E-01B6-6CC2-A9A79EC60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F8AA-1366-40F2-86A8-CEC9F24FB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691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0E50-A21A-65BD-DB2F-C8B1E069D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BC343-2578-E922-DD62-3AF5CEEB7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3A626E-F9C8-2B40-EDED-09C28863B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DCF9AE-B046-E815-6409-A70A1C6950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2BAAF4-3871-4448-E734-6647C5BBA5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31675F-497E-2B4C-56F3-23FDF6A03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BB32E-170C-42F8-AAC5-21D2EA02B03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28D9B6-C4FF-424E-635A-B399845CD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C2DE45-9CE1-7D5F-69DD-DC4F66C9E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F8AA-1366-40F2-86A8-CEC9F24FB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71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48A59-E022-DAA6-CDD2-9D47D4778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24CD46-D7B1-408C-4719-9541A8B32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BB32E-170C-42F8-AAC5-21D2EA02B03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22EDD1-64A6-37F5-B986-6B960B18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BFF7F-FCCC-5D0F-8A97-81F268EF3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F8AA-1366-40F2-86A8-CEC9F24FB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828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A067C4-CCA7-11E4-4DC9-F5CA73F05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BB32E-170C-42F8-AAC5-21D2EA02B03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B0865F-6C0C-63F4-0DAD-8C4781645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6D9E5-347B-9125-7D92-738945D41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F8AA-1366-40F2-86A8-CEC9F24FB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680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55685-E94C-6B67-6475-74BDD64C6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D6203-A86A-918B-0300-7928C41C6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60862C-F7D3-3FA3-A66F-DECB88E42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263F1E-B294-FD41-D3D9-6D7308B17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BB32E-170C-42F8-AAC5-21D2EA02B03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C6AD49-F14D-8E99-0F78-ED57A6541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9B558-7411-A3F3-65F9-A3815F611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F8AA-1366-40F2-86A8-CEC9F24FB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14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62E1-74D1-27A7-4C6E-505566712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93E5C1-39EE-4A4E-3421-7AF061B93B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FBEBC0-C5A5-72A1-D6D7-1F736736F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156CB-CF9B-4B5F-581B-8C89354BB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BB32E-170C-42F8-AAC5-21D2EA02B03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C71B42-E0E6-083D-29C4-0720DE66B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2BCCF-931F-393D-D6BC-5CC49249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F8AA-1366-40F2-86A8-CEC9F24FB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470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A1C05-518F-6A47-53B9-12D46FB44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6ADF48-53A0-2BBA-10CA-FFE286EC7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26FD5-F7D3-8C48-96BA-509C0580D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BB32E-170C-42F8-AAC5-21D2EA02B03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3AB88-D40F-2E69-73FC-01D079AA8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76D8C-C303-9058-D25D-B728F8260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F8AA-1366-40F2-86A8-CEC9F24FB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10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F6EEAB-49BE-6762-6865-2A2594F9F9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41875E-4CD7-7CB7-DF4B-38CB9F40D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EE815-9A2E-7548-5714-FACBE27D7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BB32E-170C-42F8-AAC5-21D2EA02B03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C05D7-EA87-1353-72EE-A8F75CA9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1180A-26C8-31C8-1C37-C815A8747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F8AA-1366-40F2-86A8-CEC9F24FB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923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82E4E3-6156-4E5E-B87B-54DF67749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DC50C-E84A-D01D-FC4B-9305AC231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F735A-A2F0-39D0-D0C0-46074B3CA7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6BB32E-170C-42F8-AAC5-21D2EA02B03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9D861-D425-9A4D-8649-BD1CB3BAFF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C9B6E-7D8A-58A7-D913-3C5720F4A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47F8AA-1366-40F2-86A8-CEC9F24FB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345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32C89-C5EA-254A-8F4B-7C3865114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979" y="176463"/>
            <a:ext cx="9914021" cy="239027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Assumption Management Framework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355CD2-3EE9-2833-5CC3-F718B343F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843" y="2566737"/>
            <a:ext cx="10347158" cy="3769895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Introduction</a:t>
            </a:r>
          </a:p>
          <a:p>
            <a:pPr algn="l"/>
            <a:r>
              <a:rPr lang="en-US" b="1" dirty="0"/>
              <a:t>What:</a:t>
            </a:r>
            <a:r>
              <a:rPr lang="en-US" dirty="0"/>
              <a:t> A structured way to record, validate, update, and track assumptions used in analysis, forecasting, and decision-making.</a:t>
            </a:r>
            <a:br>
              <a:rPr lang="en-US" dirty="0"/>
            </a:br>
            <a:r>
              <a:rPr lang="en-US" b="1" dirty="0"/>
              <a:t>Why:</a:t>
            </a:r>
            <a:r>
              <a:rPr lang="en-US" dirty="0"/>
              <a:t> Ensures clarity, reduces errors, and avoids hidden assumptions.</a:t>
            </a:r>
            <a:br>
              <a:rPr lang="en-US" dirty="0"/>
            </a:br>
            <a:r>
              <a:rPr lang="en-US" b="1" dirty="0"/>
              <a:t>How:</a:t>
            </a:r>
            <a:r>
              <a:rPr lang="en-US" dirty="0"/>
              <a:t> Maintain centralized assumption logs, documentation, ownership, and approval workflows.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7363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08096-FAE8-1155-FD66-3AF60C9B7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Are Assumptions?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18E6E-D3E7-FA11-61F1-D43B4924D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r>
              <a:rPr lang="en-US" dirty="0"/>
              <a:t> Inputs or hypotheses taken as true when real data is incomplete.</a:t>
            </a:r>
            <a:br>
              <a:rPr lang="en-US" dirty="0"/>
            </a:br>
            <a:r>
              <a:rPr lang="en-US" b="1" dirty="0"/>
              <a:t>Why:</a:t>
            </a:r>
            <a:r>
              <a:rPr lang="en-US" dirty="0"/>
              <a:t> Required for forecasting, modeling, planning.</a:t>
            </a:r>
            <a:br>
              <a:rPr lang="en-US" dirty="0"/>
            </a:br>
            <a:r>
              <a:rPr lang="en-US" b="1" dirty="0"/>
              <a:t>How:</a:t>
            </a:r>
            <a:r>
              <a:rPr lang="en-US" dirty="0"/>
              <a:t> Document the basis, source, and confidence level.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4284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D27B-014C-9187-D9A9-B88B0D044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an Assumption Framework Is Needed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53177-70ED-B354-6C93-8C40D77CE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r>
              <a:rPr lang="en-US" dirty="0"/>
              <a:t> Controls how assumptions are created, modified, and consumed.</a:t>
            </a:r>
            <a:br>
              <a:rPr lang="en-US" dirty="0"/>
            </a:br>
            <a:r>
              <a:rPr lang="en-US" b="1" dirty="0"/>
              <a:t>Why:</a:t>
            </a:r>
            <a:r>
              <a:rPr lang="en-US" dirty="0"/>
              <a:t> Prevents misalignment across teams and incorrect outputs.</a:t>
            </a:r>
            <a:br>
              <a:rPr lang="en-US" dirty="0"/>
            </a:br>
            <a:r>
              <a:rPr lang="en-US" b="1" dirty="0"/>
              <a:t>How:</a:t>
            </a:r>
            <a:r>
              <a:rPr lang="en-US" dirty="0"/>
              <a:t> Use standard templates, review cycles, and versioning.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4287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1CB07-2650-887B-849E-906638625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Assumption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26C5C-C78D-D171-943B-8BEEB7E3B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endParaRPr lang="en-US" dirty="0"/>
          </a:p>
          <a:p>
            <a:r>
              <a:rPr lang="en-US" dirty="0"/>
              <a:t>Financial assumptions</a:t>
            </a:r>
          </a:p>
          <a:p>
            <a:r>
              <a:rPr lang="en-US" dirty="0"/>
              <a:t>Demand/forecast assumptions</a:t>
            </a:r>
          </a:p>
          <a:p>
            <a:r>
              <a:rPr lang="en-US" dirty="0"/>
              <a:t>Cost and operational assumptions</a:t>
            </a:r>
          </a:p>
          <a:p>
            <a:r>
              <a:rPr lang="en-US" dirty="0"/>
              <a:t>Risk &amp; contingency assumptions</a:t>
            </a:r>
            <a:br>
              <a:rPr lang="en-US" dirty="0"/>
            </a:br>
            <a:r>
              <a:rPr lang="en-US" b="1" dirty="0"/>
              <a:t>Why:</a:t>
            </a:r>
            <a:r>
              <a:rPr lang="en-US" dirty="0"/>
              <a:t> Helps clarity and ownership.</a:t>
            </a:r>
            <a:br>
              <a:rPr lang="en-US" dirty="0"/>
            </a:br>
            <a:r>
              <a:rPr lang="en-US" b="1" dirty="0"/>
              <a:t>How:</a:t>
            </a:r>
            <a:r>
              <a:rPr lang="en-US" dirty="0"/>
              <a:t> Assign categories in the assumption log.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8409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8D011-98A3-356B-BE90-9E6AA3235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Sources of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E7945-C2EB-7DB1-6AC8-E8CC220E1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r>
              <a:rPr lang="en-US" dirty="0"/>
              <a:t> Market trends, historical data, expert inputs, vendor information.</a:t>
            </a:r>
            <a:br>
              <a:rPr lang="en-US" dirty="0"/>
            </a:br>
            <a:r>
              <a:rPr lang="en-US" b="1" dirty="0"/>
              <a:t>Why:</a:t>
            </a:r>
            <a:r>
              <a:rPr lang="en-US" dirty="0"/>
              <a:t> Ensures traceability and credibility.</a:t>
            </a:r>
            <a:br>
              <a:rPr lang="en-US" dirty="0"/>
            </a:br>
            <a:r>
              <a:rPr lang="en-US" b="1" dirty="0"/>
              <a:t>How:</a:t>
            </a:r>
            <a:r>
              <a:rPr lang="en-US" dirty="0"/>
              <a:t> Record provenance for each assumption.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9597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56665-E174-F58D-4901-E8F50BCC0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Capturing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0C182-3A5E-989E-1C8A-33364C0D7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r>
              <a:rPr lang="en-US" dirty="0"/>
              <a:t> Centralized assumption document or dashboard.</a:t>
            </a:r>
            <a:br>
              <a:rPr lang="en-US" dirty="0"/>
            </a:br>
            <a:r>
              <a:rPr lang="en-US" b="1" dirty="0"/>
              <a:t>Why:</a:t>
            </a:r>
            <a:r>
              <a:rPr lang="en-US" dirty="0"/>
              <a:t> Single source of truth avoids duplication.</a:t>
            </a:r>
            <a:br>
              <a:rPr lang="en-US" dirty="0"/>
            </a:br>
            <a:r>
              <a:rPr lang="en-US" b="1" dirty="0"/>
              <a:t>How:</a:t>
            </a:r>
            <a:r>
              <a:rPr lang="en-US" dirty="0"/>
              <a:t> Use structured fields—name, value, rationale, owner, date, confidence.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368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43D1-4FD6-F0A8-C771-24E5C9B68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Validation &amp; Review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3085B-1119-FAB0-4C0E-D827C4AC3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r>
              <a:rPr lang="en-US" dirty="0"/>
              <a:t> Periodic check of accuracy and relevance.</a:t>
            </a:r>
            <a:br>
              <a:rPr lang="en-US" dirty="0"/>
            </a:br>
            <a:r>
              <a:rPr lang="en-US" b="1" dirty="0"/>
              <a:t>Why:</a:t>
            </a:r>
            <a:r>
              <a:rPr lang="en-US" dirty="0"/>
              <a:t> Assumptions become invalid as conditions change.</a:t>
            </a:r>
            <a:br>
              <a:rPr lang="en-US" dirty="0"/>
            </a:br>
            <a:r>
              <a:rPr lang="en-US" b="1" dirty="0"/>
              <a:t>How:</a:t>
            </a:r>
            <a:r>
              <a:rPr lang="en-US" dirty="0"/>
              <a:t> Implement review cadence, stakeholder sign-off, and alerts.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9705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941C0-C99B-EDC3-F236-69D4AA89C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Version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F43D2-AFDE-F695-8B24-47BE6AE6A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r>
              <a:rPr lang="en-US" dirty="0"/>
              <a:t> Tracking changes over time (old vs new values).</a:t>
            </a:r>
            <a:br>
              <a:rPr lang="en-US" dirty="0"/>
            </a:br>
            <a:r>
              <a:rPr lang="en-US" b="1" dirty="0"/>
              <a:t>Why:</a:t>
            </a:r>
            <a:r>
              <a:rPr lang="en-US" dirty="0"/>
              <a:t> Supports auditability and impact analysis.</a:t>
            </a:r>
            <a:br>
              <a:rPr lang="en-US" dirty="0"/>
            </a:br>
            <a:r>
              <a:rPr lang="en-US" b="1" dirty="0"/>
              <a:t>How:</a:t>
            </a:r>
            <a:r>
              <a:rPr lang="en-US" dirty="0"/>
              <a:t> Maintain history logs or Git-style versioning.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1864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B1A63-A3B6-E0C0-C23A-195AAADC3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Integration With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E0DFA-128D-D97A-EEE5-D5A3B1678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r>
              <a:rPr lang="en-US" dirty="0"/>
              <a:t> How assumptions feed forecasting models, pricing models, planning pipelines.</a:t>
            </a:r>
            <a:br>
              <a:rPr lang="en-US" dirty="0"/>
            </a:br>
            <a:r>
              <a:rPr lang="en-US" b="1" dirty="0"/>
              <a:t>Why:</a:t>
            </a:r>
            <a:r>
              <a:rPr lang="en-US" dirty="0"/>
              <a:t> Transparent inputs improve trust in outputs.</a:t>
            </a:r>
            <a:br>
              <a:rPr lang="en-US" dirty="0"/>
            </a:br>
            <a:r>
              <a:rPr lang="en-US" b="1" dirty="0"/>
              <a:t>How:</a:t>
            </a:r>
            <a:r>
              <a:rPr lang="en-US" dirty="0"/>
              <a:t> Parameterize models to pull assumptions dynamically.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8369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51E4B-13FE-6464-AD5E-73ABB28D8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E63E6-A086-0F44-6B7B-ED99FA8E9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r>
              <a:rPr lang="en-US" dirty="0"/>
              <a:t> An organized framework for managing assumptions end-to-end.</a:t>
            </a:r>
            <a:br>
              <a:rPr lang="en-US" dirty="0"/>
            </a:br>
            <a:r>
              <a:rPr lang="en-US" b="1" dirty="0"/>
              <a:t>Why:</a:t>
            </a:r>
            <a:r>
              <a:rPr lang="en-US" dirty="0"/>
              <a:t> Improves accuracy, accountability, and decision quality.</a:t>
            </a:r>
            <a:br>
              <a:rPr lang="en-US" dirty="0"/>
            </a:br>
            <a:r>
              <a:rPr lang="en-US" b="1"/>
              <a:t>How:</a:t>
            </a:r>
            <a:r>
              <a:rPr lang="en-US"/>
              <a:t> Document, validate, version, and integrate assumptions systematically.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184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</Words>
  <Application>Microsoft Office PowerPoint</Application>
  <PresentationFormat>Widescreen</PresentationFormat>
  <Paragraphs>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Assumption Management Framework </vt:lpstr>
      <vt:lpstr>What Are Assumptions? </vt:lpstr>
      <vt:lpstr>Why an Assumption Framework Is Needed</vt:lpstr>
      <vt:lpstr>Assumption Categories</vt:lpstr>
      <vt:lpstr>Sources of Assumptions</vt:lpstr>
      <vt:lpstr>Capturing Assumptions</vt:lpstr>
      <vt:lpstr>Validation &amp; Review </vt:lpstr>
      <vt:lpstr>Version Control</vt:lpstr>
      <vt:lpstr>Integration With Models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2025-11-15T10:12:49Z</dcterms:created>
  <dcterms:modified xsi:type="dcterms:W3CDTF">2025-11-15T10:12:58Z</dcterms:modified>
</cp:coreProperties>
</file>