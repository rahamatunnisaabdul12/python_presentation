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39BB6-A55B-106E-D43C-851A3CABE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64FE9-980B-6ADB-EE9E-A66D4467B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46B20-01C6-F801-2AB3-53CB9DFF3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5BBC-A7C7-412D-8171-EFCC8605D43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6C35B-FB6C-3EB3-DBE4-CED352400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471A9-A2BC-6E81-7226-9880FAEC4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75-6A49-46C7-8A02-93171F925E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026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C376-FFA9-8CE7-65F4-3BB5B411F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FB02A-2AEA-ACFD-C1ED-64614E477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080A4-9DB7-372D-E02D-5B42A8830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5BBC-A7C7-412D-8171-EFCC8605D43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5B119-BAB3-50E8-4854-9391FE55D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F7D43-77C6-99F7-C2C8-F82309EB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75-6A49-46C7-8A02-93171F925E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81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310E4-1D54-276E-751F-A6FFC025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513DF-6395-AB8B-68FF-D473969D9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DDD5E-AA48-6BCB-7787-0790831E6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5BBC-A7C7-412D-8171-EFCC8605D43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F8C5B-38D3-6842-6911-FEB7428ED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8A6BA-7069-1249-35C0-240954C0F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75-6A49-46C7-8A02-93171F925E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904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91934-E5B9-EA28-AA59-C244A208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FBB41-4E5C-BD0D-2395-9CD2CFC8B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EC0D9-68CD-09CF-99B3-A1A025BC3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EF505-9BE7-4087-B27B-01A5BFAE9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5BBC-A7C7-412D-8171-EFCC8605D43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9AC1E-10E1-FCF9-8EFA-88EAAA87D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0B861-FF63-128E-D6C1-180B80C15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75-6A49-46C7-8A02-93171F925E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262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6414-9CA9-5379-B529-F577D551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51467-E9BD-009F-46A0-5A4FC403C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E659B-9C5E-3A56-C901-872F61807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8E039E-04D9-79B8-7DC2-FFC475D80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0024F-FE33-D731-6128-9C5AF9D382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C2D31E-F199-E786-D50E-05A683997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5BBC-A7C7-412D-8171-EFCC8605D43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A545C1-A729-1C60-8E4D-5C15D73E8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0C9A27-F993-066F-0DC3-6FF61326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75-6A49-46C7-8A02-93171F925E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73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45187-E724-7B27-F1C4-B8C07CCB4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88E071-2EBB-6BD8-97C8-E1998A129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5BBC-A7C7-412D-8171-EFCC8605D43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DD55C6-C852-5A90-2AAA-75FA4530E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3562C-3B5F-7693-FC11-CD550E873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75-6A49-46C7-8A02-93171F925E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171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4D24C-88FA-B95E-8797-83DBBD96D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5BBC-A7C7-412D-8171-EFCC8605D43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97DAF9-466E-42F9-01B7-FD702F909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44264-8D3B-D54D-0C62-8C04B7AA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75-6A49-46C7-8A02-93171F925E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493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EE6AC-1BD3-94C6-26BE-15748439D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1C66F-2D45-E023-6607-D89643BB6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693EE-96BA-227E-125D-6A1A6FF10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8017A-94FE-66F1-E634-2E5249317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5BBC-A7C7-412D-8171-EFCC8605D43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5303E-6FAF-0735-BE48-C9585951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530D4-361F-3183-E50F-D0564C3AB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75-6A49-46C7-8A02-93171F925E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07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0FF75-F1A0-B06B-87D2-4B8D2A366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8EC7C-2AFE-2360-D5C0-9A6A3170E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A7090-34F5-88E1-5778-B806E65B9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0B7DB-B964-F6AB-6FE3-BD7BB566C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5BBC-A7C7-412D-8171-EFCC8605D43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734EC-EC1F-B00D-95CA-52FEF2E7C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11BE1-5961-19B7-78FD-2F7213150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75-6A49-46C7-8A02-93171F925E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578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55A1F-3D8C-60E6-DBFF-71496A95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59231-DBE8-2BBA-B09E-97F792666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CE1E8-F673-210D-C5D9-76166846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5BBC-A7C7-412D-8171-EFCC8605D43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4D6BE-9B2F-170D-D63B-92B584CD3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0D7CE-1204-CD5A-B18D-CD00322A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75-6A49-46C7-8A02-93171F925E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44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60EAE6-7A39-2CEA-B0DF-DC33A7365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C1C6C-55F8-396F-E559-57B567C1B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63D85-BE70-4D2A-3F83-E2CCDA9B1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5BBC-A7C7-412D-8171-EFCC8605D43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FCF9C-41F8-63EC-64B3-164F12BE7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6A188-C258-943A-11E6-BA828071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75-6A49-46C7-8A02-93171F925E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989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4EC895-895B-00AB-3C6F-6C3A1C9E6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07DA1-1C75-3399-F733-90BEC1C91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3E4B1-F86E-13BB-45BA-3E10B421D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05BBC-A7C7-412D-8171-EFCC8605D43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D40F-7B08-D6A2-E9A0-7985E757A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436EB-4B29-D9D0-31F1-DE48D12579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92D75-6A49-46C7-8A02-93171F925E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136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5129-E7ED-2DA4-6008-A3CCE6AB0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"/>
            <a:ext cx="10058400" cy="1876926"/>
          </a:xfrm>
        </p:spPr>
        <p:txBody>
          <a:bodyPr/>
          <a:lstStyle/>
          <a:p>
            <a:r>
              <a:rPr lang="en-IN" b="1" dirty="0"/>
              <a:t>Demand Signal Integration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39C9D-7C89-F8E6-B24A-124C4873F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62" y="1395663"/>
            <a:ext cx="10186737" cy="5462336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Introduction to Demand Signal Integration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Demand Signal Integration (DSI) is the process of collecting, aligning, and using downstream demand signals (sales, orders, consumption) to improve planning accuracy.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Organizations must react quickly to real-time demand changes to avoid overstocking or shortages.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By integrating signals from POS data, distributor sales, ecommerce orders, market trends, and customer forecasts into centralized planning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4341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A77A0-CBD8-DAEC-0B03-F1064756F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Demand Signals?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723FF-497A-5167-E041-AFDA20951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Demand signals represent any measurable customer or market activity that reflects demand behavior.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They offer a more accurate picture than traditional forecast-only planning.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real-time inputs such as orders, returns, promotional lift, sales velocity, and product substitutions.</a:t>
            </a:r>
          </a:p>
          <a:p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7058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571E9-0144-4729-2563-2ADBDADC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Demand Signal Integration Matters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C374D-B862-7517-DEB4-2C3BF59C6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DSI connects planning, production, procurement, and logistics to real market activity.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Improves forecast accuracy, reduces stockouts, and optimizes working capital.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Enable planners to adjust supply plans based on updated demand signals.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9374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23D15-82E7-569B-259D-7396ED853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Sources of Demand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E6F35-7F53-CA7D-ABDA-0FF40D0D9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Common sources include:</a:t>
            </a:r>
          </a:p>
          <a:p>
            <a:r>
              <a:rPr lang="en-US" dirty="0"/>
              <a:t>Retail POS systems</a:t>
            </a:r>
          </a:p>
          <a:p>
            <a:r>
              <a:rPr lang="en-US" dirty="0"/>
              <a:t>Distributor inventory &amp; sell-through</a:t>
            </a:r>
          </a:p>
          <a:p>
            <a:r>
              <a:rPr lang="en-US" dirty="0"/>
              <a:t>Ecommerce platforms</a:t>
            </a:r>
          </a:p>
          <a:p>
            <a:r>
              <a:rPr lang="en-US" dirty="0"/>
              <a:t>Market intelligence tools</a:t>
            </a:r>
          </a:p>
          <a:p>
            <a:r>
              <a:rPr lang="en-US" dirty="0"/>
              <a:t>Customer order patterns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Multiple signals reduce reliance on historical demand.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Integrate these data streams using APIs, ETL pipelines, and batch updates.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5098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012C-CB04-28B6-3751-E4B3218CC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Demand Signals Flow into Planning Systems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C520E-8204-7374-A924-8070F8872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pipeline that cleans, aggregates, and aligns signals to specific SKUs and locations.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Raw demand data is unstructured and inconsistent.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Normalize units</a:t>
            </a:r>
          </a:p>
          <a:p>
            <a:r>
              <a:rPr lang="en-US" dirty="0"/>
              <a:t>Align to product hierarchy</a:t>
            </a:r>
          </a:p>
          <a:p>
            <a:r>
              <a:rPr lang="en-US" dirty="0"/>
              <a:t>Map to regions/channels</a:t>
            </a:r>
          </a:p>
          <a:p>
            <a:r>
              <a:rPr lang="en-US" dirty="0"/>
              <a:t>Merge into planning tables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649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38E6-F29A-C5D7-84F1-8699B44A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Signal Processing &amp; Interpretation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0C1C2-AD2A-9289-34DE-103B0D73E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Processing demand signals involves detecting trends, anomalies, seasonality, and promotions.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Helps planners interpret if changes are random or meaningful.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Apply smoothing, statistical checks, anomaly rules, and promotional uplift factors.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9144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F8A9C-6658-B4D3-1F07-64269DB92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DSI Improves Forecast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7806E-C132-1D06-9107-09C7E1378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Integrated demand signals feed into forecasting models to improve precision.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Traditional forecasting struggles with sudden demand changes.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Feed real-time signals into ML models or consensus forecasting cycles.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9448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8BDAD-0571-3CB6-B89C-830E2C6AC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Impact of Demand Signals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22967-E7DF-AFA0-5E5F-B2CDFEC9E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Demand signals influence supply chain actions like replenishment, production scheduling, and supplier orders.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Faster response → fewer lost sales and lower inventory cost.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Systems auto-trigger alerts for demand spikes, dips, or channel shifts.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952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E17A-310E-F966-F77F-ED2EACC6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 in Demand Signal Integration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C3EF6-AA79-3EA9-4AD8-D39EF37A0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Complexity arises from fragmented sources, inconsistent formats, and latency.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Poor integration leads to wrong decisions based on noisy data.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Resolve via:</a:t>
            </a:r>
          </a:p>
          <a:p>
            <a:r>
              <a:rPr lang="en-US" dirty="0"/>
              <a:t>Strong data governance</a:t>
            </a:r>
          </a:p>
          <a:p>
            <a:r>
              <a:rPr lang="en-US" dirty="0"/>
              <a:t>Signal validation rules</a:t>
            </a:r>
          </a:p>
          <a:p>
            <a:r>
              <a:rPr lang="en-US" dirty="0"/>
              <a:t>Mapping tables</a:t>
            </a:r>
          </a:p>
          <a:p>
            <a:r>
              <a:rPr lang="en-US" dirty="0"/>
              <a:t>Automated quality checks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592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0271E-8C77-D8F3-6C33-8348902B7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&amp;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C5FC1-D200-9AD3-B909-0A3CB3BF0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Demand Signal Integration brings real-time market visibility into planning ecosystems.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Enhances forecast accuracy, reduces risk, and supports agile decision-making.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Centralize signal ingestion</a:t>
            </a:r>
          </a:p>
          <a:p>
            <a:r>
              <a:rPr lang="en-US" dirty="0"/>
              <a:t>Standardize mapping &amp; transformations</a:t>
            </a:r>
          </a:p>
          <a:p>
            <a:r>
              <a:rPr lang="en-US" dirty="0"/>
              <a:t>Use ML to interpret signals</a:t>
            </a:r>
          </a:p>
          <a:p>
            <a:r>
              <a:rPr lang="en-US" dirty="0"/>
              <a:t>Validate and monitor frequently</a:t>
            </a:r>
          </a:p>
          <a:p>
            <a:r>
              <a:rPr lang="en-US"/>
              <a:t>Align planning teams with real-time insights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345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Demand Signal Integration </vt:lpstr>
      <vt:lpstr>What Are Demand Signals?</vt:lpstr>
      <vt:lpstr>Why Demand Signal Integration Matters </vt:lpstr>
      <vt:lpstr>Sources of Demand Signals</vt:lpstr>
      <vt:lpstr>How Demand Signals Flow into Planning Systems </vt:lpstr>
      <vt:lpstr>Signal Processing &amp; Interpretation </vt:lpstr>
      <vt:lpstr>How DSI Improves Forecast Accuracy</vt:lpstr>
      <vt:lpstr>Operational Impact of Demand Signals</vt:lpstr>
      <vt:lpstr>Challenges in Demand Signal Integration </vt:lpstr>
      <vt:lpstr>Summary &amp; 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2025-11-15T07:19:01Z</dcterms:created>
  <dcterms:modified xsi:type="dcterms:W3CDTF">2025-11-15T07:19:08Z</dcterms:modified>
</cp:coreProperties>
</file>