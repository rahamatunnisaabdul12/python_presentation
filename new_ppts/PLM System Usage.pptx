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41C6-37E5-BED4-5E6A-F429831E6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232BE-7E4B-71A0-AD87-5443309B4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C7BF7-5649-A04C-C443-87DB7365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0DAA-74A9-38B5-315A-EFAC72B7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BCFD-9899-4BFE-7BE1-1491F69B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91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D45C-D949-84E3-5294-EBD8D537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DC16B-321E-21AF-D5F9-7CEE84D89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BF58-FCBA-918A-9E00-59CB02B8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1DBC-AF41-92FD-A837-6D7EF271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2596F-1AB1-0B80-5A84-FFF8BECE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3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8327-8A85-23C6-CFB8-E38EC075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EEE0B-550F-0489-E6E8-86A60741B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A7DCE-9C5D-50C4-4EE3-E09E4FEC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07E8C-1A86-4A49-F0EC-F85B40FC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39DFD-4641-B7F9-835A-77CE4E10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61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8BD9-1DBF-F13C-D66F-A959E88D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1536-60CC-04A9-01C0-66E085BE3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CC694-D24D-6F2E-5ACB-48CCC62C1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2E4FF-A4C0-E237-D2CF-5B08B536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39A41-A89B-ADBC-E3C7-7422A4E5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5A899-243B-22CD-BABC-56451107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1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53EE-26E9-05DE-DD16-C44A9CCA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9C5CE-B22C-81CE-B231-C5F860E16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548C2-9A4E-0EAF-6FC5-5BC06BD27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04AB2-B91A-81BA-09CF-B66FC3FAE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1A816-88DB-7D0D-8A31-8E01167D4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B6CCA-F459-CAAE-C10B-F36AA2BB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96867-6AD7-8FD0-4841-A0AF76F7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A7BA8-25CF-26C7-43CA-B6852477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8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8734-35BC-2860-581C-AE09C3E6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D08F9-D0A6-884E-F8BF-BF62271CB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4DEDF-3B9D-C24B-121B-99AE23FA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13FB6-D5E8-2290-053F-BEADC88B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1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D7309-F35C-CEA0-5027-F9B7681D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93D4E-D499-6509-8AFF-8A5C7F1C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5398C-01E9-53A8-8924-E8391D64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4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7B6B-8878-5253-5B9B-571D4831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3BA48-217D-4F17-F939-3CDDB25A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94B85-53C6-8D9E-B0B2-BB6AA57F5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B7434-12B6-F036-AFE4-7BB51CC2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E67E1-0166-9C1F-E6BE-0CF2E7DD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AEB0D-95A6-5E15-756D-E63AFD30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44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44EC-9C24-6CE1-FC18-30659493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23453-BD5C-CB54-2A25-5B402B3EF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0493-1AD8-B6BF-955A-775891FB0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DC69A-1F8A-3A49-2A65-3C6C7C20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D0284-0072-B18B-5392-EADFB28B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5A270-5BFB-72A3-B334-753A65A3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53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3F84-C413-6056-BB0A-85B844DD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EBF9B-FF18-4489-E601-44EA73EB9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918CA-A876-09C1-3068-20C0E771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9E9F9-ACEB-3331-8F5D-234A7579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9A960-42B6-E352-2C60-D8C58B45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6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3A15A-4C87-9526-F312-9E21DFAC7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3630C-BDF8-5118-A943-00F8ED29E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3C8B-4DB8-3CCE-6921-A4612821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462A6-BBDD-2592-EB9D-C8547308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1DF54-1FDC-95D1-43C7-E7760EDF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98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E282D-5BA4-8199-BC71-87C5576A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51123-C7F5-342D-2721-576ECF8D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CECF-C0B4-8434-0C20-40F3C6F7A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EB460-08E2-43B4-8553-28680AC9246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1E0F4-A934-D972-B459-490617BBB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7FEE-62C5-25E2-C520-6CDCA0661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FAF70-FF78-4FC8-9ADD-3812C7685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FE6-5611-7031-F653-6E3F7EBD4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232" y="0"/>
            <a:ext cx="9817768" cy="2261937"/>
          </a:xfrm>
        </p:spPr>
        <p:txBody>
          <a:bodyPr/>
          <a:lstStyle/>
          <a:p>
            <a:r>
              <a:rPr lang="en-IN" b="1" dirty="0"/>
              <a:t>PLM System Usage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481A8-93F7-1726-59DB-B5EB56257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1" y="1860883"/>
            <a:ext cx="10363200" cy="439553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Introduction: What is a PLM System?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stands for </a:t>
            </a:r>
            <a:r>
              <a:rPr lang="en-US" b="1" dirty="0"/>
              <a:t>Product Lifecycle Management</a:t>
            </a:r>
            <a:r>
              <a:rPr lang="en-US" dirty="0"/>
              <a:t> — a framework and software system that manages a product’s data, processes, and lifecycle from design to retirement.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ensures product data consistency, version control, and collaboration between engineering, procurement, and manufacturing.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Integrates design files, BOMs (Bill of Materials), change requests, and approvals across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34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EFD0-8816-5153-A051-85BF387C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PLM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8BE1-E3D0-3F2E-6FA3-94569263E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connects people, processes, and data around product development.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Improves efficiency, reduces design rework, and ensures compliance with manufacturing standards.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providing a single source of truth for product information and change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53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0F5C-F94D-56C9-03DB-ED13D98C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PLM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F13E7-FC6E-F9D0-4981-C6011A38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1️⃣ Product Data Management (PDM)</a:t>
            </a:r>
            <a:br>
              <a:rPr lang="en-US" dirty="0"/>
            </a:br>
            <a:r>
              <a:rPr lang="en-US" dirty="0"/>
              <a:t>2️⃣ Change Control &amp; Approvals</a:t>
            </a:r>
            <a:br>
              <a:rPr lang="en-US" dirty="0"/>
            </a:br>
            <a:r>
              <a:rPr lang="en-US" dirty="0"/>
              <a:t>3️⃣ BOM (Bill of Materials) Management</a:t>
            </a:r>
            <a:br>
              <a:rPr lang="en-US" dirty="0"/>
            </a:br>
            <a:r>
              <a:rPr lang="en-US" dirty="0"/>
              <a:t>4️⃣ Integration with ERP/SCM Systems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synchronize product specifications with supply chain and production teams.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Automated workflows and version control within the PLM 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25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7C58-E1B4-1BC5-CBFA-5F1092F7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PLM Lifecycle Stages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42673-D08E-BB45-5430-87BF0353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1️⃣ Concept → 2️⃣ Design → 3️⃣ Manufacturing → 4️⃣ Operation → 5️⃣ Retirement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Ensures continuous visibility from idea to delivery.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Each stage captures metadata, documentation, and dependencies in the PLM system.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7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71E2-08B7-8FEB-D4EE-116C63D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with Other Systems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D171F-2E8A-B117-CD6C-058C99ECD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often integrates with ERP (SAP), SCM, and MES (Manufacturing Execution Systems).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ensure product data is reflected accurately across all business platforms.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APIs or ETL pipelines sync product details, revision codes, and BOM updates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07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0B01-DB84-C5D5-8275-705FB777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in PLM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003-8864-C5C1-C044-76DBF51DB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stores structured and unstructured data — CAD files, drawings, test reports, etc.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Centralized storage avoids data silos and duplication.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Version control and role-based access secure sensitive product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7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9F8B-1A73-A39A-E0B8-A4887102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Using PLM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2C02-4735-5C4A-6569-914D164C4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✅ Faster time-to-market</a:t>
            </a:r>
            <a:br>
              <a:rPr lang="en-US" dirty="0"/>
            </a:br>
            <a:r>
              <a:rPr lang="en-US" dirty="0"/>
              <a:t>✅ Improved collaboration</a:t>
            </a:r>
            <a:br>
              <a:rPr lang="en-US" dirty="0"/>
            </a:br>
            <a:r>
              <a:rPr lang="en-US" dirty="0"/>
              <a:t>✅ Stronger compliance and traceability</a:t>
            </a:r>
            <a:br>
              <a:rPr lang="en-US" dirty="0"/>
            </a:br>
            <a:r>
              <a:rPr lang="en-US" dirty="0"/>
              <a:t>✅ Lower design errors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Standardizes product design and release workflows.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Automated approvals, audit trails, and real-time data sharing.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69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D16B-B9AC-754B-9C36-062610A9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PLM in the Supply Chain Context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AF762-BA63-8580-F7BB-199FC7B88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provides engineering data for suppliers and logistics teams.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Aligns design updates with procurement and shipment planning.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Integrates BOMs and component data directly into ERP or warehouse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1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7225-6BA7-2D8B-D428-A3172CFBB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PLM Tools in Industry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01D7A-0C08-EA24-BD99-12B673CF3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dirty="0"/>
              <a:t>Siemens Teamcenter</a:t>
            </a:r>
          </a:p>
          <a:p>
            <a:r>
              <a:rPr lang="en-IN" dirty="0"/>
              <a:t>PTC Windchill</a:t>
            </a:r>
          </a:p>
          <a:p>
            <a:r>
              <a:rPr lang="en-IN" dirty="0"/>
              <a:t>Dassault ENOVIA</a:t>
            </a:r>
          </a:p>
          <a:p>
            <a:r>
              <a:rPr lang="en-IN" dirty="0"/>
              <a:t>Autodesk Fusion Lifecycle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Each tool supports multi-domain collaboration and digital thread integration.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They connect CAD, simulation, and manufacturing data under one platform.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885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BB0F-8299-7083-60BF-346D5BFA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3902-67E5-83ED-78E2-314E5F64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PLM manages the entire product journey from concept to end-of-life.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Centralizes data, boosts collaboration, and supports compliance.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Through workflow automation, integration, and consistent data governance.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05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5A2A-AD30-56E9-7A64-82B5EDEDD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D446-4858-E26E-9C2A-CFF5B00B7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1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PLM System Usage </vt:lpstr>
      <vt:lpstr>Why PLM Matters</vt:lpstr>
      <vt:lpstr>Key Components of a PLM System</vt:lpstr>
      <vt:lpstr>The PLM Lifecycle Stages </vt:lpstr>
      <vt:lpstr>Integration with Other Systems </vt:lpstr>
      <vt:lpstr>Data Management in PLM</vt:lpstr>
      <vt:lpstr>Benefits of Using PLM</vt:lpstr>
      <vt:lpstr>PLM in the Supply Chain Context </vt:lpstr>
      <vt:lpstr>Common PLM Tools in Industry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2025-11-13T05:55:36Z</dcterms:created>
  <dcterms:modified xsi:type="dcterms:W3CDTF">2025-11-13T05:55:45Z</dcterms:modified>
</cp:coreProperties>
</file>