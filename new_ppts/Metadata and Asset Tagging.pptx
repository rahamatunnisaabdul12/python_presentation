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8FC95-1E4D-431D-9119-91EA49A3C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F6E28B-9C83-9526-D463-AD1BC732D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E17A0-85E6-C148-EF6F-B5D70D286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0D2B-27BD-4A3E-81C3-20D4C865D5B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AA16E-B9E0-D740-585E-1AD599C3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E8E87-A3D4-264C-33B3-5A0B6E42C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8501E-C42B-4655-A139-62D2282C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13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23C4C-C7D9-08BA-51EF-706423B2F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87774-CFBB-39F8-626E-448FFBAEC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8F60-7BD2-B6E8-3A52-2EA302957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0D2B-27BD-4A3E-81C3-20D4C865D5B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C9305-8B07-A24F-399C-72EC8FF24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01B50-B17D-1E22-EBDD-721CA42A5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8501E-C42B-4655-A139-62D2282C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568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CEEF5-68E9-0E12-F70C-9B4A3F555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8BE9B-B1B6-C765-3B6F-C376759F1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A1221-625F-FD30-194C-064CBB521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0D2B-27BD-4A3E-81C3-20D4C865D5B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AA9CD-0C30-9E69-0D3D-F4D6D42A2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A38C9-1EAF-7FFB-8201-9FCF84DBA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8501E-C42B-4655-A139-62D2282C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942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BD6AF-FA59-A0A7-6A04-2BA658CAD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671B9-C832-D046-DF9C-510CDE2AAA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87006-1B07-15C8-48E3-A359DB6F0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A9931-747E-8C03-8CED-B781EC3B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0D2B-27BD-4A3E-81C3-20D4C865D5B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6C3A3-B6EA-457D-EC5C-2939C942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D69C5-EA74-C0EE-8885-02400DA7F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8501E-C42B-4655-A139-62D2282C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792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5604E-4119-8F14-C8E9-9303CFF45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9DB32-153C-3601-BBB9-21F74053E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31ED3-943D-64C4-C893-4E56B75CE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3F02E3-7F62-D0BC-4E80-2335D4ABA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9E7B4D-B65E-B26A-E874-8DC90AA88C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6433A1-6164-6AAA-5CE7-91B3CD1C2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0D2B-27BD-4A3E-81C3-20D4C865D5B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0550B1-A8A5-FC6A-D12B-22C8E7884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7324DA-8629-9EA6-0430-5B592AF94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8501E-C42B-4655-A139-62D2282C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680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BB782-A337-B005-6CAF-83B16235B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AC7183-82F4-A266-816B-DDF595F05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0D2B-27BD-4A3E-81C3-20D4C865D5B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48A9ED-9683-9FE1-A48B-A4B7A7D04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29C86-CBB8-DD53-40A1-00F08DF88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8501E-C42B-4655-A139-62D2282C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272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DA50B6-D239-BBC0-BF3D-E3561000B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0D2B-27BD-4A3E-81C3-20D4C865D5B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0A46A6-E6D8-852C-EACE-24D6FD48C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5847C-EA47-22CA-4D72-BED56FC2B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8501E-C42B-4655-A139-62D2282C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696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13C04-88C3-66D8-056C-9504C19B4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8590-E208-F9FF-12FC-79A1D1ABB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F5D56-769D-F266-C958-EDA4E94CF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090CF-2CA4-DE37-DD26-AE65F78CD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0D2B-27BD-4A3E-81C3-20D4C865D5B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323D3-F632-86D8-B3D2-F8CA55B7C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5A60A-F9ED-08DB-BD80-AE2702651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8501E-C42B-4655-A139-62D2282C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338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4CF26-C19D-038E-478F-B50F756E5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5AC7ED-ED06-5B02-5BA3-648722E5BF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43E6F1-A4D7-117E-8E3A-620EB6CD2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67E54-9F9D-14E3-D50E-5805D0208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0D2B-27BD-4A3E-81C3-20D4C865D5B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3F16D6-84C3-158B-F23E-89B735154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BEF41-9A72-CEF2-D304-8694CCDC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8501E-C42B-4655-A139-62D2282C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423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37AD2-AED9-5B0B-BA35-B803D5B80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E9A54A-AF01-225F-6366-3AB2E725E0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80F36-9BC6-CD3A-6461-535A88A1C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0D2B-27BD-4A3E-81C3-20D4C865D5B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C7E01-3883-6A11-1708-53CEE55EB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D5C29-6B93-B40E-DA39-27A20042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8501E-C42B-4655-A139-62D2282C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857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6DE6AC-EC43-C92B-2D2D-850F00300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312F0-A737-CC4C-3C54-EAC06A8EB7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380C8-2423-537F-4447-F11060D62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0D2B-27BD-4A3E-81C3-20D4C865D5B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219E1-2543-EABC-F885-B8F9826A4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3A210-39B3-C92C-169E-69C3B2AD1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8501E-C42B-4655-A139-62D2282C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240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59D115-D99F-FC70-5D58-C0F06736A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CDE67-B69D-5CFE-6D66-572102192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B42D5-52C4-1E07-CB4B-B7CE071780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F0D2B-27BD-4A3E-81C3-20D4C865D5B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DC016-2AC6-6DD4-7811-EBA2AD22F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16786-6216-029F-810C-DF0B16790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A8501E-C42B-4655-A139-62D2282CAC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307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FB20E-3FD9-E7C0-1CB3-C260693EE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7517" y="224589"/>
            <a:ext cx="10090484" cy="1375611"/>
          </a:xfrm>
        </p:spPr>
        <p:txBody>
          <a:bodyPr/>
          <a:lstStyle/>
          <a:p>
            <a:r>
              <a:rPr lang="en-IN" dirty="0"/>
              <a:t>Metadata and Asset Tagging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1F52DC-F8AC-AE34-8847-C3D67B0DB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926" y="1732547"/>
            <a:ext cx="10315074" cy="4900864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Introduction to Metadata and Asset Tagging</a:t>
            </a:r>
          </a:p>
          <a:p>
            <a:pPr algn="l"/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Metadata is “data about data” — it describes the content, source, and purpose of datasets or digital assets.</a:t>
            </a:r>
            <a:br>
              <a:rPr lang="en-US" dirty="0"/>
            </a:br>
            <a:r>
              <a:rPr lang="en-US" dirty="0"/>
              <a:t>Asset tagging involves labeling files, datasets, or resources with identifiers that make them easier to find, manage, and use.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Metadata and tagging bring structure and context, transforming raw data into discoverable, meaningful information.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By automatically or manually assigning descriptive attributes (e.g., file owner, source system, creation date, category, sensitivity).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588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D46AE-3907-4E05-BF41-DD8AB5640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Data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21B9E-6D93-B3D9-6A6D-BE391B718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What:</a:t>
            </a:r>
            <a:br>
              <a:rPr lang="en-IN" dirty="0"/>
            </a:br>
            <a:r>
              <a:rPr lang="en-IN" dirty="0"/>
              <a:t>It represents the stages data goes through — from creation to consumption.</a:t>
            </a:r>
            <a:br>
              <a:rPr lang="en-IN" dirty="0"/>
            </a:br>
            <a:r>
              <a:rPr lang="en-IN" b="1" dirty="0"/>
              <a:t>Why:</a:t>
            </a:r>
            <a:br>
              <a:rPr lang="en-IN" dirty="0"/>
            </a:br>
            <a:r>
              <a:rPr lang="en-IN" dirty="0"/>
              <a:t>Understanding the lifecycle helps design efficient data pipelines and governance frameworks.</a:t>
            </a:r>
            <a:br>
              <a:rPr lang="en-IN" dirty="0"/>
            </a:br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Typical stages include Data Collection → Storage → Processing → Analysis → Visualization → Archival.</a:t>
            </a:r>
          </a:p>
        </p:txBody>
      </p:sp>
    </p:spTree>
    <p:extLst>
      <p:ext uri="{BB962C8B-B14F-4D97-AF65-F5344CB8AC3E}">
        <p14:creationId xmlns:p14="http://schemas.microsoft.com/office/powerpoint/2010/main" val="3198401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FE51A-DF51-BF34-6967-4D561B1E8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 Collection and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E9F6F-6600-6DF3-7E54-7B1A42129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Data is gathered from multiple sources like APIs, sensors, files, and databases.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Accurate data collection ensures a strong foundation for analysis.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systems such as AWS S3, relational databases, or APIs to collect and securely store structured and unstructured data.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79696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7991E-E25D-AA3B-DC3F-328A1B179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 and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18862-B46E-7410-244A-B31AAE206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Data cleaning removes duplicates, fills missing values, and corrects inconsistencies.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Unclean data can mislead analysis and produce incorrect conclusions.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Techniques include handling nulls, fixing data types, and using tools like pandas, Excel Power Query, or AWS Glue </a:t>
            </a:r>
            <a:r>
              <a:rPr lang="en-US" dirty="0" err="1"/>
              <a:t>DataBrew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9597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6401B-46DB-CE21-6A93-E778EBA09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246BF-C1D2-CB68-9425-1A4CD1BCD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Transforming data means converting it into a usable format or structure for analysis.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Different systems and models require data in standardized formats for comparison and computation.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Apply normalization, aggregation, encoding, or merging using ETL processes and scripts.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175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B27AD-6CC2-2293-90E1-6B4FB08A9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Analysis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BD563-82DA-6D3A-DA2E-96680C309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Data analysis is the process of exploring datasets to find patterns, trends, and relationships.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It helps organizations make informed business decisions backed by evidence.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descriptive, diagnostic, and predictive analytical techniques depending on the business question.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6682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E0F8-C3A7-4AA8-42BC-0411592FB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and Analytical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A7953-DF63-1B0B-548E-778C97E24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These are mathematical techniques used to understand data characteristics.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Statistical models help quantify uncertainty and relationships between variables.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Apply methods like correlation, regression, hypothesis testing, or clustering to interpret data accurately.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0437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31F6F-D3A9-D97D-6D99-39E65B194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and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0B38F-5E49-E716-7FE4-50FDC6CB4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Common tools include Python (pandas, NumPy), R, SQL, Power BI, Tableau, and AWS Athena.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They make data analysis faster, more repeatable, and easier to visualize.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Integrate these tools with ETL pipelines or databases for end-to-end automation and dashboarding.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6046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A4976-E05F-1D46-F6C9-44EA93669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in Data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F7BEC-95EE-279F-8B0E-83274D7B6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Typical challenges include inconsistent formats, missing data, and large data volumes.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Such issues slow down analysis and can affect accuracy.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Adopt standard data formats (like Parquet or CSV), perform validation checks, and use scalable systems like Spark for big data.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7702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23074-4F67-9C82-83BA-5F9CEA7CB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and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53753-F8F7-2414-564F-9DA5E243E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Data handling and analysis form the backbone of modern decision-making.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Good data practices lead to better forecasting, strategy, and operational efficiency.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Maintain data quality through validation, use version-controlled pipelines, and ensure continuous monitoring with dashboards and audits.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9848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</Words>
  <Application>Microsoft Office PowerPoint</Application>
  <PresentationFormat>Widescreen</PresentationFormat>
  <Paragraphs>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Metadata and Asset Tagging</vt:lpstr>
      <vt:lpstr>The Data Lifecycle</vt:lpstr>
      <vt:lpstr>Data Collection and Storage</vt:lpstr>
      <vt:lpstr>Data Cleaning and Preparation</vt:lpstr>
      <vt:lpstr>Data Transformation</vt:lpstr>
      <vt:lpstr>Data Analysis Basics</vt:lpstr>
      <vt:lpstr>Statistical and Analytical Methods</vt:lpstr>
      <vt:lpstr>Tools and Technologies Used</vt:lpstr>
      <vt:lpstr>Challenges in Data Handling</vt:lpstr>
      <vt:lpstr>Summary and 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2025-11-13T07:31:54Z</dcterms:created>
  <dcterms:modified xsi:type="dcterms:W3CDTF">2025-11-13T07:32:08Z</dcterms:modified>
</cp:coreProperties>
</file>