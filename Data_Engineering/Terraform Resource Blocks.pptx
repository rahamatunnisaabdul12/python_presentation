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A1451-EE04-3607-B824-09DF757F4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ABD8A6-8743-C704-E025-07BF22B0A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3482C-FBF4-CF8E-6DF5-1DF51EA0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53EF5-2462-44B1-8DEA-D6CE2398E5E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32388-59F2-3C4D-1BFF-E6B8386EF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DF652-2A44-8A23-ADD3-E05E6F9CE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9F85-9E4A-4DA4-8E91-50E3EDDC0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000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A8C1-4292-F39B-F3D3-A902EA76F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91DD2-84B2-233D-25A3-C86B1233C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DBF96-E73F-CDFE-E22D-3E05F0805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53EF5-2462-44B1-8DEA-D6CE2398E5E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2033F-73C1-8E8F-B3B1-A7DF80F93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2F09D-4A6A-4276-1E42-EB7D42D5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9F85-9E4A-4DA4-8E91-50E3EDDC0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0901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53305-91DE-84D2-48E2-730E968F2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8BD0C6-FCE2-E27B-3323-88BA7A99C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4E150-8506-C70C-8368-EF46D4B78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53EF5-2462-44B1-8DEA-D6CE2398E5E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F46E3-28CF-AF96-1DB2-C386B80E3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5B717-AF4D-F00F-B2B4-0B6B685E1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9F85-9E4A-4DA4-8E91-50E3EDDC0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73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9D6C2-0659-01C8-FE2D-39CD2BE18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995AB-A2FE-D768-7E2B-2A11621B19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4DE441-C172-A381-8826-C72FEFC91D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A17B6-2D11-02CE-D997-ACDE9C1EB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53EF5-2462-44B1-8DEA-D6CE2398E5E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9F121-0E53-6A94-0AC3-3F73703C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1D91E9-EBAF-D4EB-6820-415A4DFC4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9F85-9E4A-4DA4-8E91-50E3EDDC0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548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44E11-CF91-5B1A-821A-B36AC338E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5F0C9-FA6E-7219-8BF5-AC8BD1CDB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598CE0-1A1E-A193-7447-F76B350F0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D8A137-B719-3B68-02A7-F8703D4B1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E3EF2C-5B36-A92E-0D2B-C5A61D7CCA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9459F3-F8EE-5D51-349B-3613D8EF5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53EF5-2462-44B1-8DEA-D6CE2398E5E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1797F9-D4A1-8EBA-5FD8-386B4AD83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A339E2-73BA-493B-271D-A96AD3DC4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9F85-9E4A-4DA4-8E91-50E3EDDC0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134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A34AA-69F9-C542-58BE-420860ABA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2D236-8817-538B-8E3F-8598188B3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53EF5-2462-44B1-8DEA-D6CE2398E5E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32C4FC-3861-C550-3456-367FB933B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90F743-84F6-8CA9-AB2B-3F6BB96C3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9F85-9E4A-4DA4-8E91-50E3EDDC0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937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593505-17E1-DAD2-61DF-51814CCF7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53EF5-2462-44B1-8DEA-D6CE2398E5E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45BAB2-9F2F-372D-C1B5-5EED979A5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3B7D1-A007-46E4-F5C8-09D1AFFD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9F85-9E4A-4DA4-8E91-50E3EDDC0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899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E86B8-30C5-B64A-33B2-43B7ED215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5BD17-FDB5-C24A-5F29-DFA3C2CCC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EFAB3C-FD06-D3F5-7272-8D2EBA81D5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CA6B01-4203-51BF-34B8-3DBE07340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53EF5-2462-44B1-8DEA-D6CE2398E5E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FE7012-F502-5C23-E134-44C42B320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496419-7AF4-5A8D-078B-72070C25C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9F85-9E4A-4DA4-8E91-50E3EDDC0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626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1F7D1-105F-AD82-406A-19ADBDFB2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FC619A-746B-1E03-B956-3EB30FEC57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B198AA-3B24-725C-038B-3AB883FE4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E82CE3-CA26-E039-158C-5F529EF90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53EF5-2462-44B1-8DEA-D6CE2398E5E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01FE6E-5D1C-32B5-B782-10F564B16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79E2C3-837C-8AB0-0461-4B63AA233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9F85-9E4A-4DA4-8E91-50E3EDDC0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288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402ED-3245-2965-13D7-84E2ACA3C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BFA2E1-AC6B-9222-B9FB-BAD491C530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E5240-3272-FD03-FD61-C8C30E5E0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53EF5-2462-44B1-8DEA-D6CE2398E5E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32425-D29B-F6E6-1EEC-BCB044895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AAC90-6934-74CB-FE05-3D078D2CE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9F85-9E4A-4DA4-8E91-50E3EDDC0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474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886FEB-F474-A9B4-B694-58050A38CE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E9F01F-988A-1918-5037-B9244518E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D868B-B3AB-6586-ABD4-63325649A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53EF5-2462-44B1-8DEA-D6CE2398E5E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76A14-3424-5740-E9B8-93B0B2435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A08C6-E3C6-7523-742D-0CE6410C5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9F85-9E4A-4DA4-8E91-50E3EDDC0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724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71E323-B3DD-C6B0-9DB6-347E7B57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D5064-729F-5C7C-B72F-F2B959B56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D1BE2-E96D-220C-19ED-D4AFC54609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53EF5-2462-44B1-8DEA-D6CE2398E5E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F095D-E350-6B71-D6CA-0CB9DBB6D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38C2F-EB66-ED83-1CC5-B629F83179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39F85-9E4A-4DA4-8E91-50E3EDDC0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010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F4A0B-C1A1-68C5-8224-7EB1451786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9179" y="1"/>
            <a:ext cx="10218821" cy="1892968"/>
          </a:xfrm>
        </p:spPr>
        <p:txBody>
          <a:bodyPr/>
          <a:lstStyle/>
          <a:p>
            <a:r>
              <a:rPr lang="en-IN" b="1" dirty="0"/>
              <a:t>Terraform Resource Blocks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5BFCEF-06C2-0703-4E5D-35BF77DFD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884" y="1299411"/>
            <a:ext cx="10331116" cy="3958389"/>
          </a:xfrm>
        </p:spPr>
        <p:txBody>
          <a:bodyPr>
            <a:normAutofit/>
          </a:bodyPr>
          <a:lstStyle/>
          <a:p>
            <a:pPr algn="l"/>
            <a:r>
              <a:rPr lang="en-IN" b="1" dirty="0"/>
              <a:t>What Are Resource Blocks? (WHAT)</a:t>
            </a:r>
          </a:p>
          <a:p>
            <a:pPr algn="l"/>
            <a:r>
              <a:rPr lang="en-IN" dirty="0"/>
              <a:t>A </a:t>
            </a:r>
            <a:r>
              <a:rPr lang="en-IN" b="1" dirty="0"/>
              <a:t>resource block</a:t>
            </a:r>
            <a:r>
              <a:rPr lang="en-IN" dirty="0"/>
              <a:t> is the fundamental Terraform block used to </a:t>
            </a:r>
            <a:r>
              <a:rPr lang="en-IN" b="1" dirty="0"/>
              <a:t>create, update, or delete</a:t>
            </a:r>
            <a:r>
              <a:rPr lang="en-IN" dirty="0"/>
              <a:t> cloud resources.</a:t>
            </a:r>
          </a:p>
          <a:p>
            <a:pPr algn="l"/>
            <a:r>
              <a:rPr lang="en-IN" dirty="0"/>
              <a:t>Defines actual infrastructure items like EC2 instances, S3 buckets, VPCs, IAM roles, etc.</a:t>
            </a:r>
          </a:p>
          <a:p>
            <a:pPr algn="l"/>
            <a:r>
              <a:rPr lang="en-IN" dirty="0"/>
              <a:t>Written using resource "&lt;TYPE&gt;" "&lt;NAME&gt;" { ... } format.</a:t>
            </a:r>
          </a:p>
          <a:p>
            <a:pPr algn="l"/>
            <a:r>
              <a:rPr lang="en-IN" dirty="0"/>
              <a:t>Each block represents a single cloud object Terraform manages.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7885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D20F8-8F2A-E7A2-C1A1-AE8F53F5E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Resource Blocks Are Important? (WHY)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72C35-9F8C-C6F2-34A7-2D375AEDF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They define the actual cloud infrastructure Terraform will build.</a:t>
            </a:r>
          </a:p>
          <a:p>
            <a:r>
              <a:rPr lang="en-US" dirty="0"/>
              <a:t>Allow centralized, consistent provisioning of all resources.</a:t>
            </a:r>
          </a:p>
          <a:p>
            <a:r>
              <a:rPr lang="en-US" dirty="0"/>
              <a:t>Reduce manual creation across AWS, Azure, GCP.</a:t>
            </a:r>
          </a:p>
          <a:p>
            <a:r>
              <a:rPr lang="en-US" dirty="0"/>
              <a:t>Enable predictable changes using plan &amp; apply.</a:t>
            </a:r>
          </a:p>
          <a:p>
            <a:r>
              <a:rPr lang="en-US" dirty="0"/>
              <a:t>Form the base of modular and scalable </a:t>
            </a:r>
            <a:r>
              <a:rPr lang="en-US" dirty="0" err="1"/>
              <a:t>IaC</a:t>
            </a:r>
            <a:r>
              <a:rPr lang="en-US" dirty="0"/>
              <a:t> design.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4713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DD22C-F938-59BE-94AD-36D9E673D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Resource Blocks Work (HOW)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4906-1583-37DA-7E86-E9A960C15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Terraform reads resource blocks from .</a:t>
            </a:r>
            <a:r>
              <a:rPr lang="en-IN" dirty="0" err="1"/>
              <a:t>tf</a:t>
            </a:r>
            <a:r>
              <a:rPr lang="en-IN" dirty="0"/>
              <a:t> files.</a:t>
            </a:r>
          </a:p>
          <a:p>
            <a:r>
              <a:rPr lang="en-IN" dirty="0"/>
              <a:t>Builds a dependency graph between resources.</a:t>
            </a:r>
          </a:p>
          <a:p>
            <a:r>
              <a:rPr lang="en-IN" dirty="0"/>
              <a:t>Compares desired state vs actual state.</a:t>
            </a:r>
          </a:p>
          <a:p>
            <a:r>
              <a:rPr lang="en-IN" dirty="0"/>
              <a:t>Uses provider APIs to create/update/delete resources.</a:t>
            </a:r>
          </a:p>
          <a:p>
            <a:r>
              <a:rPr lang="en-IN" dirty="0"/>
              <a:t>Stores info in </a:t>
            </a:r>
            <a:r>
              <a:rPr lang="en-IN" b="1" dirty="0"/>
              <a:t>state file</a:t>
            </a:r>
            <a:r>
              <a:rPr lang="en-IN" dirty="0"/>
              <a:t> for tracking.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4979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07696-B7FD-CBB1-0A5A-9DD574BAD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Resource Block Structure (WHAT)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00739-C312-798F-7AA7-1B1FBF625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Typical structure:</a:t>
            </a:r>
          </a:p>
          <a:p>
            <a:r>
              <a:rPr lang="en-US" b="1" dirty="0"/>
              <a:t>Resource Type:</a:t>
            </a:r>
            <a:r>
              <a:rPr lang="en-US" dirty="0"/>
              <a:t> e.g., </a:t>
            </a:r>
            <a:r>
              <a:rPr lang="en-US" dirty="0" err="1"/>
              <a:t>aws_instance</a:t>
            </a:r>
            <a:r>
              <a:rPr lang="en-US" dirty="0"/>
              <a:t>, aws_s3_bucket</a:t>
            </a:r>
          </a:p>
          <a:p>
            <a:r>
              <a:rPr lang="en-US" b="1" dirty="0"/>
              <a:t>Resource Name:</a:t>
            </a:r>
            <a:r>
              <a:rPr lang="en-US" dirty="0"/>
              <a:t> local name used for referencing</a:t>
            </a:r>
          </a:p>
          <a:p>
            <a:r>
              <a:rPr lang="en-US" b="1" dirty="0"/>
              <a:t>Arguments/Attributes:</a:t>
            </a:r>
            <a:r>
              <a:rPr lang="en-US" dirty="0"/>
              <a:t> configuration like size, tags, network settings</a:t>
            </a:r>
          </a:p>
          <a:p>
            <a:r>
              <a:rPr lang="en-US" b="1" dirty="0"/>
              <a:t>Meta-Arguments:</a:t>
            </a:r>
            <a:endParaRPr lang="en-US" dirty="0"/>
          </a:p>
          <a:p>
            <a:pPr lvl="1"/>
            <a:r>
              <a:rPr lang="en-US" dirty="0" err="1"/>
              <a:t>depends_on</a:t>
            </a:r>
            <a:endParaRPr lang="en-US" dirty="0"/>
          </a:p>
          <a:p>
            <a:pPr lvl="1"/>
            <a:r>
              <a:rPr lang="en-US" dirty="0"/>
              <a:t>count</a:t>
            </a:r>
          </a:p>
          <a:p>
            <a:pPr lvl="1"/>
            <a:r>
              <a:rPr lang="en-US" dirty="0" err="1"/>
              <a:t>for_each</a:t>
            </a:r>
            <a:endParaRPr lang="en-US" dirty="0"/>
          </a:p>
          <a:p>
            <a:pPr lvl="1"/>
            <a:r>
              <a:rPr lang="en-US" dirty="0"/>
              <a:t>lifecycle rules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3578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6EBAA-527C-C809-865D-437AEAB3A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Structure Matters? (WHY)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3EA74-D1A1-7737-77B5-25901DD83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Clean structure makes </a:t>
            </a:r>
            <a:r>
              <a:rPr lang="en-US" dirty="0" err="1"/>
              <a:t>IaC</a:t>
            </a:r>
            <a:r>
              <a:rPr lang="en-US" dirty="0"/>
              <a:t> readable and maintainable.</a:t>
            </a:r>
          </a:p>
          <a:p>
            <a:r>
              <a:rPr lang="en-US" dirty="0"/>
              <a:t>Meta-arguments allow:</a:t>
            </a:r>
          </a:p>
          <a:p>
            <a:pPr lvl="1"/>
            <a:r>
              <a:rPr lang="en-US" dirty="0"/>
              <a:t>Dynamic creation (multiple EC2s)</a:t>
            </a:r>
          </a:p>
          <a:p>
            <a:pPr lvl="1"/>
            <a:r>
              <a:rPr lang="en-US" dirty="0"/>
              <a:t>Explicit dependencies</a:t>
            </a:r>
          </a:p>
          <a:p>
            <a:pPr lvl="1"/>
            <a:r>
              <a:rPr lang="en-US" dirty="0"/>
              <a:t>Preventing accidental deletion</a:t>
            </a:r>
          </a:p>
          <a:p>
            <a:r>
              <a:rPr lang="en-US" dirty="0"/>
              <a:t>Helps large teams collaborate without confusion.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6801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8062D-2E24-5064-0EEF-1C4DB387E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Resources Connect to Other Blocks (HOW)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60A69-1C44-724D-1E8D-1BFE00A88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 outputs, variables, and data sources inside resource blocks.</a:t>
            </a:r>
          </a:p>
          <a:p>
            <a:r>
              <a:rPr lang="en-IN" dirty="0"/>
              <a:t>Reference values dynamically:</a:t>
            </a:r>
          </a:p>
          <a:p>
            <a:pPr lvl="1"/>
            <a:r>
              <a:rPr lang="en-IN" dirty="0"/>
              <a:t>${aws_vpc.main.id}</a:t>
            </a:r>
          </a:p>
          <a:p>
            <a:pPr lvl="1"/>
            <a:r>
              <a:rPr lang="en-IN" dirty="0"/>
              <a:t>${</a:t>
            </a:r>
            <a:r>
              <a:rPr lang="en-IN" dirty="0" err="1"/>
              <a:t>var.instance_type</a:t>
            </a:r>
            <a:r>
              <a:rPr lang="en-IN" dirty="0"/>
              <a:t>}</a:t>
            </a:r>
          </a:p>
          <a:p>
            <a:r>
              <a:rPr lang="en-IN" dirty="0"/>
              <a:t>Enables modular architecture across environments.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7845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1DA47-3941-A1EE-6350-686FFBD05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Real Use Cases (WHAT)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BAE5C-8C0C-8C50-F1DD-62D0E3694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Create an S3 bucket for storage.</a:t>
            </a:r>
          </a:p>
          <a:p>
            <a:r>
              <a:rPr lang="en-IN" dirty="0"/>
              <a:t>Deploy an EC2 instance for applications.</a:t>
            </a:r>
          </a:p>
          <a:p>
            <a:r>
              <a:rPr lang="en-IN" dirty="0"/>
              <a:t>Build a VPC with subnets, route tables, NAT gateways.</a:t>
            </a:r>
          </a:p>
          <a:p>
            <a:r>
              <a:rPr lang="en-IN" dirty="0"/>
              <a:t>Configure IAM roles and policies.</a:t>
            </a:r>
          </a:p>
          <a:p>
            <a:r>
              <a:rPr lang="en-IN" dirty="0"/>
              <a:t>Provision RDS databases, EKS clusters, and Lambda functions.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0668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90411-247F-A35F-D862-C417600F5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Benefits of Resource Blocks (WHY)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E1330-04F3-EAE7-66CB-2313B4810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Consistent deployments with no manual steps.</a:t>
            </a:r>
          </a:p>
          <a:p>
            <a:r>
              <a:rPr lang="en-US" dirty="0"/>
              <a:t>Clear representation of infrastructure.</a:t>
            </a:r>
          </a:p>
          <a:p>
            <a:r>
              <a:rPr lang="en-US" dirty="0"/>
              <a:t>Easy modification and tracking via Git.</a:t>
            </a:r>
          </a:p>
          <a:p>
            <a:r>
              <a:rPr lang="en-US" dirty="0"/>
              <a:t>Automated provisioning and scaling.</a:t>
            </a:r>
          </a:p>
          <a:p>
            <a:r>
              <a:rPr lang="en-US" dirty="0"/>
              <a:t>Supports multi-cloud infrastructure.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0670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F6B7A-10D0-E557-87C0-1CE6B7B34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53848-722E-5DD2-52C4-89E015407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Resource blocks are the heart of Terraform—defining the actual infrastructure.</a:t>
            </a:r>
          </a:p>
          <a:p>
            <a:r>
              <a:rPr lang="en-US" dirty="0"/>
              <a:t>Enable scalable, reproducible, and automated provisioning.</a:t>
            </a:r>
          </a:p>
          <a:p>
            <a:r>
              <a:rPr lang="en-US" dirty="0"/>
              <a:t>Work with providers, variables, outputs, and data sources for complete </a:t>
            </a:r>
            <a:r>
              <a:rPr lang="en-US" dirty="0" err="1"/>
              <a:t>IaC</a:t>
            </a:r>
            <a:r>
              <a:rPr lang="en-US"/>
              <a:t>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887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442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Terraform Resource Blocks </vt:lpstr>
      <vt:lpstr>Why Resource Blocks Are Important? (WHY)</vt:lpstr>
      <vt:lpstr>How Resource Blocks Work (HOW)</vt:lpstr>
      <vt:lpstr>Resource Block Structure (WHAT)</vt:lpstr>
      <vt:lpstr>Why Structure Matters? (WHY) </vt:lpstr>
      <vt:lpstr>How Resources Connect to Other Blocks (HOW)</vt:lpstr>
      <vt:lpstr>Real Use Cases (WHAT) </vt:lpstr>
      <vt:lpstr>Benefits of Resource Blocks (WHY) 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2025-11-20T10:32:39Z</dcterms:created>
  <dcterms:modified xsi:type="dcterms:W3CDTF">2025-11-20T10:32:47Z</dcterms:modified>
</cp:coreProperties>
</file>