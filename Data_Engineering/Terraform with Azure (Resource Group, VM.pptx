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C98E-E886-2BF5-EF4B-8DB04F2E1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E0963-EF40-CB7C-C0BB-F0C30120F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5D4A7-D44C-4098-DB0B-40C029D9C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C16C-80B7-4940-8F2B-FD4EDAE0E3D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A83BA-7BD0-B42D-E365-0169F43FB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B3D2B-BC6C-4D9B-3D1F-96A67EF8B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9766-8F41-4DD1-B412-81C3362E4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09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EC65-30FC-4CD3-E197-6C3B3E2C8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A4FB2-AD6C-C5BB-BDF0-B463896E2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058D5-65EB-6BB2-8147-40C5BEF38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C16C-80B7-4940-8F2B-FD4EDAE0E3D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24270-C1A8-BF2B-94EB-F8D3EF81A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B4692-1054-2F87-84EA-98BDD4991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9766-8F41-4DD1-B412-81C3362E4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420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1CA9-8BC1-59C4-8C59-BB0461073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F2009-809C-3454-C765-7725D92A9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EF97C-3869-8555-DAF7-D1286E3AA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C16C-80B7-4940-8F2B-FD4EDAE0E3D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3DC39-57B7-1694-08E4-6FF0382B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6410F-D672-E13C-12E5-7A3300A5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9766-8F41-4DD1-B412-81C3362E4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99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5F96D-3E1D-3AD0-77D9-153CAC38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47AC1-F60D-B7A5-099C-554B36C71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101B6-1393-522C-244C-B0C266C46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8CEB2-71BC-7B6C-4DA7-56F88C36A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C16C-80B7-4940-8F2B-FD4EDAE0E3D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4DED6-B29F-FE7C-FD93-3135928B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AAF3F-3F41-89D2-0A54-D7DC5D89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9766-8F41-4DD1-B412-81C3362E4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44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11C9F-900A-FB8B-FC29-23B572CC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568F9-7851-1A15-1D9D-6E680F97F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23437-9EB3-2B0A-5DBF-732EC4F8B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9C7FF-5B91-CECE-1602-6E64BD917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214C07-DA80-69D0-4923-3DCEBFDDB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9F1391-D274-8540-1C7E-86F8E541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C16C-80B7-4940-8F2B-FD4EDAE0E3D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1D226-9E58-C596-78CF-410066052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120513-59A2-0B7D-FED0-933A7BD3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9766-8F41-4DD1-B412-81C3362E4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44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25F4-B632-3962-6A6C-F68778E89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69381-E101-5288-238B-3B683DE28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C16C-80B7-4940-8F2B-FD4EDAE0E3D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84E74F-1445-09D4-91EA-F4E8C5924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0D110-FCC6-A1D0-FDF0-3835EA4C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9766-8F41-4DD1-B412-81C3362E4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77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B5A54A-0803-F122-8EA7-8D89EDA4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C16C-80B7-4940-8F2B-FD4EDAE0E3D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B231B3-6FB7-B956-A525-2F97069E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D4EEA-7848-6FD6-A879-DE598443B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9766-8F41-4DD1-B412-81C3362E4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898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A931D-16A0-0A14-480D-53DF8F967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D8AA-0EE9-1D8F-64B7-19F04E564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5058B-BCE7-B156-1F9E-01E3302EC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44657-3B0E-1A1F-0AAD-E65971981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C16C-80B7-4940-8F2B-FD4EDAE0E3D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F6A38-9B77-F9ED-6731-BC2B48D8E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B2303-1C08-BC91-4715-D22594E1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9766-8F41-4DD1-B412-81C3362E4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6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7529B-5504-D60A-A294-23345ADA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E5EB63-5CCB-DCAB-F824-4AA612161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EB2F7-9787-8E77-2F0C-32C81027A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838B5-5076-0DC2-2B9A-3FDBD905C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C16C-80B7-4940-8F2B-FD4EDAE0E3D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3B51A-9950-5840-61AD-72C22766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D18F4-7CDA-A7B8-C0AD-4BF638F1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9766-8F41-4DD1-B412-81C3362E4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047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D10AC-02B7-3622-CB7E-6F368247E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7A66CC-BC5B-6F33-AA67-F4D10C35F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4EDAE-9CAE-6270-D3B3-630D60E4B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C16C-80B7-4940-8F2B-FD4EDAE0E3D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CC3EF-A8DC-C039-A844-8DD551534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A2C31-AFF3-D772-4072-CFD82DA1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9766-8F41-4DD1-B412-81C3362E4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63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F313AF-DBF4-243B-DE5C-6ECA18114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B19E8-BF7E-5DD6-1A60-F2867D956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7FC15-2EAE-410A-6DD4-8D4EFC621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C16C-80B7-4940-8F2B-FD4EDAE0E3D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58E59-80F8-6709-4CC9-C4A0AB260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C6370-8B25-2A4D-2F5B-94BFBD4F0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F9766-8F41-4DD1-B412-81C3362E4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9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88BA53-5AF2-5B7F-481A-888408B59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DAF11-E345-F54D-3CB4-376C60B4E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2C57C-C9A1-C8C9-CA05-B7C9D3B79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EC16C-80B7-4940-8F2B-FD4EDAE0E3D3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55676-10D6-3016-9419-DA469F0B1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E129C-F39C-3A26-4489-FC7888FAA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F9766-8F41-4DD1-B412-81C3362E4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719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FD26-D617-7A18-1A7B-F1BDDC91F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990" y="25608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Terraform with Azure (Resource Group, VM, Storage, Network)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FEF06-0310-9497-BDD3-D8EA10DFE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853" y="2870199"/>
            <a:ext cx="9962147" cy="3322053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What Is Terraform for Azure?</a:t>
            </a:r>
          </a:p>
          <a:p>
            <a:pPr algn="l"/>
            <a:r>
              <a:rPr lang="en-IN" dirty="0"/>
              <a:t>Terraform is an </a:t>
            </a:r>
            <a:r>
              <a:rPr lang="en-IN" b="1" dirty="0"/>
              <a:t>Infrastructure as Code (</a:t>
            </a:r>
            <a:r>
              <a:rPr lang="en-IN" b="1" dirty="0" err="1"/>
              <a:t>IaC</a:t>
            </a:r>
            <a:r>
              <a:rPr lang="en-IN" b="1" dirty="0"/>
              <a:t>)</a:t>
            </a:r>
            <a:r>
              <a:rPr lang="en-IN" dirty="0"/>
              <a:t> tool.</a:t>
            </a:r>
          </a:p>
          <a:p>
            <a:pPr algn="l"/>
            <a:r>
              <a:rPr lang="en-IN" dirty="0"/>
              <a:t>Allows defining Azure resources using .</a:t>
            </a:r>
            <a:r>
              <a:rPr lang="en-IN" dirty="0" err="1"/>
              <a:t>tf</a:t>
            </a:r>
            <a:r>
              <a:rPr lang="en-IN" dirty="0"/>
              <a:t> files.</a:t>
            </a:r>
          </a:p>
          <a:p>
            <a:pPr algn="l"/>
            <a:r>
              <a:rPr lang="en-IN" dirty="0"/>
              <a:t>Supports provisioning, modifying, and destroying resources safely.</a:t>
            </a:r>
          </a:p>
          <a:p>
            <a:pPr algn="l"/>
            <a:r>
              <a:rPr lang="en-IN" dirty="0"/>
              <a:t>Works across </a:t>
            </a:r>
            <a:r>
              <a:rPr lang="en-IN" b="1" dirty="0"/>
              <a:t>all Azure services</a:t>
            </a:r>
            <a:r>
              <a:rPr lang="en-IN" dirty="0"/>
              <a:t> (compute, storage, networking, identity).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5600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320D8-E52D-44CF-9CF5-BD9A5CBE1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Terraform with Azure?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C6918-5183-88B1-8935-6C309AD8A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Automates Azure deployments</a:t>
            </a:r>
          </a:p>
          <a:p>
            <a:r>
              <a:rPr lang="en-IN" dirty="0"/>
              <a:t>Eliminates manual portal configuration</a:t>
            </a:r>
          </a:p>
          <a:p>
            <a:r>
              <a:rPr lang="en-IN" dirty="0"/>
              <a:t>Enables </a:t>
            </a:r>
            <a:r>
              <a:rPr lang="en-IN" b="1" dirty="0"/>
              <a:t>version control</a:t>
            </a:r>
            <a:r>
              <a:rPr lang="en-IN" dirty="0"/>
              <a:t> for infrastructure</a:t>
            </a:r>
          </a:p>
          <a:p>
            <a:r>
              <a:rPr lang="en-IN" dirty="0"/>
              <a:t>Supports multiple environments (dev/stage/prod)</a:t>
            </a:r>
          </a:p>
          <a:p>
            <a:r>
              <a:rPr lang="en-IN" dirty="0"/>
              <a:t>Consistent provisioning across teams</a:t>
            </a:r>
          </a:p>
          <a:p>
            <a:r>
              <a:rPr lang="en-IN" dirty="0"/>
              <a:t>Integrates seamlessly with CI/CD pipelines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408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EAF0E-6A19-2294-DB96-0C8EBEA36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Terraform Workflow for Azure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5A154-29BD-B2D5-E23B-8C9493464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Write</a:t>
            </a:r>
            <a:r>
              <a:rPr lang="en-IN" dirty="0"/>
              <a:t> Terraform configuration</a:t>
            </a:r>
          </a:p>
          <a:p>
            <a:r>
              <a:rPr lang="en-IN" b="1" dirty="0"/>
              <a:t>Initialize</a:t>
            </a:r>
            <a:r>
              <a:rPr lang="en-IN" dirty="0"/>
              <a:t> provider (</a:t>
            </a:r>
            <a:r>
              <a:rPr lang="en-IN" dirty="0" err="1"/>
              <a:t>AzureRM</a:t>
            </a:r>
            <a:r>
              <a:rPr lang="en-IN" dirty="0"/>
              <a:t>)</a:t>
            </a:r>
          </a:p>
          <a:p>
            <a:r>
              <a:rPr lang="en-IN" b="1" dirty="0"/>
              <a:t>Plan</a:t>
            </a:r>
            <a:r>
              <a:rPr lang="en-IN" dirty="0"/>
              <a:t> → preview infrastructure changes</a:t>
            </a:r>
          </a:p>
          <a:p>
            <a:r>
              <a:rPr lang="en-IN" b="1" dirty="0"/>
              <a:t>Apply</a:t>
            </a:r>
            <a:r>
              <a:rPr lang="en-IN" dirty="0"/>
              <a:t> → create/update resources</a:t>
            </a:r>
          </a:p>
          <a:p>
            <a:r>
              <a:rPr lang="en-IN" b="1" dirty="0"/>
              <a:t>Store state</a:t>
            </a:r>
            <a:r>
              <a:rPr lang="en-IN" dirty="0"/>
              <a:t> in Azure Storage backend</a:t>
            </a:r>
          </a:p>
          <a:p>
            <a:r>
              <a:rPr lang="en-IN" b="1" dirty="0"/>
              <a:t>Destroy</a:t>
            </a:r>
            <a:r>
              <a:rPr lang="en-IN" dirty="0"/>
              <a:t> if no longer needed</a:t>
            </a:r>
          </a:p>
          <a:p>
            <a:r>
              <a:rPr lang="en-IN" dirty="0"/>
              <a:t>Makes Azure infra </a:t>
            </a:r>
            <a:r>
              <a:rPr lang="en-IN" b="1" dirty="0"/>
              <a:t>predictable &amp; repeatable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714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1FBD3-0EF7-ED9F-7242-C527A594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Resource Group with Terraform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52105-54CF-46E0-C5B5-23E25F73B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What?</a:t>
            </a:r>
          </a:p>
          <a:p>
            <a:r>
              <a:rPr lang="en-US" dirty="0"/>
              <a:t>Logical container for Azure resources.</a:t>
            </a:r>
          </a:p>
          <a:p>
            <a:r>
              <a:rPr lang="en-US" b="1" dirty="0"/>
              <a:t>Why?</a:t>
            </a:r>
          </a:p>
          <a:p>
            <a:r>
              <a:rPr lang="en-US" dirty="0"/>
              <a:t>Organizes resources</a:t>
            </a:r>
          </a:p>
          <a:p>
            <a:r>
              <a:rPr lang="en-US" dirty="0"/>
              <a:t>Manages lifecycle (create/delete as a unit)</a:t>
            </a:r>
          </a:p>
          <a:p>
            <a:r>
              <a:rPr lang="en-US" dirty="0"/>
              <a:t>Required to deploy any Azure service</a:t>
            </a:r>
          </a:p>
          <a:p>
            <a:r>
              <a:rPr lang="en-US" b="1" dirty="0"/>
              <a:t>How?</a:t>
            </a:r>
          </a:p>
          <a:p>
            <a:r>
              <a:rPr lang="en-US" dirty="0"/>
              <a:t>Terraform creates:</a:t>
            </a:r>
          </a:p>
          <a:p>
            <a:r>
              <a:rPr lang="en-US" dirty="0"/>
              <a:t>Resource Group</a:t>
            </a:r>
          </a:p>
          <a:p>
            <a:r>
              <a:rPr lang="en-US" dirty="0"/>
              <a:t>Location</a:t>
            </a:r>
          </a:p>
          <a:p>
            <a:r>
              <a:rPr lang="en-US" dirty="0"/>
              <a:t>Tags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0867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492FC-67BD-EA23-B074-A65AF3AF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Azure Virtual Network (</a:t>
            </a:r>
            <a:r>
              <a:rPr lang="en-IN" b="1" dirty="0" err="1"/>
              <a:t>VNet</a:t>
            </a:r>
            <a:r>
              <a:rPr lang="en-IN" b="1" dirty="0"/>
              <a:t>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42860-7B27-81C6-BEB9-F15961FBD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What?</a:t>
            </a:r>
          </a:p>
          <a:p>
            <a:r>
              <a:rPr lang="en-IN" dirty="0"/>
              <a:t>Azure’s virtual networking environment.</a:t>
            </a:r>
          </a:p>
          <a:p>
            <a:r>
              <a:rPr lang="en-IN" b="1" dirty="0"/>
              <a:t>Why?</a:t>
            </a:r>
          </a:p>
          <a:p>
            <a:r>
              <a:rPr lang="en-IN" dirty="0"/>
              <a:t>Provides isolated network</a:t>
            </a:r>
          </a:p>
          <a:p>
            <a:r>
              <a:rPr lang="en-IN" dirty="0"/>
              <a:t>Connects Azure services securely</a:t>
            </a:r>
          </a:p>
          <a:p>
            <a:r>
              <a:rPr lang="en-IN" dirty="0"/>
              <a:t>Controls routing &amp; subnet access</a:t>
            </a:r>
          </a:p>
          <a:p>
            <a:r>
              <a:rPr lang="en-IN" b="1" dirty="0"/>
              <a:t>How?</a:t>
            </a:r>
          </a:p>
          <a:p>
            <a:r>
              <a:rPr lang="en-IN" dirty="0"/>
              <a:t>Terraform provisions:</a:t>
            </a:r>
          </a:p>
          <a:p>
            <a:r>
              <a:rPr lang="en-IN" dirty="0" err="1"/>
              <a:t>VNet</a:t>
            </a:r>
            <a:endParaRPr lang="en-IN" dirty="0"/>
          </a:p>
          <a:p>
            <a:r>
              <a:rPr lang="en-IN" dirty="0"/>
              <a:t>Subnets</a:t>
            </a:r>
          </a:p>
          <a:p>
            <a:r>
              <a:rPr lang="en-IN" dirty="0"/>
              <a:t>Route tables</a:t>
            </a:r>
          </a:p>
          <a:p>
            <a:r>
              <a:rPr lang="en-IN" dirty="0"/>
              <a:t>Network security groups (NSG)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812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B7B2-282D-F1A4-750E-39C9B006C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Azure Virtual Machine (VM)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D4716-E5D9-632C-2FAB-ADF8741E5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What?</a:t>
            </a:r>
          </a:p>
          <a:p>
            <a:r>
              <a:rPr lang="en-IN" dirty="0"/>
              <a:t>Compute instance running Windows/Linux.</a:t>
            </a:r>
          </a:p>
          <a:p>
            <a:r>
              <a:rPr lang="en-IN" b="1" dirty="0"/>
              <a:t>Why?</a:t>
            </a:r>
          </a:p>
          <a:p>
            <a:r>
              <a:rPr lang="en-IN" dirty="0"/>
              <a:t>Hosts applications</a:t>
            </a:r>
          </a:p>
          <a:p>
            <a:r>
              <a:rPr lang="en-IN" dirty="0"/>
              <a:t>Fully customizable compute environment</a:t>
            </a:r>
          </a:p>
          <a:p>
            <a:r>
              <a:rPr lang="en-IN" b="1" dirty="0"/>
              <a:t>How?</a:t>
            </a:r>
          </a:p>
          <a:p>
            <a:r>
              <a:rPr lang="en-IN" dirty="0"/>
              <a:t>Terraform creates:</a:t>
            </a:r>
          </a:p>
          <a:p>
            <a:r>
              <a:rPr lang="en-IN" dirty="0"/>
              <a:t>VM (size, OS image, disk)</a:t>
            </a:r>
          </a:p>
          <a:p>
            <a:r>
              <a:rPr lang="en-IN" dirty="0"/>
              <a:t>Network interface</a:t>
            </a:r>
          </a:p>
          <a:p>
            <a:r>
              <a:rPr lang="en-IN" dirty="0"/>
              <a:t>Public IP</a:t>
            </a:r>
          </a:p>
          <a:p>
            <a:r>
              <a:rPr lang="en-IN" dirty="0"/>
              <a:t>SSH/RDP access</a:t>
            </a:r>
          </a:p>
          <a:p>
            <a:r>
              <a:rPr lang="en-IN" dirty="0"/>
              <a:t>Bootstrapping scripts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791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F1827-29E4-25D2-DB58-E2742788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Azure Storage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D0192-BB62-8063-A239-27D22EE2E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What?</a:t>
            </a:r>
          </a:p>
          <a:p>
            <a:r>
              <a:rPr lang="en-IN" dirty="0"/>
              <a:t>Secure cloud storage for blobs, files, queues, tables.</a:t>
            </a:r>
          </a:p>
          <a:p>
            <a:r>
              <a:rPr lang="en-IN" b="1" dirty="0"/>
              <a:t>Why?</a:t>
            </a:r>
          </a:p>
          <a:p>
            <a:r>
              <a:rPr lang="en-IN" dirty="0"/>
              <a:t>Ideal for data storage, backups, logs</a:t>
            </a:r>
          </a:p>
          <a:p>
            <a:r>
              <a:rPr lang="en-IN" dirty="0"/>
              <a:t>Required for Terraform </a:t>
            </a:r>
            <a:r>
              <a:rPr lang="en-IN" b="1" dirty="0"/>
              <a:t>remote backend</a:t>
            </a:r>
            <a:endParaRPr lang="en-IN" dirty="0"/>
          </a:p>
          <a:p>
            <a:r>
              <a:rPr lang="en-IN" b="1" dirty="0"/>
              <a:t>How?</a:t>
            </a:r>
          </a:p>
          <a:p>
            <a:r>
              <a:rPr lang="en-IN" dirty="0"/>
              <a:t>Terraform configures:</a:t>
            </a:r>
          </a:p>
          <a:p>
            <a:r>
              <a:rPr lang="en-IN" dirty="0"/>
              <a:t>Storage account</a:t>
            </a:r>
          </a:p>
          <a:p>
            <a:r>
              <a:rPr lang="en-IN" dirty="0"/>
              <a:t>Containers</a:t>
            </a:r>
          </a:p>
          <a:p>
            <a:r>
              <a:rPr lang="en-IN" dirty="0"/>
              <a:t>Replication type</a:t>
            </a:r>
          </a:p>
          <a:p>
            <a:r>
              <a:rPr lang="en-IN" dirty="0"/>
              <a:t>Access tiers</a:t>
            </a:r>
          </a:p>
          <a:p>
            <a:r>
              <a:rPr lang="en-IN" dirty="0"/>
              <a:t>Encryption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7643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CDF90-DB8B-A3F7-06E2-5D8775BC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Azure Authentication for Terraform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853DE-7B16-089C-0C38-48EBE55F0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Terraform supports:</a:t>
            </a:r>
          </a:p>
          <a:p>
            <a:r>
              <a:rPr lang="en-IN" b="1" dirty="0"/>
              <a:t>Service Principal</a:t>
            </a:r>
            <a:r>
              <a:rPr lang="en-IN" dirty="0"/>
              <a:t> (Recommended)</a:t>
            </a:r>
          </a:p>
          <a:p>
            <a:r>
              <a:rPr lang="en-IN" b="1" dirty="0"/>
              <a:t>Managed Identity</a:t>
            </a:r>
            <a:r>
              <a:rPr lang="en-IN" dirty="0"/>
              <a:t> (For Azure-hosted pipelines)</a:t>
            </a:r>
          </a:p>
          <a:p>
            <a:r>
              <a:rPr lang="en-IN" b="1" dirty="0"/>
              <a:t>Azure CLI login</a:t>
            </a:r>
            <a:endParaRPr lang="en-IN" dirty="0"/>
          </a:p>
          <a:p>
            <a:r>
              <a:rPr lang="en-IN" dirty="0"/>
              <a:t>Uses least-privilege IAM model:</a:t>
            </a:r>
          </a:p>
          <a:p>
            <a:r>
              <a:rPr lang="en-IN" dirty="0"/>
              <a:t>Assign minimal roles</a:t>
            </a:r>
          </a:p>
          <a:p>
            <a:r>
              <a:rPr lang="en-IN" dirty="0"/>
              <a:t>Store credentials securely (Key Vault, CI secrets)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437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706A8-9434-8129-B0C2-EE2C1864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9AE0E-E3D7-BF2A-E894-B56D5C3D5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Terraform automates Azure resource creation end-to-end.</a:t>
            </a:r>
          </a:p>
          <a:p>
            <a:r>
              <a:rPr lang="en-IN" dirty="0"/>
              <a:t>Key Azure resources: </a:t>
            </a:r>
            <a:r>
              <a:rPr lang="en-IN" b="1" dirty="0"/>
              <a:t>Resource Group, </a:t>
            </a:r>
            <a:r>
              <a:rPr lang="en-IN" b="1" dirty="0" err="1"/>
              <a:t>VNet</a:t>
            </a:r>
            <a:r>
              <a:rPr lang="en-IN" b="1" dirty="0"/>
              <a:t>, VM, Storage</a:t>
            </a:r>
            <a:r>
              <a:rPr lang="en-IN" dirty="0"/>
              <a:t>.</a:t>
            </a:r>
          </a:p>
          <a:p>
            <a:r>
              <a:rPr lang="en-IN" dirty="0"/>
              <a:t>Provides consistent, version-controlled, scalable infrastructure.</a:t>
            </a:r>
          </a:p>
          <a:p>
            <a:r>
              <a:rPr lang="en-IN"/>
              <a:t>Works seamlessly with Azure DevOps, GitHub Actions, and enterprise CI/CD.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807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 with Azure (Resource Group, VM, Storage, Network) </vt:lpstr>
      <vt:lpstr>Why Use Terraform with Azure?</vt:lpstr>
      <vt:lpstr>Terraform Workflow for Azure </vt:lpstr>
      <vt:lpstr>Azure Resource Group with Terraform</vt:lpstr>
      <vt:lpstr>Azure Virtual Network (VNet) </vt:lpstr>
      <vt:lpstr>Azure Virtual Machine (VM) </vt:lpstr>
      <vt:lpstr>Azure Storage Account</vt:lpstr>
      <vt:lpstr>Azure Authentication for Terraform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2025-11-21T07:34:36Z</dcterms:created>
  <dcterms:modified xsi:type="dcterms:W3CDTF">2025-11-21T07:34:41Z</dcterms:modified>
</cp:coreProperties>
</file>