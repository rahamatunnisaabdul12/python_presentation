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84193-83F6-D9E7-80FD-88C5F5B6C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E35E03-38AE-744F-CD2D-D89FA282D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08602-7D18-376C-FBBA-0C06A3482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549CC-ABBB-4DF0-B53E-A5065635A381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95CB7-2BE7-B6E9-3E3E-08F6991BE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E5B13-387E-332B-0E84-2869C3D4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EE8-C8F3-4E0F-8F30-4A63F5E7D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21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BE229-2B47-4874-7B31-9F99DF6F9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CFE37-818D-450C-4DDD-7D546E037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8241B-3F8A-8CCA-91D4-E691E78D0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549CC-ABBB-4DF0-B53E-A5065635A381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529E2-8849-6FAA-5574-FDD511BDA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78A9C-312E-1DF6-72BE-232322388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EE8-C8F3-4E0F-8F30-4A63F5E7D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2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93C82-60A9-DC5C-ADD2-180420885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2CD96-025E-2CAE-D7B2-A2B03B3C5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CE3D6-0DB5-A29A-8AEC-049134FE3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549CC-ABBB-4DF0-B53E-A5065635A381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B2035-ABFA-8AD3-05C5-519BB9B1E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33444-7139-BA3F-7349-C8A9C0CD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EE8-C8F3-4E0F-8F30-4A63F5E7D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463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3D34F-1FF9-F261-7A47-6B1BD995E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F2F7A-C266-C8A4-5197-C1BEE5B41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65EC5-BBD5-D0D3-3D47-0DFF473A8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4EA2E-122D-0979-F6A1-D09E0B116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549CC-ABBB-4DF0-B53E-A5065635A381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8A8D6-46FE-FCA1-733F-67D0FF14C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7AA2A-9521-E194-4CAC-F0AD459B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EE8-C8F3-4E0F-8F30-4A63F5E7D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57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D4F79-9ADF-1F39-EC57-A37F28F2F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6017C-68D5-3746-E019-0A4D546D5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178AAD-095A-624A-2E68-6658CB4AA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27EB7-8615-9826-E5D9-F307C28128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6DD545-45BF-422E-472E-87EE9F73E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EDB291-B556-49A0-973E-6BF847E46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549CC-ABBB-4DF0-B53E-A5065635A381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194997-11F8-9E91-134C-8B6251633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078083-1601-890B-A49F-FF2D45EC6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EE8-C8F3-4E0F-8F30-4A63F5E7D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51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D79D-C682-2228-631D-26BE28F13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1C0EC7-9BFD-3557-9CF3-A49B1531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549CC-ABBB-4DF0-B53E-A5065635A381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ABFE2-77AC-3ABA-56CC-AA5578C9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D2229E-B912-16E4-F650-D22D60EBB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EE8-C8F3-4E0F-8F30-4A63F5E7D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68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581F35-39E2-0716-13E9-772096F8A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549CC-ABBB-4DF0-B53E-A5065635A381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7E76C0-4DBB-6528-147D-EA91A6258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FD561-1C7C-CABE-F6DB-9B3056FC0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EE8-C8F3-4E0F-8F30-4A63F5E7D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538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5503E-573E-2943-120C-CF69FD2F3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27E15-35AE-6CEC-5D3C-C6569C7E8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DC4255-3C6E-A5E8-EA29-534A813FD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F0661-0862-FD2E-1179-54F008C5A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549CC-ABBB-4DF0-B53E-A5065635A381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A1267-1B99-528A-A768-7AD673CFA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CD86A-3186-3EE3-58EC-1C01847BB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EE8-C8F3-4E0F-8F30-4A63F5E7D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188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3D468-BB86-EF5E-7C23-0A87683C5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24D1E7-B571-A28E-895B-3D6F7EE05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9CA8C-5F52-B589-65EF-AE1D5B3BD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B9B36-3DD8-3867-5ED0-F16F90D4B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549CC-ABBB-4DF0-B53E-A5065635A381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B0CB9-2AC8-3612-5AC1-6DB6D9569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6989F-4C68-FFB2-B609-C293579AA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EE8-C8F3-4E0F-8F30-4A63F5E7D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560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F6D57-E2F4-CD32-0C18-DC4EC10CD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8C712-08E6-B953-7DB1-9D60CFBCA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1CCAA-AE5B-4845-3ABA-ABEFB4407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549CC-ABBB-4DF0-B53E-A5065635A381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72366-36D6-3691-6727-B351EEB39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AA422-FDCE-99EF-4DF5-DFCC656A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EE8-C8F3-4E0F-8F30-4A63F5E7D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078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2D242F-F67B-385E-ED52-20872BD7A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98538-0138-104B-987F-38A2BB7FE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14A64-1D89-D8D7-CC23-522E49EC8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549CC-ABBB-4DF0-B53E-A5065635A381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8AEE7-4E87-A128-BD1A-A7360B6BE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070C6-4694-A74D-8F07-A9EF2D78A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2CEE8-C8F3-4E0F-8F30-4A63F5E7D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727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B3BE4F-0364-DC58-9899-E63832335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266B6-9749-551E-B225-F304DCE89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B20D4-D905-5111-5B85-2EAFEC688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549CC-ABBB-4DF0-B53E-A5065635A381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7C548-B555-6C9E-C8AC-1BF32564D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2D0F1-F3BF-171B-3137-66E7DD9FC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2CEE8-C8F3-4E0F-8F30-4A63F5E7DE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476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318B-3F08-85E5-5CF8-52D15F9C1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49179" y="1"/>
            <a:ext cx="11117179" cy="1812758"/>
          </a:xfrm>
        </p:spPr>
        <p:txBody>
          <a:bodyPr/>
          <a:lstStyle/>
          <a:p>
            <a:r>
              <a:rPr lang="sv-SE" dirty="0"/>
              <a:t>Error Handling &amp; Validation in Terraform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ABE504-22F5-1CB7-000B-53484BCD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812759"/>
            <a:ext cx="10555705" cy="4876799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Error Handling in Terraform?</a:t>
            </a:r>
          </a:p>
          <a:p>
            <a:pPr algn="l"/>
            <a:r>
              <a:rPr lang="en-US" dirty="0"/>
              <a:t>Set of practices used to </a:t>
            </a:r>
            <a:r>
              <a:rPr lang="en-US" b="1" dirty="0"/>
              <a:t>detect</a:t>
            </a:r>
            <a:r>
              <a:rPr lang="en-US" dirty="0"/>
              <a:t>, </a:t>
            </a:r>
            <a:r>
              <a:rPr lang="en-US" b="1" dirty="0"/>
              <a:t>prevent</a:t>
            </a:r>
            <a:r>
              <a:rPr lang="en-US" dirty="0"/>
              <a:t>, and </a:t>
            </a:r>
            <a:r>
              <a:rPr lang="en-US" b="1" dirty="0"/>
              <a:t>respond</a:t>
            </a:r>
            <a:r>
              <a:rPr lang="en-US" dirty="0"/>
              <a:t> to incorrect configurations.</a:t>
            </a:r>
          </a:p>
          <a:p>
            <a:pPr algn="l"/>
            <a:r>
              <a:rPr lang="en-US" dirty="0"/>
              <a:t>Includes:</a:t>
            </a:r>
          </a:p>
          <a:p>
            <a:pPr lvl="1" algn="l"/>
            <a:r>
              <a:rPr lang="en-US" dirty="0"/>
              <a:t>Validation errors</a:t>
            </a:r>
          </a:p>
          <a:p>
            <a:pPr lvl="1" algn="l"/>
            <a:r>
              <a:rPr lang="en-US" dirty="0"/>
              <a:t>Plan/apply failures</a:t>
            </a:r>
          </a:p>
          <a:p>
            <a:pPr lvl="1" algn="l"/>
            <a:r>
              <a:rPr lang="en-US" dirty="0"/>
              <a:t>State issues</a:t>
            </a:r>
          </a:p>
          <a:p>
            <a:pPr lvl="1" algn="l"/>
            <a:r>
              <a:rPr lang="en-US" dirty="0"/>
              <a:t>Provider/API errors</a:t>
            </a:r>
          </a:p>
          <a:p>
            <a:pPr algn="l"/>
            <a:r>
              <a:rPr lang="en-US" dirty="0"/>
              <a:t>Helps maintain stability in cloud deployments.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691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1E5D4-000E-6266-1A00-7B961EFCA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Error Handling Matters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01F2C-1854-DCAA-3850-3EA9ADF76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Prevents incorrect infra creation</a:t>
            </a:r>
          </a:p>
          <a:p>
            <a:r>
              <a:rPr lang="en-IN" dirty="0"/>
              <a:t>Avoids costly cloud mistakes</a:t>
            </a:r>
          </a:p>
          <a:p>
            <a:r>
              <a:rPr lang="en-IN" dirty="0"/>
              <a:t>Protects production environments</a:t>
            </a:r>
          </a:p>
          <a:p>
            <a:r>
              <a:rPr lang="en-IN" dirty="0"/>
              <a:t>Ensures safe automation pipelines</a:t>
            </a:r>
          </a:p>
          <a:p>
            <a:r>
              <a:rPr lang="en-IN" dirty="0"/>
              <a:t>Makes debugging easier and faster</a:t>
            </a:r>
          </a:p>
          <a:p>
            <a:r>
              <a:rPr lang="en-IN" dirty="0"/>
              <a:t>Helps teams maintain consistent standards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6957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9460-DCB9-F7CD-BBA3-9C8D7F443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Terraform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9EC1D-91B8-D09A-0F01-EDD678CB1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Common categories:</a:t>
            </a:r>
          </a:p>
          <a:p>
            <a:r>
              <a:rPr lang="en-IN" b="1" dirty="0"/>
              <a:t>Syntax errors</a:t>
            </a:r>
            <a:r>
              <a:rPr lang="en-IN" dirty="0"/>
              <a:t> (typos, bad formatting)</a:t>
            </a:r>
          </a:p>
          <a:p>
            <a:r>
              <a:rPr lang="en-IN" b="1" dirty="0"/>
              <a:t>Configuration errors</a:t>
            </a:r>
            <a:r>
              <a:rPr lang="en-IN" dirty="0"/>
              <a:t> (wrong variable types, invalid arguments)</a:t>
            </a:r>
          </a:p>
          <a:p>
            <a:r>
              <a:rPr lang="en-IN" b="1" dirty="0"/>
              <a:t>Provider errors</a:t>
            </a:r>
            <a:r>
              <a:rPr lang="en-IN" dirty="0"/>
              <a:t> (AWS/Azure/GCP failures)</a:t>
            </a:r>
          </a:p>
          <a:p>
            <a:r>
              <a:rPr lang="en-IN" b="1" dirty="0"/>
              <a:t>Dependency errors</a:t>
            </a:r>
            <a:r>
              <a:rPr lang="en-IN" dirty="0"/>
              <a:t> (ordering, resources not found)</a:t>
            </a:r>
          </a:p>
          <a:p>
            <a:r>
              <a:rPr lang="en-IN" b="1" dirty="0"/>
              <a:t>State errors</a:t>
            </a:r>
            <a:r>
              <a:rPr lang="en-IN" dirty="0"/>
              <a:t> (locks, corruption)</a:t>
            </a:r>
          </a:p>
          <a:p>
            <a:r>
              <a:rPr lang="en-IN" b="1" dirty="0"/>
              <a:t>Runtime errors</a:t>
            </a:r>
            <a:r>
              <a:rPr lang="en-IN" dirty="0"/>
              <a:t> (timeouts, API limits)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3273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90B34-4C9F-3BE4-960B-0B59FD052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Validation Features in Terraform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E7CF3-F667-076C-F6F5-2886F7F57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Terraform provides built-in checks:</a:t>
            </a:r>
          </a:p>
          <a:p>
            <a:r>
              <a:rPr lang="en-IN" dirty="0"/>
              <a:t>terraform validate</a:t>
            </a:r>
          </a:p>
          <a:p>
            <a:r>
              <a:rPr lang="en-IN" dirty="0"/>
              <a:t>Variable validation rules</a:t>
            </a:r>
          </a:p>
          <a:p>
            <a:r>
              <a:rPr lang="en-IN" dirty="0"/>
              <a:t>Type constraints</a:t>
            </a:r>
          </a:p>
          <a:p>
            <a:r>
              <a:rPr lang="en-IN" dirty="0"/>
              <a:t>Custom validation blocks</a:t>
            </a:r>
          </a:p>
          <a:p>
            <a:r>
              <a:rPr lang="en-IN" dirty="0"/>
              <a:t>Required argument rules</a:t>
            </a:r>
          </a:p>
          <a:p>
            <a:r>
              <a:rPr lang="en-IN" dirty="0"/>
              <a:t>Ensures code correctness before deployment.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5836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25BDF-F5A1-2DBB-C3AC-B667B9E31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Prevention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40E02-511D-BBCA-9CE4-41D67C695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terraform </a:t>
            </a:r>
            <a:r>
              <a:rPr lang="en-US" b="1" dirty="0" err="1"/>
              <a:t>fmt</a:t>
            </a:r>
            <a:r>
              <a:rPr lang="en-US" dirty="0"/>
              <a:t> (format code)</a:t>
            </a:r>
          </a:p>
          <a:p>
            <a:r>
              <a:rPr lang="en-US" dirty="0"/>
              <a:t>Use </a:t>
            </a:r>
            <a:r>
              <a:rPr lang="en-US" b="1" dirty="0"/>
              <a:t>terraform validate</a:t>
            </a:r>
            <a:r>
              <a:rPr lang="en-US" dirty="0"/>
              <a:t> before applying</a:t>
            </a:r>
          </a:p>
          <a:p>
            <a:r>
              <a:rPr lang="en-US" dirty="0"/>
              <a:t>Break infra into </a:t>
            </a:r>
            <a:r>
              <a:rPr lang="en-US" b="1" dirty="0"/>
              <a:t>modules</a:t>
            </a:r>
            <a:endParaRPr lang="en-US" dirty="0"/>
          </a:p>
          <a:p>
            <a:r>
              <a:rPr lang="en-US" dirty="0"/>
              <a:t>Use </a:t>
            </a:r>
            <a:r>
              <a:rPr lang="en-US" b="1" dirty="0"/>
              <a:t>remote state with locking</a:t>
            </a:r>
            <a:endParaRPr lang="en-US" dirty="0"/>
          </a:p>
          <a:p>
            <a:r>
              <a:rPr lang="en-US" dirty="0"/>
              <a:t>Apply changes through CI/CD only</a:t>
            </a:r>
          </a:p>
          <a:p>
            <a:r>
              <a:rPr lang="en-US" dirty="0"/>
              <a:t>Apply strict variable types</a:t>
            </a:r>
          </a:p>
          <a:p>
            <a:r>
              <a:rPr lang="en-US" dirty="0"/>
              <a:t>Enable drift detection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0087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87A35-212E-45C4-A33C-7425450D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Debugging Tools &amp;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A9154-B0A3-9486-9DE5-C9B6BA58B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Terraform supports debugging:</a:t>
            </a:r>
          </a:p>
          <a:p>
            <a:r>
              <a:rPr lang="en-IN" dirty="0"/>
              <a:t>TF_LOG=DEBUG (detailed logs)</a:t>
            </a:r>
          </a:p>
          <a:p>
            <a:r>
              <a:rPr lang="en-IN" dirty="0"/>
              <a:t>TF_LOG_PATH (save logs to file)</a:t>
            </a:r>
          </a:p>
          <a:p>
            <a:r>
              <a:rPr lang="en-IN" dirty="0"/>
              <a:t>terraform plan → inspect errors early</a:t>
            </a:r>
          </a:p>
          <a:p>
            <a:r>
              <a:rPr lang="en-IN" dirty="0"/>
              <a:t>Cloud provider logs (AWS CloudTrail, Azure Activity, GCP Audit Logs)</a:t>
            </a:r>
          </a:p>
          <a:p>
            <a:r>
              <a:rPr lang="en-IN" dirty="0"/>
              <a:t>These help pinpoint misconfigurations quickly.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6309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24B8C-9444-DDEC-0680-155905EEE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CA64A-31C5-DD6E-39B1-F12B17579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Error handling ensures safe, consistent </a:t>
            </a:r>
            <a:r>
              <a:rPr lang="en-IN" dirty="0" err="1"/>
              <a:t>IaC</a:t>
            </a:r>
            <a:r>
              <a:rPr lang="en-IN" dirty="0"/>
              <a:t> deployment.</a:t>
            </a:r>
          </a:p>
          <a:p>
            <a:r>
              <a:rPr lang="en-IN" dirty="0"/>
              <a:t>Validation prevents issues before runtime.</a:t>
            </a:r>
          </a:p>
          <a:p>
            <a:r>
              <a:rPr lang="en-IN" dirty="0"/>
              <a:t>Debugging tools help trace failures.</a:t>
            </a:r>
          </a:p>
          <a:p>
            <a:r>
              <a:rPr lang="en-IN" dirty="0"/>
              <a:t>Best practices (types, modules, CI/CD, remote state) reduce risk.</a:t>
            </a:r>
          </a:p>
          <a:p>
            <a:r>
              <a:rPr lang="en-IN"/>
              <a:t>Strong error management = stable cloud infrastructure.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435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Error Handling &amp; Validation in Terraform</vt:lpstr>
      <vt:lpstr>Why Error Handling Matters </vt:lpstr>
      <vt:lpstr>Types of Terraform Errors</vt:lpstr>
      <vt:lpstr>Validation Features in Terraform</vt:lpstr>
      <vt:lpstr>Error Prevention Techniques</vt:lpstr>
      <vt:lpstr>Debugging Tools &amp; Logging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2025-11-21T08:32:03Z</dcterms:created>
  <dcterms:modified xsi:type="dcterms:W3CDTF">2025-11-21T08:32:10Z</dcterms:modified>
</cp:coreProperties>
</file>