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86DE-C3CB-EE07-8361-21C368DDA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839E7-652F-B056-4BB4-EB81B0E4A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63100-4889-F45A-BB5D-4B907A73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4F8F-5D87-874C-4F69-505278F4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CF3E-EEF7-5165-AE74-DE3FE843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51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A704-4150-084D-C63F-B630C3F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EA20-B255-CC9E-9D93-6541D16C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D240-B460-AF81-27A3-A53CF903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71B2F-0E5B-C48D-C3A7-ED02DC0A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0A1BB-683A-B12E-7944-A00D26CA5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9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51C0-7F33-F0C8-391E-611B0F98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351FD-F6D8-0DE2-5E08-DB8B50E3B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E919C-0320-B7DB-8951-EC5F32C1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117C-2B6D-1EF7-660A-257B2E26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A7E7-6EC5-4D69-045C-D5096F5D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9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E952-E6F0-D74D-B519-1BE082B5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1846E-0E1D-DB75-8739-DA3C7A459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61B3F-125A-30FB-023E-DF4FF9200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10DF5-4284-32BB-63E2-2720E691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56CB3-5946-6826-AE95-2ECAE6275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7D8E1-28B2-F58F-CE3C-5E653021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87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2CD0-51F6-5F56-ACA8-C0BF91EC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9BF0D-88DD-8757-E6AF-574D8CA37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4D0E2-DA2B-8FE4-7E0C-7A5F1C66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C626D-FCB2-3037-FA4B-127672DE6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8D44F-7B26-D66D-D93F-FF6A096B3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D0433-4A14-1EB5-1BB6-9096D66E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CD8ED-02A0-D603-C5CE-40CC708D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3BA98-35A5-D9EC-39F2-E074BF1D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93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D2F6-77CA-99AF-32D3-DE0F1246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207B9-5951-ACA6-1F64-8F2CA4D3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E5F6-487B-00CE-CFCF-49738EA9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52CD9-A50C-7F65-7B93-96E85DA7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3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9217C-CF21-FD1A-8A98-8B462665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A93BB-D8E0-7273-0EC0-0705C539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16AE7-F890-8F21-2B7F-911D1D7A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4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CD68-689D-C00D-B38B-B311412A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45CD3-1411-B17F-8840-A0956F96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48D99-13D7-8EFC-B367-02E5035D5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12C32-E9D3-EA46-E17B-2386222A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6489D-091C-87C5-ECD0-01832555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10C98-9680-80B1-3628-FF77F75C7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0D05-F237-2E57-ED80-F2282511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83D28-E70F-3D13-2892-3D54BC2B0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B84ED-36DA-3627-5CED-8D0D59D9B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EC4AF-0E47-E6F5-8C94-871DFF13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48F72-06D5-5461-F8DA-0F909C58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DFD0D-D23E-4708-A725-141B4116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53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08E4-CCC4-BF84-8F7A-B3B715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2144B-1B59-1E35-7BB3-8C4A89E58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1A9A-66E2-BA49-7BBD-274525BE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A5017-C9B3-8F8C-A603-3A83C73E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B6DF-E418-BCB4-30A8-F51DC393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16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EC17C-49D1-D3B8-1076-1D47454B0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FFB47-8252-043E-65AC-B97353026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840CA-9CF0-D863-0AE1-82C47C7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823F-DAAC-FA8C-1B13-D14A8186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F231-CCB8-26E5-5F90-D00285D8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93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5E3DD-453F-F727-6958-EB53B3DC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A4781-220B-EDC7-9348-9D924E31E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DDA12-1D21-556A-8BA2-52E0D6604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89D65-E180-4745-A84C-4528C27B50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A7DF5-F268-72D0-584A-6ED355BBB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64682-B35A-657E-764A-FD9D628DC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D10EA-AFD6-4C1B-9939-400130C12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6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98DB-30D7-2D5E-2614-A622FA8FF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05" y="0"/>
            <a:ext cx="10475495" cy="2566737"/>
          </a:xfrm>
        </p:spPr>
        <p:txBody>
          <a:bodyPr>
            <a:normAutofit/>
          </a:bodyPr>
          <a:lstStyle/>
          <a:p>
            <a:r>
              <a:rPr lang="en-IN" b="1" dirty="0"/>
              <a:t>Terraform — Dependency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94B91-2B93-9975-3738-B660FEF2C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12758"/>
            <a:ext cx="10668000" cy="344504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Dependency Management?</a:t>
            </a:r>
          </a:p>
          <a:p>
            <a:pPr algn="l"/>
            <a:r>
              <a:rPr lang="en-US" dirty="0"/>
              <a:t>The way Terraform decides </a:t>
            </a:r>
            <a:r>
              <a:rPr lang="en-US" b="1" dirty="0"/>
              <a:t>which resource must be created or destroyed first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Terraform builds a </a:t>
            </a:r>
            <a:r>
              <a:rPr lang="en-US" b="1" dirty="0"/>
              <a:t>dependency graph</a:t>
            </a:r>
            <a:r>
              <a:rPr lang="en-US" dirty="0"/>
              <a:t> for safe and predictable execution.</a:t>
            </a:r>
          </a:p>
          <a:p>
            <a:pPr algn="l"/>
            <a:r>
              <a:rPr lang="en-US" dirty="0"/>
              <a:t>Ensures infrastructure is built in the correct order.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65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609F-6D49-FF02-C9D5-85E16D65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Dependency Management Is Important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CCC2B-A195-E0A0-91D0-40575A3E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Prevents failures (e.g., subnet cannot be created before VPC).</a:t>
            </a:r>
          </a:p>
          <a:p>
            <a:r>
              <a:rPr lang="en-IN" dirty="0"/>
              <a:t>Ensures consistent infrastructure provisioning.</a:t>
            </a:r>
          </a:p>
          <a:p>
            <a:r>
              <a:rPr lang="en-IN" dirty="0"/>
              <a:t>Avoids race conditions during terraform apply.</a:t>
            </a:r>
          </a:p>
          <a:p>
            <a:r>
              <a:rPr lang="en-IN" dirty="0"/>
              <a:t>Helps scale complex </a:t>
            </a:r>
            <a:r>
              <a:rPr lang="en-IN" dirty="0" err="1"/>
              <a:t>IaC</a:t>
            </a:r>
            <a:r>
              <a:rPr lang="en-IN" dirty="0"/>
              <a:t> with many interdependent components.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38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A711-F857-3F34-B331-AF6AD1D2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Terraform Handles Dependencies Automatically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8D8D-2501-E5F2-4540-7478AC2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detects dependencies through</a:t>
            </a:r>
          </a:p>
          <a:p>
            <a:pPr lvl="1"/>
            <a:r>
              <a:rPr lang="en-IN" dirty="0"/>
              <a:t>Resource references (e.g., </a:t>
            </a:r>
            <a:r>
              <a:rPr lang="en-IN" dirty="0" err="1"/>
              <a:t>aws_subnet.vpc_id</a:t>
            </a:r>
            <a:r>
              <a:rPr lang="en-IN" dirty="0"/>
              <a:t> = aws_vpc.main.id)</a:t>
            </a:r>
          </a:p>
          <a:p>
            <a:pPr lvl="1"/>
            <a:r>
              <a:rPr lang="en-IN" dirty="0"/>
              <a:t>Input/Output variables</a:t>
            </a:r>
          </a:p>
          <a:p>
            <a:r>
              <a:rPr lang="en-IN" dirty="0"/>
              <a:t>Builds a </a:t>
            </a:r>
            <a:r>
              <a:rPr lang="en-IN" b="1" dirty="0"/>
              <a:t>directed acyclic graph (DAG)</a:t>
            </a:r>
            <a:r>
              <a:rPr lang="en-IN" dirty="0"/>
              <a:t>.</a:t>
            </a:r>
          </a:p>
          <a:p>
            <a:r>
              <a:rPr lang="en-IN" dirty="0"/>
              <a:t>Executes resources in the correct sequence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83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2629-8A7D-7378-847E-315AF563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Modules &amp; Dependencies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756A3-5A0F-30EA-694E-CD2A2854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have their own internal dependency graph.</a:t>
            </a:r>
          </a:p>
          <a:p>
            <a:r>
              <a:rPr lang="en-US" dirty="0"/>
              <a:t>Dependencies are defined through:</a:t>
            </a:r>
          </a:p>
          <a:p>
            <a:pPr lvl="1"/>
            <a:r>
              <a:rPr lang="en-US" dirty="0"/>
              <a:t>Inputs &amp; outputs</a:t>
            </a:r>
          </a:p>
          <a:p>
            <a:pPr lvl="1"/>
            <a:r>
              <a:rPr lang="en-US" dirty="0"/>
              <a:t>Resource references</a:t>
            </a:r>
          </a:p>
          <a:p>
            <a:r>
              <a:rPr lang="en-US" dirty="0"/>
              <a:t>Ensures modular and reusable infrastructure 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31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7825-9ADA-6056-B253-AD18CC85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5C0FDA-01B5-A57D-0CF2-877ADD8D2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10"/>
            <a:ext cx="748794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dependencies (cleaner code).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depends_on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only when required.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circular dependencies.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large dependencies using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test dependency flow using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terraform plan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9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44A2-E0DF-F9B6-E018-414AD4CC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5E9E-613A-1A65-C924-3727AE55F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Terraform’s</a:t>
            </a:r>
            <a:r>
              <a:rPr lang="en-US" dirty="0"/>
              <a:t> dependency management ensures:</a:t>
            </a:r>
          </a:p>
          <a:p>
            <a:r>
              <a:rPr lang="en-US" dirty="0"/>
              <a:t>Predictable execution</a:t>
            </a:r>
          </a:p>
          <a:p>
            <a:r>
              <a:rPr lang="en-US" dirty="0"/>
              <a:t>Safe orchestration of infrastructure</a:t>
            </a:r>
          </a:p>
          <a:p>
            <a:r>
              <a:rPr lang="en-US" dirty="0"/>
              <a:t>Automatic ordering</a:t>
            </a:r>
          </a:p>
          <a:p>
            <a:r>
              <a:rPr lang="en-US" dirty="0"/>
              <a:t>Fine-grained control when needed</a:t>
            </a:r>
          </a:p>
          <a:p>
            <a:r>
              <a:rPr lang="en-US" dirty="0"/>
              <a:t>A key feature that makes Terraform reliable at scale.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129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Calibri</vt:lpstr>
      <vt:lpstr>Calibri Light</vt:lpstr>
      <vt:lpstr>Office Theme</vt:lpstr>
      <vt:lpstr>Terraform — Dependency Management </vt:lpstr>
      <vt:lpstr>Why Dependency Management Is Important</vt:lpstr>
      <vt:lpstr>How Terraform Handles Dependencies Automatically </vt:lpstr>
      <vt:lpstr>Modules &amp; Dependencies 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2025-11-21T06:51:50Z</dcterms:created>
  <dcterms:modified xsi:type="dcterms:W3CDTF">2025-11-21T06:51:55Z</dcterms:modified>
</cp:coreProperties>
</file>