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AC1C6-C57F-4F84-3C91-2509691B0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6EBD93-1537-1F32-4299-D58A4AC67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B739B-B662-523B-1721-F09EBC70E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C6E0-6677-4527-A5FE-8A8BA7AFAA6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A5B01-5364-3835-56D7-59209D929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6AF38-6760-6E56-72CB-BD65FDF71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C01D3-8882-45E9-97E0-1C25D5D3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415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1DD40-7B0A-DDA3-38CC-C9110B560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10836-6ABA-C4CB-5500-99B10D431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6B1A3-58B6-2601-E1EB-CFE188B3A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C6E0-6677-4527-A5FE-8A8BA7AFAA6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A9C41-C09A-374D-174C-879C989A7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1F56E-F2C0-D5AE-C7DB-A05B9E60A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C01D3-8882-45E9-97E0-1C25D5D3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047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A48B5-14B1-0B1B-1CD3-25CE3CBC1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B93C02-CFA5-7B66-017C-610903BD5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AA425-7950-464D-0181-3A98634B2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C6E0-6677-4527-A5FE-8A8BA7AFAA6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3FD82-D503-6D29-6F7D-0B3D26D98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2E501-EB46-770D-E5E1-D230D95FF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C01D3-8882-45E9-97E0-1C25D5D3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72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D4109-448C-8E99-36AA-D095942C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9A3C2-8F2B-4DAE-21B1-B1A836D8AA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00D77-A7C7-5BD7-9111-7059C6270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6C151-8207-DC5A-4392-5C5903343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C6E0-6677-4527-A5FE-8A8BA7AFAA6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E0A9B-713F-0BFB-BA42-ADB50A69D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AB8AA-6DD5-7538-66BB-83AABE13E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C01D3-8882-45E9-97E0-1C25D5D3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470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23233-6AAF-9894-0087-B9A909B3E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DDD6D-7862-8772-00BD-F2E3E9DCE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78F49-9CE9-2600-6372-358EBE39F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DB2420-B19D-1C3E-AA32-13A7FABAAC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778A6E-1286-72FD-A300-47A8ED03F6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5279D4-9C05-90E2-2B58-EB807EFD9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C6E0-6677-4527-A5FE-8A8BA7AFAA6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F522C1-BDFC-A65D-BA23-3BCAF5E1A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A8044F-2E89-C95A-8CBF-9ED4C217A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C01D3-8882-45E9-97E0-1C25D5D3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113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D094E-F29E-C873-2290-52861F8A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EA5DED-FF13-4D6F-7CA5-CC6703368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C6E0-6677-4527-A5FE-8A8BA7AFAA6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B1988-C4A5-A764-9E7A-8EBEC18B5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9A634A-3939-F6BA-229F-53009F87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C01D3-8882-45E9-97E0-1C25D5D3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925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F57EAE-3F49-0E63-3E50-D24CEFBC6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C6E0-6677-4527-A5FE-8A8BA7AFAA6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68857-ED59-2389-2533-A2446E4E1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97058-AC7E-446D-36AB-AB51F2B44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C01D3-8882-45E9-97E0-1C25D5D3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836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F60C-5E5E-FB9A-50CD-76A1EEBE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55129-FE75-DE5B-7D6B-0C7B1D158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B88174-32EA-A2B7-8B46-3F041A3EA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DB572-3480-463C-7CFF-C8D904D27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C6E0-6677-4527-A5FE-8A8BA7AFAA6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E3E73-9F61-17E4-006C-EEFA26DFB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BC3DB-91EF-A517-202B-7A6E30E0C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C01D3-8882-45E9-97E0-1C25D5D3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711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F4A1A-E759-8400-C916-FA799B413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39C6C6-7682-D39B-647C-7DC8FACDE7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304DD0-1B1E-8766-2ED6-A78B4E087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8ADBF-F7DD-5242-2341-9D4E0667E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C6E0-6677-4527-A5FE-8A8BA7AFAA6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AF8D3-334F-1A13-CB1D-C3F92E00E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DE662-3E3A-B935-0314-68926A0A9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C01D3-8882-45E9-97E0-1C25D5D3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365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37714-54C5-5376-9FD8-ABE30EA70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9702E-ED25-2BF8-3056-EFC26F3D0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00801-5C5B-1922-D795-C0B401E89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C6E0-6677-4527-A5FE-8A8BA7AFAA6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99527-6674-2BD7-C50E-4837E30EF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CAC9F-CC1E-2C97-9BE1-A608A4B5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C01D3-8882-45E9-97E0-1C25D5D3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42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89B221-E2E6-17AC-3CF1-610739350C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851758-2C19-DD7D-98D2-4F446CB32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6D4E7-BD03-08CC-2892-DE290C6D1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C6E0-6677-4527-A5FE-8A8BA7AFAA6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5F3F4-FB66-1E32-A1AB-203481578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D2338-0E27-CDB8-1B35-631B4A0C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C01D3-8882-45E9-97E0-1C25D5D3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26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83F744-A4F9-A359-FF76-B6D9BF46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2ADAB-BE8A-2CC7-1307-0AE8B1EF0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426D6-A6E0-DD92-A878-907AD68C76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7C6E0-6677-4527-A5FE-8A8BA7AFAA6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74B8E-5563-8E50-AB60-7658F8AB25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A2C47-5C9B-BE2F-3BBE-9F0B3E40EA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C01D3-8882-45E9-97E0-1C25D5D3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893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F7103-624F-10A7-ED6D-ED6731EA4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337" y="224589"/>
            <a:ext cx="10539663" cy="1375611"/>
          </a:xfrm>
        </p:spPr>
        <p:txBody>
          <a:bodyPr/>
          <a:lstStyle/>
          <a:p>
            <a:r>
              <a:rPr lang="en-IN" dirty="0"/>
              <a:t>AWS Kinesis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CCDBC0-47FA-AD19-7D08-7433CAA4F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179" y="1600200"/>
            <a:ext cx="10218821" cy="3657600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What is AWS Kinesis? (WHAT)</a:t>
            </a:r>
          </a:p>
          <a:p>
            <a:pPr algn="l"/>
            <a:r>
              <a:rPr lang="en-IN" dirty="0"/>
              <a:t>A fully managed </a:t>
            </a:r>
            <a:r>
              <a:rPr lang="en-IN" b="1" dirty="0"/>
              <a:t>real-time data streaming service</a:t>
            </a:r>
            <a:r>
              <a:rPr lang="en-IN" dirty="0"/>
              <a:t>.</a:t>
            </a:r>
          </a:p>
          <a:p>
            <a:pPr algn="l"/>
            <a:r>
              <a:rPr lang="en-IN" dirty="0"/>
              <a:t>Processes continuous high-volume data from apps, devices, IoT, websites, logs, and sensors.</a:t>
            </a:r>
          </a:p>
          <a:p>
            <a:pPr algn="l"/>
            <a:r>
              <a:rPr lang="en-IN" dirty="0"/>
              <a:t>Includes:</a:t>
            </a:r>
          </a:p>
          <a:p>
            <a:pPr lvl="1" algn="l"/>
            <a:r>
              <a:rPr lang="en-IN" b="1" dirty="0"/>
              <a:t>Kinesis Data Streams (KDS)</a:t>
            </a:r>
            <a:endParaRPr lang="en-IN" dirty="0"/>
          </a:p>
          <a:p>
            <a:pPr lvl="1" algn="l"/>
            <a:r>
              <a:rPr lang="en-IN" b="1" dirty="0"/>
              <a:t>Kinesis Firehose</a:t>
            </a:r>
            <a:endParaRPr lang="en-IN" dirty="0"/>
          </a:p>
          <a:p>
            <a:pPr lvl="1" algn="l"/>
            <a:r>
              <a:rPr lang="en-IN" b="1" dirty="0"/>
              <a:t>Kinesis Data Analytics (KDA)</a:t>
            </a:r>
            <a:endParaRPr lang="en-IN" dirty="0"/>
          </a:p>
          <a:p>
            <a:pPr lvl="1" algn="l"/>
            <a:r>
              <a:rPr lang="en-IN" b="1" dirty="0"/>
              <a:t>Kinesis Video Streams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6461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7F2DB-C581-BFE3-3B40-C4D6964C4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AWS Kinesis? (WHY)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DF9AE-F4D4-3971-5E0E-0B14E70B0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Enables </a:t>
            </a:r>
            <a:r>
              <a:rPr lang="en-IN" b="1" dirty="0"/>
              <a:t>real-time analytics</a:t>
            </a:r>
            <a:r>
              <a:rPr lang="en-IN" dirty="0"/>
              <a:t> (no delay).</a:t>
            </a:r>
          </a:p>
          <a:p>
            <a:r>
              <a:rPr lang="en-IN" dirty="0"/>
              <a:t>Helps respond instantly to events (fraud alerts, dashboards, IoT signals).</a:t>
            </a:r>
          </a:p>
          <a:p>
            <a:r>
              <a:rPr lang="en-IN" dirty="0"/>
              <a:t>Easily handles </a:t>
            </a:r>
            <a:r>
              <a:rPr lang="en-IN" b="1" dirty="0"/>
              <a:t>high-throughput</a:t>
            </a:r>
            <a:r>
              <a:rPr lang="en-IN" dirty="0"/>
              <a:t> data.</a:t>
            </a:r>
          </a:p>
          <a:p>
            <a:r>
              <a:rPr lang="en-IN" b="1" dirty="0"/>
              <a:t>Scalable</a:t>
            </a:r>
            <a:r>
              <a:rPr lang="en-IN" dirty="0"/>
              <a:t>, </a:t>
            </a:r>
            <a:r>
              <a:rPr lang="en-IN" b="1" dirty="0"/>
              <a:t>durable</a:t>
            </a:r>
            <a:r>
              <a:rPr lang="en-IN" dirty="0"/>
              <a:t>, and </a:t>
            </a:r>
            <a:r>
              <a:rPr lang="en-IN" b="1" dirty="0"/>
              <a:t>fault-tolerant</a:t>
            </a:r>
            <a:r>
              <a:rPr lang="en-IN" dirty="0"/>
              <a:t>.</a:t>
            </a:r>
          </a:p>
          <a:p>
            <a:r>
              <a:rPr lang="en-IN" dirty="0"/>
              <a:t>Easy integration with </a:t>
            </a:r>
            <a:r>
              <a:rPr lang="en-IN" b="1" dirty="0"/>
              <a:t>Lambda, S3, Redshift, EMR, Elasticsearch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1715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D2345-9B2B-549F-3AB2-7C74C54B7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We Use Kinesis?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5BBBA-DC74-756F-9D34-8A4BFAAA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Real-time analytics instead of waiting for batch ETL.</a:t>
            </a:r>
          </a:p>
          <a:p>
            <a:r>
              <a:rPr lang="en-IN" dirty="0"/>
              <a:t>Handles massive scalable data streams automatically.</a:t>
            </a:r>
          </a:p>
          <a:p>
            <a:r>
              <a:rPr lang="en-IN" dirty="0"/>
              <a:t>Ideal for dashboards, anomaly detection, monitoring, and ML pipelines.</a:t>
            </a:r>
          </a:p>
          <a:p>
            <a:r>
              <a:rPr lang="en-IN" dirty="0"/>
              <a:t>Reduces ingestion complexity; replaces custom Kafka clusters.</a:t>
            </a:r>
          </a:p>
          <a:p>
            <a:r>
              <a:rPr lang="en-IN" dirty="0"/>
              <a:t>Integrates with S3, Lambda, Redshift, Elasticsearch, EMR, Glue.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5214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6C758-2001-3BF4-EDC4-5DFB1575E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Kinesis Works (HOW)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C6FB3-CFF8-7169-5A41-CD69C7E93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producers send continuous events to Kinesis Stream.</a:t>
            </a:r>
          </a:p>
          <a:p>
            <a:r>
              <a:rPr lang="en-IN" dirty="0"/>
              <a:t>Kinesis stores data across </a:t>
            </a:r>
            <a:r>
              <a:rPr lang="en-IN" b="1" dirty="0"/>
              <a:t>shards</a:t>
            </a:r>
            <a:r>
              <a:rPr lang="en-IN" dirty="0"/>
              <a:t> (parallel ingestion units).</a:t>
            </a:r>
          </a:p>
          <a:p>
            <a:r>
              <a:rPr lang="en-IN" dirty="0"/>
              <a:t>Consumers (Lambda, applications, Firehose, EC2, analytics tools) read &amp; process data.</a:t>
            </a:r>
          </a:p>
          <a:p>
            <a:r>
              <a:rPr lang="en-IN" dirty="0"/>
              <a:t>Data is delivered to S3, Redshift, OpenSearch, or custom apps.</a:t>
            </a:r>
          </a:p>
          <a:p>
            <a:r>
              <a:rPr lang="en-IN" dirty="0"/>
              <a:t>Optional: Real-time SQL analytics using Kinesis Data Analytics.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6564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92542-8C37-0F1F-DF05-1376267A0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 of AWS Kinesis (WHAT)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E76A9-6A5F-3C4E-3A20-B9526826F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Kinesis Data Streams</a:t>
            </a:r>
            <a:r>
              <a:rPr lang="en-IN" dirty="0"/>
              <a:t>: Custom real-time processing (millisecond latency).</a:t>
            </a:r>
          </a:p>
          <a:p>
            <a:r>
              <a:rPr lang="en-IN" b="1" dirty="0"/>
              <a:t>Kinesis Firehose</a:t>
            </a:r>
            <a:r>
              <a:rPr lang="en-IN" dirty="0"/>
              <a:t>: Auto-delivery to S3/Redshift/OpenSearch, no code needed.</a:t>
            </a:r>
          </a:p>
          <a:p>
            <a:r>
              <a:rPr lang="en-IN" b="1" dirty="0"/>
              <a:t>Kinesis Data Analytics</a:t>
            </a:r>
            <a:r>
              <a:rPr lang="en-IN" dirty="0"/>
              <a:t>: SQL-based real-time streaming analytics.</a:t>
            </a:r>
          </a:p>
          <a:p>
            <a:r>
              <a:rPr lang="en-IN" b="1" dirty="0"/>
              <a:t>Kinesis Video Streams</a:t>
            </a:r>
            <a:r>
              <a:rPr lang="en-IN" dirty="0"/>
              <a:t>: Ingests &amp; stores live video streams.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5222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B6BFB-75A2-F4D7-BBB8-865479E6E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Shards Matter (WHY)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0AA81-2301-03D0-D3A3-6DDE251B7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shard gives </a:t>
            </a:r>
            <a:r>
              <a:rPr lang="en-US" b="1" dirty="0"/>
              <a:t>1 MB/s ingest</a:t>
            </a:r>
            <a:r>
              <a:rPr lang="en-US" dirty="0"/>
              <a:t> and </a:t>
            </a:r>
            <a:r>
              <a:rPr lang="en-US" b="1" dirty="0"/>
              <a:t>2 MB/s read</a:t>
            </a:r>
            <a:r>
              <a:rPr lang="en-US" dirty="0"/>
              <a:t> capacity.</a:t>
            </a:r>
          </a:p>
          <a:p>
            <a:r>
              <a:rPr lang="en-US" dirty="0"/>
              <a:t>More shards = higher throughput.</a:t>
            </a:r>
          </a:p>
          <a:p>
            <a:r>
              <a:rPr lang="en-US" dirty="0"/>
              <a:t>Scaling is simple (</a:t>
            </a:r>
            <a:r>
              <a:rPr lang="en-US" dirty="0" err="1"/>
              <a:t>resharding</a:t>
            </a:r>
            <a:r>
              <a:rPr lang="en-US" dirty="0"/>
              <a:t>).</a:t>
            </a:r>
          </a:p>
          <a:p>
            <a:r>
              <a:rPr lang="en-US" dirty="0"/>
              <a:t>Helps control cost +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3821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E7125-81B7-2E58-F390-E67E64247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Optimize Kinesis (HOW)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5434D-30C2-5FC0-4509-B97773A0C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proper shard count based on producer volume.</a:t>
            </a:r>
          </a:p>
          <a:p>
            <a:r>
              <a:rPr lang="en-US" dirty="0"/>
              <a:t>Use partition keys wisely for balanced distribution.</a:t>
            </a:r>
          </a:p>
          <a:p>
            <a:r>
              <a:rPr lang="en-US" dirty="0"/>
              <a:t>Use Firehose for simple pipelines (lower ops).</a:t>
            </a:r>
          </a:p>
          <a:p>
            <a:r>
              <a:rPr lang="en-US" dirty="0"/>
              <a:t>Compress and batch data to reduce cost.</a:t>
            </a:r>
          </a:p>
          <a:p>
            <a:r>
              <a:rPr lang="en-US" dirty="0"/>
              <a:t>Use enhanced fan-out for low-latency multi-consumers.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8128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6D86E-F51F-3C73-9DA0-FC3D2EE4B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Kinesis Use Cases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830AC-0E0F-1075-90DB-337116663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Website clickstream analytics.</a:t>
            </a:r>
          </a:p>
          <a:p>
            <a:r>
              <a:rPr lang="en-IN" dirty="0"/>
              <a:t>Transaction fraud detection.</a:t>
            </a:r>
          </a:p>
          <a:p>
            <a:r>
              <a:rPr lang="en-IN" dirty="0"/>
              <a:t>IoT sensor and device data ingestion.</a:t>
            </a:r>
          </a:p>
          <a:p>
            <a:r>
              <a:rPr lang="en-IN" dirty="0"/>
              <a:t>Application logs and metrics streaming.</a:t>
            </a:r>
          </a:p>
          <a:p>
            <a:r>
              <a:rPr lang="en-IN" dirty="0"/>
              <a:t>Live dashboards &amp; operational monitoring.</a:t>
            </a:r>
          </a:p>
          <a:p>
            <a:r>
              <a:rPr lang="en-IN" dirty="0"/>
              <a:t>ML model real-time feature pipelines.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3351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6FC0-0C3C-8E1B-4A4F-EC82502D9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Benefits of Kinesis (WHY)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F10E-5CDA-0797-C34B-B4F067B9A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Real-time streaming (not batch).</a:t>
            </a:r>
          </a:p>
          <a:p>
            <a:r>
              <a:rPr lang="en-US" dirty="0"/>
              <a:t>Fully managed &amp; auto-scalable.</a:t>
            </a:r>
          </a:p>
          <a:p>
            <a:r>
              <a:rPr lang="en-US" dirty="0"/>
              <a:t>Low latency + high throughput.</a:t>
            </a:r>
          </a:p>
          <a:p>
            <a:r>
              <a:rPr lang="en-US" dirty="0"/>
              <a:t>Integrates with most AWS analytics tools.</a:t>
            </a:r>
          </a:p>
          <a:p>
            <a:r>
              <a:rPr lang="en-US" dirty="0"/>
              <a:t>Reduces infrastructure and operational load.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6609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D80C0-C54E-EAE5-0636-1FE66B114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BABB5-C636-1F39-AD68-DEECD6879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Kinesis enables </a:t>
            </a:r>
            <a:r>
              <a:rPr lang="en-US" b="1" dirty="0"/>
              <a:t>real-time data ingestion &amp; insights</a:t>
            </a:r>
            <a:r>
              <a:rPr lang="en-US" dirty="0"/>
              <a:t>.</a:t>
            </a:r>
          </a:p>
          <a:p>
            <a:r>
              <a:rPr lang="en-US" dirty="0"/>
              <a:t>Four components support stream, delivery, analytics &amp; video.</a:t>
            </a:r>
          </a:p>
          <a:p>
            <a:r>
              <a:rPr lang="en-US" dirty="0"/>
              <a:t>Shards, partition keys, and consumers define performance.</a:t>
            </a:r>
          </a:p>
          <a:p>
            <a:r>
              <a:rPr lang="en-US"/>
              <a:t>Essential for modern real-time pipelines &amp; streaming architectures.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479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AWS Kinesis</vt:lpstr>
      <vt:lpstr>Why Use AWS Kinesis? (WHY)</vt:lpstr>
      <vt:lpstr>Why We Use Kinesis? (WHY) </vt:lpstr>
      <vt:lpstr>How Kinesis Works (HOW)</vt:lpstr>
      <vt:lpstr>Components of AWS Kinesis (WHAT) </vt:lpstr>
      <vt:lpstr>Why Shards Matter (WHY)</vt:lpstr>
      <vt:lpstr>How to Optimize Kinesis (HOW)</vt:lpstr>
      <vt:lpstr>Kinesis Use Cases (WHAT) </vt:lpstr>
      <vt:lpstr>Benefits of Kinesis (WHY)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2025-11-20T06:34:04Z</dcterms:created>
  <dcterms:modified xsi:type="dcterms:W3CDTF">2025-11-20T06:34:11Z</dcterms:modified>
</cp:coreProperties>
</file>