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A028-2407-16CD-8224-227E35583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73B97-FC46-F07A-0312-2E5A5AEE5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A1A62-A767-CFA0-C83B-B7D3660C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0D985-F62D-860E-794C-C61CA89F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83488-3E82-110B-BD29-876A593F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1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4F88F-F4B6-2B62-36A5-7257B8E4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27E8-9C4B-05BD-2773-13D1352A5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A2A94-5DE7-2CFD-BD30-1409C9DD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2C888-2C99-2815-B10A-B53ED4A6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42FA3-F86A-81D2-4147-3CFA4080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7D3A-0F41-0AF8-3E94-017608B6A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E6119-75AC-014E-E33A-ADC59A433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08A0A-08B9-8706-0B4D-4697C519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079B2-D0BA-2DE3-E47A-233EB3D4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B92C3-18A6-F5E7-EA79-5D681696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0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076E1-9882-A836-BA5C-FE09C266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F8BA-35A7-3715-B704-5F208DF05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C8BCD-311A-7D5F-E552-795D3699E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A29F8-3588-1169-D609-9B23510D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E84B6-010D-EB61-7B58-EA058A38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95813-8476-5F56-D248-9542F50E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2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83B0-EB2F-6777-FE84-9C45E7F3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5C11D-A28F-A285-CA10-43D9A67ED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0B9FB-88A6-DACE-F2C5-558C67C86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7233D-15D1-F3DA-0F62-BD6E694C1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C0508-0030-2153-75BD-EFEF815B0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E678E3-F897-1F6D-CC45-BCD78B52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14FB4-7109-8DF3-A4C0-689ADC5A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6E64F-89A8-FE6A-26CB-4E960A0D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8CA0-8323-1FBC-84A8-A1A1A03D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4E22A-9F8B-858F-62CB-270B5BAE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2B701-254F-2C37-2725-57306F6AF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995E1-B0C2-8470-4F66-E740EE9E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2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9FCEE-353B-CE12-6C43-6691764D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DCF46-4722-F92C-A169-5E77840A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196F1-BE8F-D32F-37E9-70FE809D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889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7A78-4CFD-2A43-3FA4-02F7709C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0CB3D-E390-894B-9F66-0ADF0FF5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8B168-7728-C883-1AB8-88A82EC88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58B97-6D46-1EA9-F57D-DBEB7244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47C25-B31B-6730-846B-685F74A1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E9BB7-EFD1-A10C-43DE-02064499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89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8E7B-1127-0B7D-28B3-B83169B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0F218-67F7-407F-9B50-B3A94E0D1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FAEF7-1DB2-4844-AE51-A7CE87D11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3AB99-3B93-4DD7-9CFC-A2314C70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F69C-1B3B-7EBA-5DA3-681F439A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3F613-C8A0-9244-F9F4-FF96D993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1808-2A55-7B92-9876-3CD5FBFC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3F738-10E9-126D-E624-263961B21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72E3-23C3-DB33-8FA9-50203FBE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315C2-5194-AF11-6ED4-5775F9A9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75483-BB69-761D-4FB2-66B8ED80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02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015AF-C33C-ACFB-8BC7-588B6D6E6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649E5-D749-A011-789C-0AE1B8D6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F2D33-D4E9-127B-9AFE-FFD974C4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CA5BF-2B9C-FCC6-862F-C8957EA6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520E1-7DC2-AA3D-F921-748090D4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3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02EB7-AF26-615D-0C55-B4BF23AE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ED2C9-DD40-7192-D4F9-32251E755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9FDF8-C250-2162-CD7E-CEA6C0A6F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B9985-2DA9-4B07-AEC3-867776FDFEE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AA931-B328-96F6-F8EE-3E865083E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B710A-67B9-7B7A-26C2-4D61F9922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36793-57D8-48DE-8017-6A9F35C26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64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DF30-7DD8-9CA9-91A3-53EB5AEFA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10668000" cy="2743200"/>
          </a:xfrm>
        </p:spPr>
        <p:txBody>
          <a:bodyPr>
            <a:normAutofit/>
          </a:bodyPr>
          <a:lstStyle/>
          <a:p>
            <a:r>
              <a:rPr lang="en-US" b="1" dirty="0"/>
              <a:t>Python Programming Tool — Debugging &amp; Exception Handling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63084-D621-E417-9D90-7992FE9E8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421" y="2514600"/>
            <a:ext cx="10507579" cy="2743200"/>
          </a:xfrm>
        </p:spPr>
        <p:txBody>
          <a:bodyPr/>
          <a:lstStyle/>
          <a:p>
            <a:pPr algn="l"/>
            <a:r>
              <a:rPr lang="en-US" b="1" dirty="0"/>
              <a:t>Title</a:t>
            </a:r>
          </a:p>
          <a:p>
            <a:pPr algn="l"/>
            <a:r>
              <a:rPr lang="en-US" b="1" dirty="0"/>
              <a:t>Python Programming Tool — Debugging &amp; Exception Handling</a:t>
            </a:r>
            <a:br>
              <a:rPr lang="en-US" dirty="0"/>
            </a:br>
            <a:r>
              <a:rPr lang="en-US" dirty="0"/>
              <a:t>Finding errors • Handling failures • Writing safe programs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73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53DF-5A01-EDB5-3364-72CF5EFC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Debugging?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E0BE-E461-765F-4898-61DA1BD4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Debugging is the process of identifying, tracing, and fixing errors in code.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Prevents program crashes</a:t>
            </a:r>
          </a:p>
          <a:p>
            <a:r>
              <a:rPr lang="en-US" dirty="0"/>
              <a:t>Ensures reliability</a:t>
            </a:r>
          </a:p>
          <a:p>
            <a:r>
              <a:rPr lang="en-US" dirty="0"/>
              <a:t>Helps understand root causes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print logs, breakpoints, IDE debuggers, and exception messages.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92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F224-B6C0-AE2F-9BD5-49043531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Exceptions?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4CFE8-5A0F-7FCC-7CF4-4BAB73F33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Exceptions are runtime errors that stop program execution.</a:t>
            </a:r>
          </a:p>
          <a:p>
            <a:r>
              <a:rPr lang="en-US" b="1" dirty="0"/>
              <a:t>Common examples:</a:t>
            </a:r>
            <a:endParaRPr lang="en-US" dirty="0"/>
          </a:p>
          <a:p>
            <a:r>
              <a:rPr lang="en-US" dirty="0" err="1"/>
              <a:t>ZeroDivisionError</a:t>
            </a:r>
            <a:endParaRPr lang="en-US" dirty="0"/>
          </a:p>
          <a:p>
            <a:r>
              <a:rPr lang="en-US" dirty="0" err="1"/>
              <a:t>FileNotFoundError</a:t>
            </a:r>
            <a:endParaRPr lang="en-US" dirty="0"/>
          </a:p>
          <a:p>
            <a:r>
              <a:rPr lang="en-US" dirty="0" err="1"/>
              <a:t>KeyError</a:t>
            </a:r>
            <a:endParaRPr lang="en-US" dirty="0"/>
          </a:p>
          <a:p>
            <a:r>
              <a:rPr lang="en-US" dirty="0" err="1"/>
              <a:t>ValueError</a:t>
            </a:r>
            <a:endParaRPr lang="en-US" dirty="0"/>
          </a:p>
          <a:p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prevent unpredictable failures and maintain program 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74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3EBC-8409-DA43-0723-F3B1CBC3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Exception Handling Is Important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52E5-1DFE-45AC-B393-B2407AE6D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Makes applications stable</a:t>
            </a:r>
          </a:p>
          <a:p>
            <a:r>
              <a:rPr lang="en-IN" dirty="0"/>
              <a:t>Avoids crashes in production</a:t>
            </a:r>
          </a:p>
          <a:p>
            <a:r>
              <a:rPr lang="en-IN" dirty="0"/>
              <a:t>Helps capture errors gracefully</a:t>
            </a:r>
          </a:p>
          <a:p>
            <a:r>
              <a:rPr lang="en-IN" dirty="0"/>
              <a:t>Allows retry logic / fallback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Essential for APIs, pipelines, automation scripts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31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0ED92-7DD5-F91C-C862-2D3A036A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try–except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46AE0-59EA-E2B0-5E1C-DC9235DC2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try block:</a:t>
            </a:r>
            <a:r>
              <a:rPr lang="en-US" dirty="0"/>
              <a:t> Code that </a:t>
            </a:r>
            <a:r>
              <a:rPr lang="en-US" i="1" dirty="0"/>
              <a:t>may</a:t>
            </a:r>
            <a:r>
              <a:rPr lang="en-US" dirty="0"/>
              <a:t> cause an error</a:t>
            </a:r>
            <a:br>
              <a:rPr lang="en-US" dirty="0"/>
            </a:br>
            <a:r>
              <a:rPr lang="en-US" b="1" dirty="0"/>
              <a:t>except block:</a:t>
            </a:r>
            <a:r>
              <a:rPr lang="en-US" dirty="0"/>
              <a:t> Code that handles the error</a:t>
            </a:r>
            <a:br>
              <a:rPr lang="en-US" dirty="0"/>
            </a:br>
            <a:r>
              <a:rPr lang="en-US" b="1" dirty="0"/>
              <a:t>finally block:</a:t>
            </a:r>
            <a:r>
              <a:rPr lang="en-US" dirty="0"/>
              <a:t> Always executes (cleanup)</a:t>
            </a:r>
            <a:br>
              <a:rPr lang="en-US" dirty="0"/>
            </a:br>
            <a:r>
              <a:rPr lang="en-US" b="1" dirty="0"/>
              <a:t>else block:</a:t>
            </a:r>
            <a:r>
              <a:rPr lang="en-US" dirty="0"/>
              <a:t> Runs only if no exception occurs</a:t>
            </a:r>
          </a:p>
          <a:p>
            <a:r>
              <a:rPr lang="en-US" dirty="0"/>
              <a:t>Helps separate normal flow from error-handling 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5DFD-AB85-BFF1-BF41-7272A983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57081-B87A-BB10-8F3D-6A45A5D6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Logging records errors and events to a file or console.</a:t>
            </a:r>
          </a:p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Helps trace problems</a:t>
            </a:r>
          </a:p>
          <a:p>
            <a:r>
              <a:rPr lang="en-US" dirty="0"/>
              <a:t>Useful in Data Engineering pipelines</a:t>
            </a:r>
          </a:p>
          <a:p>
            <a:r>
              <a:rPr lang="en-US" dirty="0"/>
              <a:t>Required in production jobs &amp; cloud workflows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Python logging module for levels: INFO, WARNING, ERROR, CRITICAL.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57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27A1-0A37-2E7A-F1C7-32B79476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Debugging Tools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1CB92-0BFA-4378-679C-E7CF2D5E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print() debugging</a:t>
            </a:r>
          </a:p>
          <a:p>
            <a:r>
              <a:rPr lang="en-US" dirty="0"/>
              <a:t>IDE breakpoints (</a:t>
            </a:r>
            <a:r>
              <a:rPr lang="en-US" dirty="0" err="1"/>
              <a:t>VSCode</a:t>
            </a:r>
            <a:r>
              <a:rPr lang="en-US" dirty="0"/>
              <a:t>, PyCharm)</a:t>
            </a:r>
          </a:p>
          <a:p>
            <a:r>
              <a:rPr lang="en-US" dirty="0" err="1"/>
              <a:t>pdb</a:t>
            </a:r>
            <a:r>
              <a:rPr lang="en-US" dirty="0"/>
              <a:t> → built-in Python debugger</a:t>
            </a:r>
          </a:p>
          <a:p>
            <a:r>
              <a:rPr lang="en-US" dirty="0"/>
              <a:t>Step-through execution</a:t>
            </a:r>
          </a:p>
          <a:p>
            <a:r>
              <a:rPr lang="en-US" dirty="0"/>
              <a:t>Variable inspection</a:t>
            </a:r>
          </a:p>
          <a:p>
            <a:r>
              <a:rPr lang="en-US" dirty="0"/>
              <a:t>Stack trace reading</a:t>
            </a:r>
          </a:p>
          <a:p>
            <a:r>
              <a:rPr lang="en-US" b="1" dirty="0"/>
              <a:t>Goal:</a:t>
            </a:r>
            <a:r>
              <a:rPr lang="en-US" dirty="0"/>
              <a:t> Understand program flow and catch the exact failure 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6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0E0D-5322-AF51-536E-DA914BD8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Use Cases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27FC-2B6D-92D0-72B1-CD3476BCC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Pipelines:</a:t>
            </a:r>
            <a:br>
              <a:rPr lang="en-IN" dirty="0"/>
            </a:br>
            <a:r>
              <a:rPr lang="en-IN" dirty="0"/>
              <a:t>Catch missing files, bad JSON, API failures</a:t>
            </a:r>
            <a:br>
              <a:rPr lang="en-IN" dirty="0"/>
            </a:br>
            <a:r>
              <a:rPr lang="en-IN" dirty="0"/>
              <a:t>→ avoid pipeline crashes</a:t>
            </a:r>
          </a:p>
          <a:p>
            <a:r>
              <a:rPr lang="en-IN" b="1" dirty="0"/>
              <a:t>APIs:</a:t>
            </a:r>
            <a:br>
              <a:rPr lang="en-IN" dirty="0"/>
            </a:br>
            <a:r>
              <a:rPr lang="en-IN" dirty="0"/>
              <a:t>Handle 400/500 errors, timeouts</a:t>
            </a:r>
            <a:br>
              <a:rPr lang="en-IN" dirty="0"/>
            </a:br>
            <a:r>
              <a:rPr lang="en-IN" dirty="0"/>
              <a:t>→ return meaningful messages</a:t>
            </a:r>
          </a:p>
          <a:p>
            <a:r>
              <a:rPr lang="en-IN" b="1" dirty="0"/>
              <a:t>Automation:</a:t>
            </a:r>
            <a:br>
              <a:rPr lang="en-IN" dirty="0"/>
            </a:br>
            <a:r>
              <a:rPr lang="en-IN" dirty="0"/>
              <a:t>Retry logic for unstable environments</a:t>
            </a:r>
            <a:br>
              <a:rPr lang="en-IN" dirty="0"/>
            </a:br>
            <a:r>
              <a:rPr lang="en-IN" dirty="0"/>
              <a:t>→ more reliable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46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7F51-385D-839A-92FC-FAC86DBE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B97C-A45A-C767-49E2-FE82AC82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specific exceptions (not blanket except:)</a:t>
            </a:r>
          </a:p>
          <a:p>
            <a:r>
              <a:rPr lang="en-US" dirty="0"/>
              <a:t>Always log errors</a:t>
            </a:r>
          </a:p>
          <a:p>
            <a:r>
              <a:rPr lang="en-US" dirty="0"/>
              <a:t>Use meaningful messages</a:t>
            </a:r>
          </a:p>
          <a:p>
            <a:r>
              <a:rPr lang="en-US" dirty="0"/>
              <a:t>Avoid hiding critical errors</a:t>
            </a:r>
          </a:p>
          <a:p>
            <a:r>
              <a:rPr lang="en-US" dirty="0"/>
              <a:t>Use finally for cleanup (closing files, DB connections)</a:t>
            </a:r>
          </a:p>
          <a:p>
            <a:r>
              <a:rPr lang="en-US" dirty="0"/>
              <a:t>Raise custom exceptions when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47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3ED1-0F66-4030-5817-EC058C52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156C-427E-6E29-62B3-24A3AC719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= finding + fixing errors</a:t>
            </a:r>
          </a:p>
          <a:p>
            <a:r>
              <a:rPr lang="en-US" dirty="0"/>
              <a:t>Exceptions = runtime issues that must be handled</a:t>
            </a:r>
          </a:p>
          <a:p>
            <a:r>
              <a:rPr lang="en-US" dirty="0"/>
              <a:t>try–except makes code safe</a:t>
            </a:r>
          </a:p>
          <a:p>
            <a:r>
              <a:rPr lang="en-US" dirty="0"/>
              <a:t>Logging helps trace problems</a:t>
            </a:r>
          </a:p>
          <a:p>
            <a:r>
              <a:rPr lang="en-US" dirty="0"/>
              <a:t>Strong exception handling is essential for production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60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Programming Tool — Debugging &amp; Exception Handling </vt:lpstr>
      <vt:lpstr>What is Debugging? </vt:lpstr>
      <vt:lpstr>What Are Exceptions? </vt:lpstr>
      <vt:lpstr>Why Exception Handling Is Important </vt:lpstr>
      <vt:lpstr>How try–except Works </vt:lpstr>
      <vt:lpstr>Logging Errors</vt:lpstr>
      <vt:lpstr>Debugging Tools </vt:lpstr>
      <vt:lpstr>Real-World Use Cases </vt:lpstr>
      <vt:lpstr>Best Practices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2025-11-18T12:07:33Z</dcterms:created>
  <dcterms:modified xsi:type="dcterms:W3CDTF">2025-11-18T12:07:38Z</dcterms:modified>
</cp:coreProperties>
</file>