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F13F5-6BFA-B0DB-154D-F481915A9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D4458-B36B-71F5-4383-D5EE37E0B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0DDF8-519C-1B79-B3A9-EDB635CC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C16C9-1828-AC5D-C761-4A697796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07F24-CFFD-16D6-0C3B-1BFEE0AFF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756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EC61-65B3-08C7-D999-11BDBFEF9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8E8B3-458D-C82E-8F2B-CB31F453A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7A057-92B6-2BED-4FF2-07F93E2E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70DB3-DC62-BA65-B611-5A556A6DC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D5F10-3E1B-ECBE-295C-65EAB07A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55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0E889-5E26-6B56-0702-4CC75CF16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5D37C-7E2C-2D16-39EC-6D328A7CD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B7C75-E70C-5C03-2D65-0E396EA2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C2318-6AF5-3323-79A1-9D55CBF4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B5601-65E4-E5E5-FD83-2417EE02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79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D6F8-9102-65A8-A8DE-D023B778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07534-4366-CEC1-D01C-6C8CA645E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3830E-28F8-B7A5-B7AB-FA2510AD3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5247F-139A-E757-AAC0-83B5C3AA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D9D71-27B6-133E-1367-3AF64DBB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75A4A-9B49-E48E-951D-7D756537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77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9998-F01F-129A-753E-EEE1E9FF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21E92-AFFD-A6EB-5845-4A7980CD6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C2FF1-A6EE-A409-0423-9AB4112F2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E8569-26A1-C30C-4955-4F556BAC90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8EADAB-D953-3D3A-D576-27261D38C7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41FABE-0E83-248D-E64E-61D1CD07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E74F-15CF-DF95-BD66-DDFE343A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8A035-3601-AFE8-85D4-1D659CBF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37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B49E-4859-181D-22BA-E6538971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E7D4A-8FD0-B4F0-D8BD-FDE38C11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D888C-01B8-CFAE-456D-7730FF50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00C07-9271-81A9-0507-996E8D6A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144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34C4B8-69D6-16F7-5187-2CABBEC1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A776F-E57D-384C-A784-3C78380E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7E332-64BE-B692-291F-61BF2D23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49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B28A-7A4F-49E1-D6D5-D52A0B90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BBC0D-B15D-DD67-ECA3-C411CD4A2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B0F46-F2EB-5B4C-B7F3-9AF106A90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E1E05-4EC5-CB02-2F29-D933E35E4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62DA1-94C7-CB66-00A6-EEA4967F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2A9C1-3B97-7903-90A8-7E32D8C1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385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D0-F949-6BB1-F5A2-3D6CCEE40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6E7D51-CBCC-6716-265D-DCA712775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E7267-1C79-153A-6D5F-D5D34EC7E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D58DB-F0D1-3F76-4AAE-A6977EFDC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712BE-1815-AD97-91DC-E85E027C7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F760E-4959-546C-3F1D-F0EDC7BB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5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2085-2BA7-4BB4-47D3-A62A6F7D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A9048-D0F0-1C1B-C97B-13F11C37F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7726-F8A3-0E4B-9282-CCAE2577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B22B9-97DD-747D-FF54-4DF85973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52D9-7325-1299-5C2D-605C99A8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716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4B35D-F4DE-7C57-0609-E65093E3A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BB3CD-BCAE-C9F2-56D2-0AFBDBC3C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AEC92-6933-46B4-A0EA-B6F994A1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36BAF-9A00-921E-F29F-085F8B04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4D583-89CF-A46E-A45C-113282DF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45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5F230-0F7E-4D61-45D0-89B0B26A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BFB63-91DB-A791-A96F-9085E18E2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E23AC-15AD-FDAA-83A0-F57F6FF01B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A9DE9-79F1-433B-8FC9-E4034D79966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3942E-B979-7B9E-D7B7-DF6BC4AA0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12B3F-8E90-BC78-D572-3FFEA7C91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24BBA-80C1-4222-9641-93F99B8D08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83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954A-441C-62E6-6EF7-E1FB74811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442" y="1"/>
            <a:ext cx="9737559" cy="178067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Terraform Configuration Files (.</a:t>
            </a:r>
            <a:r>
              <a:rPr lang="en-IN" b="1" dirty="0" err="1"/>
              <a:t>tf</a:t>
            </a:r>
            <a:r>
              <a:rPr lang="en-IN" b="1" dirty="0"/>
              <a:t>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F73FC-3B95-F8BD-DB13-2E1446B22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441" y="1780674"/>
            <a:ext cx="9737559" cy="3477126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Are .</a:t>
            </a:r>
            <a:r>
              <a:rPr lang="en-IN" b="1" dirty="0" err="1"/>
              <a:t>tf</a:t>
            </a:r>
            <a:r>
              <a:rPr lang="en-IN" b="1" dirty="0"/>
              <a:t> Files? (WHAT)</a:t>
            </a:r>
          </a:p>
          <a:p>
            <a:pPr algn="l"/>
            <a:r>
              <a:rPr lang="en-IN" dirty="0"/>
              <a:t>.</a:t>
            </a:r>
            <a:r>
              <a:rPr lang="en-IN" dirty="0" err="1"/>
              <a:t>tf</a:t>
            </a:r>
            <a:r>
              <a:rPr lang="en-IN" dirty="0"/>
              <a:t> files are </a:t>
            </a:r>
            <a:r>
              <a:rPr lang="en-IN" b="1" dirty="0" err="1"/>
              <a:t>Terraform’s</a:t>
            </a:r>
            <a:r>
              <a:rPr lang="en-IN" b="1" dirty="0"/>
              <a:t> declarative configuration files</a:t>
            </a:r>
            <a:r>
              <a:rPr lang="en-IN" dirty="0"/>
              <a:t>.</a:t>
            </a:r>
          </a:p>
          <a:p>
            <a:pPr algn="l"/>
            <a:r>
              <a:rPr lang="en-IN" dirty="0"/>
              <a:t>They define </a:t>
            </a:r>
            <a:r>
              <a:rPr lang="en-IN" b="1" dirty="0"/>
              <a:t>infrastructure resources</a:t>
            </a:r>
            <a:r>
              <a:rPr lang="en-IN" dirty="0"/>
              <a:t>, variables, providers, outputs, and modules.</a:t>
            </a:r>
          </a:p>
          <a:p>
            <a:pPr algn="l"/>
            <a:r>
              <a:rPr lang="en-IN" dirty="0"/>
              <a:t>Written in </a:t>
            </a:r>
            <a:r>
              <a:rPr lang="en-IN" b="1" dirty="0"/>
              <a:t>HCL (</a:t>
            </a:r>
            <a:r>
              <a:rPr lang="en-IN" b="1" dirty="0" err="1"/>
              <a:t>HashiCorp</a:t>
            </a:r>
            <a:r>
              <a:rPr lang="en-IN" b="1" dirty="0"/>
              <a:t> Configuration Language)</a:t>
            </a:r>
            <a:r>
              <a:rPr lang="en-IN" dirty="0"/>
              <a:t>.</a:t>
            </a:r>
          </a:p>
          <a:p>
            <a:pPr algn="l"/>
            <a:r>
              <a:rPr lang="en-IN" dirty="0"/>
              <a:t>Used to describe </a:t>
            </a:r>
            <a:r>
              <a:rPr lang="en-IN" i="1" dirty="0"/>
              <a:t>desired state</a:t>
            </a:r>
            <a:r>
              <a:rPr lang="en-IN" dirty="0"/>
              <a:t> of cloud infrastructure.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691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FA93-F277-2872-2C77-BFAAE91F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.</a:t>
            </a:r>
            <a:r>
              <a:rPr lang="en-US" b="1" dirty="0" err="1"/>
              <a:t>tf</a:t>
            </a:r>
            <a:r>
              <a:rPr lang="en-US" b="1" dirty="0"/>
              <a:t> Files Are Important?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5012A-D5B1-D11B-A7D8-72667B166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 </a:t>
            </a:r>
            <a:r>
              <a:rPr lang="en-US" b="1" dirty="0"/>
              <a:t>Infrastructure as Code</a:t>
            </a:r>
            <a:r>
              <a:rPr lang="en-US" dirty="0"/>
              <a:t>.</a:t>
            </a:r>
          </a:p>
          <a:p>
            <a:r>
              <a:rPr lang="en-US" dirty="0"/>
              <a:t>Make infrastructure repeatable, scalable, and version-controlled.</a:t>
            </a:r>
          </a:p>
          <a:p>
            <a:r>
              <a:rPr lang="en-US" dirty="0"/>
              <a:t>Allow teams to collaborate and review changes through Git.</a:t>
            </a:r>
          </a:p>
          <a:p>
            <a:r>
              <a:rPr lang="en-US" dirty="0"/>
              <a:t>Simplify provisioning of complex environments.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4886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F66A-FD30-941A-C0C7-5D0DDBD3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.</a:t>
            </a:r>
            <a:r>
              <a:rPr lang="en-US" b="1" dirty="0" err="1"/>
              <a:t>tf</a:t>
            </a:r>
            <a:r>
              <a:rPr lang="en-US" b="1" dirty="0"/>
              <a:t> Files Work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928EB-1CE9-47B9-2EBB-1560DFEF6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.</a:t>
            </a:r>
            <a:r>
              <a:rPr lang="en-US" b="1" dirty="0" err="1"/>
              <a:t>tf</a:t>
            </a:r>
            <a:r>
              <a:rPr lang="en-US" b="1" dirty="0"/>
              <a:t> Files Work (HOW)</a:t>
            </a:r>
          </a:p>
          <a:p>
            <a:r>
              <a:rPr lang="en-US" dirty="0"/>
              <a:t>You create .</a:t>
            </a:r>
            <a:r>
              <a:rPr lang="en-US" dirty="0" err="1"/>
              <a:t>tf</a:t>
            </a:r>
            <a:r>
              <a:rPr lang="en-US" dirty="0"/>
              <a:t> files describing resources (e.g., EC2, S3).</a:t>
            </a:r>
          </a:p>
          <a:p>
            <a:r>
              <a:rPr lang="en-US" dirty="0"/>
              <a:t>Terraform reads them during terraform </a:t>
            </a:r>
            <a:r>
              <a:rPr lang="en-US" dirty="0" err="1"/>
              <a:t>init</a:t>
            </a:r>
            <a:r>
              <a:rPr lang="en-US" dirty="0"/>
              <a:t> and terraform plan.</a:t>
            </a:r>
          </a:p>
          <a:p>
            <a:r>
              <a:rPr lang="en-US" dirty="0"/>
              <a:t>It compares current vs desired state.</a:t>
            </a:r>
          </a:p>
          <a:p>
            <a:r>
              <a:rPr lang="en-US" dirty="0"/>
              <a:t>It provisions or updates resources during terraform apply.</a:t>
            </a:r>
          </a:p>
          <a:p>
            <a:r>
              <a:rPr lang="en-US" dirty="0"/>
              <a:t>All changes are tracked in the state file.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09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1F86B-31A3-0C44-4743-596F72CA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Components Inside .</a:t>
            </a:r>
            <a:r>
              <a:rPr lang="en-US" b="1" dirty="0" err="1"/>
              <a:t>tf</a:t>
            </a:r>
            <a:r>
              <a:rPr lang="en-US" b="1" dirty="0"/>
              <a:t> Files (WHAT)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F6224-F2FC-675C-81C3-834681DE3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Provider Block</a:t>
            </a:r>
            <a:r>
              <a:rPr lang="en-IN" dirty="0"/>
              <a:t> → Specifies cloud provider (AWS, Azure, GCP).</a:t>
            </a:r>
          </a:p>
          <a:p>
            <a:r>
              <a:rPr lang="en-IN" b="1" dirty="0"/>
              <a:t>Resource Block</a:t>
            </a:r>
            <a:r>
              <a:rPr lang="en-IN" dirty="0"/>
              <a:t> → Actual cloud service to create.</a:t>
            </a:r>
          </a:p>
          <a:p>
            <a:r>
              <a:rPr lang="en-IN" b="1" dirty="0"/>
              <a:t>Variable Block</a:t>
            </a:r>
            <a:r>
              <a:rPr lang="en-IN" dirty="0"/>
              <a:t> → Dynamic input values.</a:t>
            </a:r>
          </a:p>
          <a:p>
            <a:r>
              <a:rPr lang="en-IN" b="1" dirty="0"/>
              <a:t>Output Block</a:t>
            </a:r>
            <a:r>
              <a:rPr lang="en-IN" dirty="0"/>
              <a:t> → Values shown after deployment.</a:t>
            </a:r>
          </a:p>
          <a:p>
            <a:r>
              <a:rPr lang="en-IN" b="1" dirty="0"/>
              <a:t>Module Block</a:t>
            </a:r>
            <a:r>
              <a:rPr lang="en-IN" dirty="0"/>
              <a:t> → Reusable configurations.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51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CE76-8932-12AC-FB2B-4B4A3029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Terraform Uses HCL (WHY)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3F617A6-F5E4-1A58-B349-6783B70B60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77910"/>
            <a:ext cx="826861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Human-friendly syntax.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read and maintain.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well for large infrastructure projects.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comments, interpolation, and expressions.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both simple and complex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16779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8AEE-F3FC-A1A8-59C0-683DFDDA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Terraform Loads .</a:t>
            </a:r>
            <a:r>
              <a:rPr lang="en-US" b="1" dirty="0" err="1"/>
              <a:t>tf</a:t>
            </a:r>
            <a:r>
              <a:rPr lang="en-US" b="1" dirty="0"/>
              <a:t> Files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13AE-F115-A1CD-187C-613309AB6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reads </a:t>
            </a:r>
            <a:r>
              <a:rPr lang="en-IN" b="1" dirty="0"/>
              <a:t>all .</a:t>
            </a:r>
            <a:r>
              <a:rPr lang="en-IN" b="1" dirty="0" err="1"/>
              <a:t>tf</a:t>
            </a:r>
            <a:r>
              <a:rPr lang="en-IN" b="1" dirty="0"/>
              <a:t> files in the same directory automatically</a:t>
            </a:r>
            <a:r>
              <a:rPr lang="en-IN" dirty="0"/>
              <a:t>.</a:t>
            </a:r>
          </a:p>
          <a:p>
            <a:r>
              <a:rPr lang="en-IN" dirty="0"/>
              <a:t>Order does not matter → Terraform internally merges them.</a:t>
            </a:r>
          </a:p>
          <a:p>
            <a:r>
              <a:rPr lang="en-IN" dirty="0"/>
              <a:t>Recommended file structure:</a:t>
            </a:r>
          </a:p>
          <a:p>
            <a:pPr lvl="1"/>
            <a:r>
              <a:rPr lang="en-IN" dirty="0"/>
              <a:t>provider.tf</a:t>
            </a:r>
          </a:p>
          <a:p>
            <a:pPr lvl="1"/>
            <a:r>
              <a:rPr lang="en-IN" dirty="0"/>
              <a:t>variables.tf</a:t>
            </a:r>
          </a:p>
          <a:p>
            <a:pPr lvl="1"/>
            <a:r>
              <a:rPr lang="en-IN" dirty="0"/>
              <a:t>main.tf</a:t>
            </a:r>
          </a:p>
          <a:p>
            <a:pPr lvl="1"/>
            <a:r>
              <a:rPr lang="en-IN" dirty="0"/>
              <a:t>outputs.tf</a:t>
            </a:r>
          </a:p>
          <a:p>
            <a:pPr lvl="1"/>
            <a:r>
              <a:rPr lang="en-IN" dirty="0" err="1"/>
              <a:t>terraform.tfvars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5004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BE177-CC8C-8758-2709-95B44474C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67B7-A3A2-1E40-45E5-7BFC20D24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Creating a full AWS VPC with subnets and route tables.</a:t>
            </a:r>
          </a:p>
          <a:p>
            <a:r>
              <a:rPr lang="en-IN" dirty="0"/>
              <a:t>Automating EC2, S3, Lambda, RDS provisioning.</a:t>
            </a:r>
          </a:p>
          <a:p>
            <a:r>
              <a:rPr lang="en-IN" dirty="0"/>
              <a:t>Setting up multi-environment infrastructures (dev/stage/prod).</a:t>
            </a:r>
          </a:p>
          <a:p>
            <a:r>
              <a:rPr lang="en-IN" dirty="0"/>
              <a:t>Using modules for reusable networking or security components.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5851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2341-FBE9-148D-8029-05E8757C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.</a:t>
            </a:r>
            <a:r>
              <a:rPr lang="en-US" b="1" dirty="0" err="1"/>
              <a:t>tf</a:t>
            </a:r>
            <a:r>
              <a:rPr lang="en-US" b="1" dirty="0"/>
              <a:t> Files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32230-BAC5-7EB7-B7BB-EF2E11CA8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Clean separation of logic and configuration.</a:t>
            </a:r>
          </a:p>
          <a:p>
            <a:r>
              <a:rPr lang="en-IN" dirty="0"/>
              <a:t>Supports modular architecture.</a:t>
            </a:r>
          </a:p>
          <a:p>
            <a:r>
              <a:rPr lang="en-IN" dirty="0"/>
              <a:t>Easy scaling of infrastructure templates.</a:t>
            </a:r>
          </a:p>
          <a:p>
            <a:r>
              <a:rPr lang="en-IN" dirty="0"/>
              <a:t>Enables automation via pipelines (GitHub Actions, Jenkins, GitLab).</a:t>
            </a:r>
          </a:p>
          <a:p>
            <a:r>
              <a:rPr lang="en-IN" dirty="0"/>
              <a:t>Prevents manual mistakes with reproducible infra.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4131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9F37-8790-66AB-AA84-B049FF5C2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01CFF-CA22-1A96-4740-6E6CF60AA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.</a:t>
            </a:r>
            <a:r>
              <a:rPr lang="en-US" dirty="0" err="1"/>
              <a:t>tf</a:t>
            </a:r>
            <a:r>
              <a:rPr lang="en-US" dirty="0"/>
              <a:t> files define entire cloud infrastructure declaratively.</a:t>
            </a:r>
          </a:p>
          <a:p>
            <a:r>
              <a:rPr lang="en-US" dirty="0"/>
              <a:t>They combine providers, variables, resources, outputs, and modules.</a:t>
            </a:r>
          </a:p>
          <a:p>
            <a:r>
              <a:rPr lang="en-US"/>
              <a:t>Foundation of Infrastructure as Code for DevOps and cloud automation.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46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Configuration Files (.tf) </vt:lpstr>
      <vt:lpstr>Why .tf Files Are Important? (WHY) </vt:lpstr>
      <vt:lpstr>How .tf Files Work (HOW) </vt:lpstr>
      <vt:lpstr>Core Components Inside .tf Files (WHAT) </vt:lpstr>
      <vt:lpstr>Why Terraform Uses HCL (WHY)</vt:lpstr>
      <vt:lpstr>How Terraform Loads .tf Files (HOW) </vt:lpstr>
      <vt:lpstr>Real Use Cases (WHAT) </vt:lpstr>
      <vt:lpstr>Benefits of .tf Files (WHY)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2025-11-20T09:53:59Z</dcterms:created>
  <dcterms:modified xsi:type="dcterms:W3CDTF">2025-11-20T09:54:26Z</dcterms:modified>
</cp:coreProperties>
</file>