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2F614-7418-DDA2-6F42-BC74A097E1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E8C239-DDF4-2A51-E1B3-CBB249EF9B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660BDC-024A-28A7-D288-FABDC4841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0CA93-43E0-4FEF-BC5A-BA1A798EF3D4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92EA2D-B3CC-1993-1B58-2EFB6DB37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D2D09B-2529-E81F-518C-18187600B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9F3DC-3C42-4A39-B42F-525729C3F2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53670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1707F-1F2F-853C-F4D0-EDD2B5953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E7859-1B12-68DB-47AA-28696B4430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ED6719-F841-88A2-C7FF-35281F97B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0CA93-43E0-4FEF-BC5A-BA1A798EF3D4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C818FE-76AA-628E-D1DD-423E07A04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E2BA04-2CCA-DD78-4F16-FF247C0DB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9F3DC-3C42-4A39-B42F-525729C3F2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12779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C9A8B-CB03-19E3-FE4A-C9061A6CE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F897F3-9D8D-0D71-8737-65584E2AEF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FAC6C3-E789-8918-61A8-1ECCE4682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0CA93-43E0-4FEF-BC5A-BA1A798EF3D4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FD49C1-BE7F-9E5B-9BD7-76587CAD6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65B3F9-59EE-4C81-64FD-338622751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9F3DC-3C42-4A39-B42F-525729C3F2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1299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471D2-2E2B-F661-ADA0-81C8B3677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760C01-359D-3580-38EB-5B5763D1A3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3BB1FF-8AAF-E3F9-F001-71AE207B34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DDA7C2-1EC8-73DA-C501-9C926A4C5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0CA93-43E0-4FEF-BC5A-BA1A798EF3D4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B0B600-2763-9646-8CF1-D3A469A79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7F5C63-F44A-EE2C-71EC-E10EA07FB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9F3DC-3C42-4A39-B42F-525729C3F2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7817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8736D-FDB1-2DD2-BE68-B1466BF18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C71A2F-6F2D-C681-84E9-6B41502561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6580D8-C8F5-E7A2-3742-C8AF598D42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A0872D-3DD8-C0F9-5996-5740D8F6CC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2AFB7C-C7CA-411C-6210-D628B14569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849F30-12E7-7D2A-E60B-D54D1BB03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0CA93-43E0-4FEF-BC5A-BA1A798EF3D4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1C2B8C-D3FB-D04D-94E8-F6854B6C6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F542CC-8923-9A73-28A3-1214EBD9E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9F3DC-3C42-4A39-B42F-525729C3F2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40912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8A06B-38C2-AB1A-C242-222EA57BD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36E81D-F84E-D451-654A-9FC706260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0CA93-43E0-4FEF-BC5A-BA1A798EF3D4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CE2AE7-2314-F749-1931-FEB770AE0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73100E-128A-E742-E009-113A5C43F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9F3DC-3C42-4A39-B42F-525729C3F2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62519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AC5B9F-D1F8-C150-7492-A755E8F55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0CA93-43E0-4FEF-BC5A-BA1A798EF3D4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23E3AA-E7A6-2FE4-448A-7971FC071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6A42B6-5FD6-CF20-2E53-F9E937AFA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9F3DC-3C42-4A39-B42F-525729C3F2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796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849E2-400B-341C-D8DD-5EF351927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DF7A07-2D3D-81C9-3613-C86B3B56D0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35CE51-33B5-0EFB-65A8-B6D3430C81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49D6EB-6EAA-0C48-0D98-A003D0FF9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0CA93-43E0-4FEF-BC5A-BA1A798EF3D4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A41F07-25B6-EB4B-D7BD-708C3AC27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FAA7B8-F304-0C7A-308C-D43DD28E6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9F3DC-3C42-4A39-B42F-525729C3F2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84882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DF5C7-FC24-EB75-295B-CD9BC18AA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305DAA-4F5F-1EF6-AD8B-CF76EE3A67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91C1F0-0E67-8828-8309-477977C370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E81838-924D-C3E5-9122-3C8218108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0CA93-43E0-4FEF-BC5A-BA1A798EF3D4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526EE5-6A15-0D18-7A4B-BB2F11713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E02A07-1280-176B-5007-982F5E1AB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9F3DC-3C42-4A39-B42F-525729C3F2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66720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24343-AD84-F9C6-DF41-0128200CF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C80B63-A087-73E2-6974-A9F3BBB15A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08BE83-EBE2-0BFF-3179-BF1EE31BB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0CA93-43E0-4FEF-BC5A-BA1A798EF3D4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694386-4639-A6BD-AE76-921C1B917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E712F5-CB53-42C5-11CA-D264E1322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9F3DC-3C42-4A39-B42F-525729C3F2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6788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344B24-23C3-0467-5B08-17B9FCFD32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C99F59-B85B-1D64-5A2D-A18BAB5CC2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42B1DC-01C9-3EC5-2C8E-3CBC53E29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0CA93-43E0-4FEF-BC5A-BA1A798EF3D4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3F6726-BD5D-1E76-800B-F594B86CE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1D6699-1A9B-1138-9FE1-68C17831F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9F3DC-3C42-4A39-B42F-525729C3F2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61416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4B29EB-33CE-2538-43C9-905B448F0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2A8D3E-7421-0721-475C-67D1D6101C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0CF268-3527-ED4C-8F5F-8E6D521F84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80CA93-43E0-4FEF-BC5A-BA1A798EF3D4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9759AF-A010-2A32-2556-0C1193782F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83535-8670-9028-E214-0887230504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19F3DC-3C42-4A39-B42F-525729C3F2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71648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8D510-D084-6A6D-9BD5-764EE5F7B9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/>
              <a:t>AWS – Introduction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EA5AFC-BF10-56B3-C72B-07420D5469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6884" y="2870200"/>
            <a:ext cx="10331116" cy="2387600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What is AWS?</a:t>
            </a:r>
          </a:p>
          <a:p>
            <a:pPr algn="l"/>
            <a:r>
              <a:rPr lang="en-US" b="1" dirty="0"/>
              <a:t>WHAT:</a:t>
            </a:r>
            <a:endParaRPr lang="en-US" dirty="0"/>
          </a:p>
          <a:p>
            <a:pPr algn="l"/>
            <a:r>
              <a:rPr lang="en-US" dirty="0"/>
              <a:t>Amazon Web Services (AWS) is a </a:t>
            </a:r>
            <a:r>
              <a:rPr lang="en-US" b="1" dirty="0"/>
              <a:t>cloud computing platform</a:t>
            </a:r>
            <a:r>
              <a:rPr lang="en-US" dirty="0"/>
              <a:t>.</a:t>
            </a:r>
          </a:p>
          <a:p>
            <a:pPr algn="l"/>
            <a:r>
              <a:rPr lang="en-US" dirty="0"/>
              <a:t>Provides on-demand services like compute, storage, database, networking.</a:t>
            </a:r>
          </a:p>
          <a:p>
            <a:pPr algn="l"/>
            <a:r>
              <a:rPr lang="en-US" dirty="0"/>
              <a:t>Enables businesses to run applications without needing physical servers.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1551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C5F09-8414-1061-8496-8EA434859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Why AWS is Important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168DF4-89AC-DF8B-0CAB-402543431B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WHY:</a:t>
            </a:r>
            <a:endParaRPr lang="en-US" dirty="0"/>
          </a:p>
          <a:p>
            <a:r>
              <a:rPr lang="en-US" dirty="0"/>
              <a:t>Reduces cost (pay-as-you-go).</a:t>
            </a:r>
          </a:p>
          <a:p>
            <a:r>
              <a:rPr lang="en-US" dirty="0"/>
              <a:t>Eliminates hardware management.</a:t>
            </a:r>
          </a:p>
          <a:p>
            <a:r>
              <a:rPr lang="en-US" dirty="0"/>
              <a:t>Highly scalable and globally available.</a:t>
            </a:r>
          </a:p>
          <a:p>
            <a:r>
              <a:rPr lang="en-US" dirty="0"/>
              <a:t>Secure and trusted by enterprises.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060027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A3538-F34D-BF16-F9A2-76621EAD5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AWS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5058D6-149F-8A9D-AF80-F1F5A8E3ED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HOW:</a:t>
            </a:r>
            <a:endParaRPr lang="en-US" dirty="0"/>
          </a:p>
          <a:p>
            <a:r>
              <a:rPr lang="en-US" dirty="0"/>
              <a:t>Users choose services (EC2, S3, RDS...).</a:t>
            </a:r>
          </a:p>
          <a:p>
            <a:r>
              <a:rPr lang="en-US" dirty="0"/>
              <a:t>Configure resources using console, CLI, or APIs.</a:t>
            </a:r>
          </a:p>
          <a:p>
            <a:r>
              <a:rPr lang="en-US" dirty="0"/>
              <a:t>AWS deploys and manages infrastructure behind the scenes.</a:t>
            </a:r>
          </a:p>
          <a:p>
            <a:r>
              <a:rPr lang="en-US" dirty="0"/>
              <a:t>Billing is based on usage.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06023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7D6CC-A589-D9F9-088B-2B74DF16F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Core AWS Services (What)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F624B6-8B3E-2B42-AA8C-B4103D5F18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WHAT:</a:t>
            </a:r>
            <a:endParaRPr lang="en-IN" dirty="0"/>
          </a:p>
          <a:p>
            <a:r>
              <a:rPr lang="en-IN" b="1" dirty="0"/>
              <a:t>Compute</a:t>
            </a:r>
            <a:r>
              <a:rPr lang="en-IN" dirty="0"/>
              <a:t> → EC2, Lambda</a:t>
            </a:r>
          </a:p>
          <a:p>
            <a:r>
              <a:rPr lang="en-IN" b="1" dirty="0"/>
              <a:t>Storage</a:t>
            </a:r>
            <a:r>
              <a:rPr lang="en-IN" dirty="0"/>
              <a:t> → S3, EBS</a:t>
            </a:r>
          </a:p>
          <a:p>
            <a:r>
              <a:rPr lang="en-IN" b="1" dirty="0"/>
              <a:t>Database</a:t>
            </a:r>
            <a:r>
              <a:rPr lang="en-IN" dirty="0"/>
              <a:t> → RDS, DynamoDB</a:t>
            </a:r>
          </a:p>
          <a:p>
            <a:r>
              <a:rPr lang="en-IN" b="1" dirty="0"/>
              <a:t>Networking</a:t>
            </a:r>
            <a:r>
              <a:rPr lang="en-IN" dirty="0"/>
              <a:t> → VPC, CloudFront</a:t>
            </a:r>
          </a:p>
          <a:p>
            <a:r>
              <a:rPr lang="en-IN" b="1" dirty="0"/>
              <a:t>Security</a:t>
            </a:r>
            <a:r>
              <a:rPr lang="en-IN" dirty="0"/>
              <a:t> → IAM, KMS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552410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633A3-ECA1-7CAE-C64B-F523AFEDC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AWS Services Are Used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E3960-5593-63D8-C29F-595B15CA02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WHY:</a:t>
            </a:r>
            <a:endParaRPr lang="en-US" dirty="0"/>
          </a:p>
          <a:p>
            <a:r>
              <a:rPr lang="en-US" dirty="0"/>
              <a:t>Faster development and deployment</a:t>
            </a:r>
          </a:p>
          <a:p>
            <a:r>
              <a:rPr lang="en-US" dirty="0"/>
              <a:t>High security and compliance</a:t>
            </a:r>
          </a:p>
          <a:p>
            <a:r>
              <a:rPr lang="en-US" dirty="0"/>
              <a:t>Global availability zones</a:t>
            </a:r>
          </a:p>
          <a:p>
            <a:r>
              <a:rPr lang="en-US" dirty="0"/>
              <a:t>Supports AI, ML, IoT, Big Data</a:t>
            </a:r>
          </a:p>
          <a:p>
            <a:r>
              <a:rPr lang="en-US" dirty="0"/>
              <a:t>Integrates easily with DevOps pipelines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854225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BDD7C-27D8-DE8A-D7F1-F373764E0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AWS Services Are Accessed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85CFFE-4479-DDD6-9730-3B23377B32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HOW:</a:t>
            </a:r>
            <a:endParaRPr lang="en-IN" dirty="0"/>
          </a:p>
          <a:p>
            <a:r>
              <a:rPr lang="en-IN" b="1" dirty="0"/>
              <a:t>AWS Management Console</a:t>
            </a:r>
            <a:r>
              <a:rPr lang="en-IN" dirty="0"/>
              <a:t> – Web dashboard</a:t>
            </a:r>
          </a:p>
          <a:p>
            <a:r>
              <a:rPr lang="en-IN" b="1" dirty="0"/>
              <a:t>AWS CLI</a:t>
            </a:r>
            <a:r>
              <a:rPr lang="en-IN" dirty="0"/>
              <a:t> – Command line control</a:t>
            </a:r>
          </a:p>
          <a:p>
            <a:r>
              <a:rPr lang="en-IN" b="1" dirty="0"/>
              <a:t>SDKs (Python, Java, Node.js)</a:t>
            </a:r>
            <a:r>
              <a:rPr lang="en-IN" dirty="0"/>
              <a:t> – Programmatic access</a:t>
            </a:r>
          </a:p>
          <a:p>
            <a:r>
              <a:rPr lang="en-IN" b="1" dirty="0"/>
              <a:t>CloudFormation/Terraform</a:t>
            </a:r>
            <a:r>
              <a:rPr lang="en-IN" dirty="0"/>
              <a:t> – Infrastructure as code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04867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B2C1A-B78B-BB82-A65D-DAC7D6603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AWS Architecture (What)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4776D7-9B85-B133-031F-5C9DC47D01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Key components:</a:t>
            </a:r>
          </a:p>
          <a:p>
            <a:r>
              <a:rPr lang="en-US" dirty="0"/>
              <a:t>Regions</a:t>
            </a:r>
          </a:p>
          <a:p>
            <a:r>
              <a:rPr lang="en-US" dirty="0"/>
              <a:t>Availability Zones</a:t>
            </a:r>
          </a:p>
          <a:p>
            <a:r>
              <a:rPr lang="en-US" dirty="0"/>
              <a:t>VPC (Virtual Private Cloud)</a:t>
            </a:r>
          </a:p>
          <a:p>
            <a:r>
              <a:rPr lang="en-US" dirty="0"/>
              <a:t>Subnets &amp; Routing</a:t>
            </a:r>
          </a:p>
          <a:p>
            <a:r>
              <a:rPr lang="en-US" dirty="0"/>
              <a:t>Security Groups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708827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47CB1-E355-2B32-F236-B69F043AE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AWS Architecture (Why &amp; How)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E6DAFF-8E5C-5157-EB27-47C797CDC1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WHY:</a:t>
            </a:r>
            <a:endParaRPr lang="en-US" dirty="0"/>
          </a:p>
          <a:p>
            <a:r>
              <a:rPr lang="en-US" dirty="0"/>
              <a:t>Provides high availability</a:t>
            </a:r>
          </a:p>
          <a:p>
            <a:r>
              <a:rPr lang="en-US" dirty="0"/>
              <a:t>Fault-tolerance</a:t>
            </a:r>
          </a:p>
          <a:p>
            <a:r>
              <a:rPr lang="en-US" dirty="0"/>
              <a:t>Network security</a:t>
            </a:r>
          </a:p>
          <a:p>
            <a:r>
              <a:rPr lang="en-US" dirty="0"/>
              <a:t>Controlled access to resources</a:t>
            </a:r>
          </a:p>
          <a:p>
            <a:r>
              <a:rPr lang="en-US" b="1" dirty="0"/>
              <a:t>HOW:</a:t>
            </a:r>
            <a:endParaRPr lang="en-US" dirty="0"/>
          </a:p>
          <a:p>
            <a:r>
              <a:rPr lang="en-US" dirty="0"/>
              <a:t>Deploy in multiple AZs</a:t>
            </a:r>
          </a:p>
          <a:p>
            <a:r>
              <a:rPr lang="en-US" dirty="0"/>
              <a:t>Use VPC + subnets for network isolation</a:t>
            </a:r>
          </a:p>
          <a:p>
            <a:r>
              <a:rPr lang="en-US" dirty="0"/>
              <a:t>Apply IAM roles &amp; security groups</a:t>
            </a:r>
          </a:p>
          <a:p>
            <a:br>
              <a:rPr lang="en-US" dirty="0"/>
            </a:b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37543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329C6-AF2B-E013-77FC-2D68C02BE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Summary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B8968-4EB4-6302-958F-C80645268B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AWS is a flexible cloud platform offering compute, storage, database, and more.</a:t>
            </a:r>
          </a:p>
          <a:p>
            <a:r>
              <a:rPr lang="en-US" dirty="0"/>
              <a:t>Businesses use AWS to reduce cost, increase speed, and scale globally.</a:t>
            </a:r>
          </a:p>
          <a:p>
            <a:r>
              <a:rPr lang="en-US" dirty="0"/>
              <a:t>Accessed via console, CLI, SDKs, and automation tools.</a:t>
            </a:r>
          </a:p>
          <a:p>
            <a:r>
              <a:rPr lang="en-US"/>
              <a:t>Forms the backbone of modern cloud applications.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65509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336</Words>
  <Application>Microsoft Office PowerPoint</Application>
  <PresentationFormat>Widescreen</PresentationFormat>
  <Paragraphs>61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AWS – Introduction </vt:lpstr>
      <vt:lpstr>Why AWS is Important </vt:lpstr>
      <vt:lpstr>How AWS Works</vt:lpstr>
      <vt:lpstr>Core AWS Services (What) </vt:lpstr>
      <vt:lpstr>Why AWS Services Are Used </vt:lpstr>
      <vt:lpstr>How AWS Services Are Accessed</vt:lpstr>
      <vt:lpstr>AWS Architecture (What) </vt:lpstr>
      <vt:lpstr>AWS Architecture (Why &amp; How) </vt:lpstr>
      <vt:lpstr>Summary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Rahamatunnisa Abdul</dc:creator>
  <cp:lastModifiedBy>Rahamatunnisa Abdul</cp:lastModifiedBy>
  <cp:revision>1</cp:revision>
  <dcterms:created xsi:type="dcterms:W3CDTF">2025-11-19T10:38:54Z</dcterms:created>
  <dcterms:modified xsi:type="dcterms:W3CDTF">2025-11-19T10:39:00Z</dcterms:modified>
</cp:coreProperties>
</file>