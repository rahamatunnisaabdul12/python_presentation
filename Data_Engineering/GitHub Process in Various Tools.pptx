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4534-5C5B-3FCC-EC2A-4AACECD59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815BB-0A5A-B5B7-15FF-9882E0BFB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5070F-C895-5B9E-EA72-E3964C7D3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A4B61-8D4F-9741-F6F7-E18176C8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10E0D-2DF3-06F2-E778-16E19CCD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55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155D3-7276-49BE-5DAF-995E36A6E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AB777-E112-8CCA-ABFB-93D13AB21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C80AB-F042-CA74-1EEF-538EB798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320A8-B194-DA80-1D35-E67851C04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5D85C-A57A-8E9C-5710-D4954466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7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044D-31BB-44B9-2DBE-5FEE45C3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07A94-8AA8-8CE9-F2BF-08311A957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23E61-32B0-4BA6-6D02-877DC4467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2C010-A9B7-FED0-ECEC-051F4C99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9BB63-6935-CDAE-9FE2-F316FECF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0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2139-CD4C-C07E-29F0-8C872656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E24EA-95CA-A549-88E4-E457775F6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2E936-98F2-66E3-CCAD-E1B69C9C5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0AC90-E45D-5274-8E00-262B69F3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DE200-0391-7B4F-3D11-4B7A37534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730C0-C6A0-2FAB-B929-58686A6E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80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D3D8-DD1D-C4EA-20D2-C0E9BA49E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65097-10C6-E157-2624-CCE912084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70E5B-CB76-8774-8F3F-1B1496EAB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4CBDD2-EB52-8DEC-32ED-B204E4801B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FA1845-87E8-8DBC-451D-F42CEF9BC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897D9-743D-0A66-B6EF-622C1AE5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518C6-D55B-CCEB-4EAA-EF0FC136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E81C6-0D3E-A0BD-F3C4-7271BE30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73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0FA3-F2AE-2238-2D12-A9C655C3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39CE0-F03D-77CF-5D06-44E01A17F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4319C-5B0F-E224-E266-876FF8EF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7B8EC-281B-49E9-B81B-722B7944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33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6962A5-9012-6A8C-2EC4-EC98DF8C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C01D5-7604-2B5F-DFC2-8CDD3DCC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4684B-7480-966A-FFEA-DAD3136A9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99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7A4E-B836-1BC4-16A8-A15FB539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92D57-287F-68F4-C8EC-40216664B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DD256-6AAC-3C32-4FF3-981854A51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E7EB1-C887-0F91-93BE-47FEC8ED2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AC47F-F732-A495-8995-D86FDEFF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961D7-14B1-3EB3-48C0-3E460E6E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610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88C2B-6744-A97E-81AB-376A69086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624BE2-903A-9138-F985-1845C1120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5B852-C630-6C5C-399F-F6910D802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24A46-BC21-4B7C-05B5-8848FE4AC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94164-7252-1946-56C1-6BA113A1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929FD-EA49-5D52-FA05-3C5207CD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22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892A-EA7F-9A08-5127-71B028EE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DD35B-70FA-A4D1-4A0E-2EC311C53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39047-5ED9-5739-0DCF-3713BE3E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4A268-6476-335D-CA1C-0190829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83FD3-ACE3-A789-F349-07E86C04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20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D00E1-DC91-7E0E-D913-3141B0695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761DC-5B3A-A1E3-011E-2D0F4116E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F7569-A2A7-6E04-AF7D-C2BBA1A4F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488EF-600F-75DC-7603-F94559A3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B93F-0A12-64E5-8720-77B26BB0E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33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0623E-A41E-C401-0EC0-2A006EE0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993EB-3E78-8901-2BBA-7133BCA36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80832-15F6-6819-DB55-73F590D63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CCD73-6029-47AF-AD7C-E8522C69B5E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BC176-AC73-0D57-69CE-FE2861C42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3CAEA-B2A0-E08F-201F-76F126725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4FA0B-FB1D-4278-981D-FD54CF503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20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A20E4-619B-2998-D4F9-BDA96D9D8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62" y="1"/>
            <a:ext cx="10186737" cy="1267326"/>
          </a:xfrm>
        </p:spPr>
        <p:txBody>
          <a:bodyPr/>
          <a:lstStyle/>
          <a:p>
            <a:r>
              <a:rPr lang="en-US" b="1"/>
              <a:t>GitHub Process in Various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CDABF-E34E-C6F6-7DEF-C7370B174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716" y="1941095"/>
            <a:ext cx="10395284" cy="3316705"/>
          </a:xfrm>
        </p:spPr>
        <p:txBody>
          <a:bodyPr/>
          <a:lstStyle/>
          <a:p>
            <a:pPr algn="l"/>
            <a:r>
              <a:rPr lang="en-US" b="1" dirty="0"/>
              <a:t>GitHub Process Across Tools</a:t>
            </a:r>
          </a:p>
          <a:p>
            <a:pPr algn="l"/>
            <a:r>
              <a:rPr lang="en-US" dirty="0"/>
              <a:t>How GitHub integrates with multiple development, CI/CD, and project-management tools.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3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E1AF-144B-E1BF-3403-C12B8927E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This Topic Covers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D2B2D-8326-73B7-EA1F-0CC8392BA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in IDEs</a:t>
            </a:r>
          </a:p>
          <a:p>
            <a:r>
              <a:rPr lang="en-US" dirty="0"/>
              <a:t>GitHub in DevOps tools</a:t>
            </a:r>
          </a:p>
          <a:p>
            <a:r>
              <a:rPr lang="en-US" dirty="0"/>
              <a:t>GitHub in Data &amp; Analytics tools</a:t>
            </a:r>
          </a:p>
          <a:p>
            <a:r>
              <a:rPr lang="en-US" dirty="0"/>
              <a:t>GitHub in Project/Task Management</a:t>
            </a:r>
            <a:br>
              <a:rPr lang="en-US" dirty="0"/>
            </a:br>
            <a:r>
              <a:rPr lang="en-US" dirty="0"/>
              <a:t>Clear view of how GitHub blends into the full development lifecycle.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840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4C25-8450-CD06-709F-D6E2E79D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in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B2D2-9C4A-2A47-9689-0B614E063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VS Code provides built-in Git features:</a:t>
            </a:r>
          </a:p>
          <a:p>
            <a:r>
              <a:rPr lang="en-US" dirty="0"/>
              <a:t>Clone/commit/push directly</a:t>
            </a:r>
          </a:p>
          <a:p>
            <a:r>
              <a:rPr lang="en-US" dirty="0"/>
              <a:t>Branch creation</a:t>
            </a:r>
          </a:p>
          <a:p>
            <a:r>
              <a:rPr lang="en-US" dirty="0"/>
              <a:t>Merge conflict editor</a:t>
            </a:r>
          </a:p>
          <a:p>
            <a:r>
              <a:rPr lang="en-US" dirty="0"/>
              <a:t>GitHub Pull Requests extension</a:t>
            </a:r>
            <a:br>
              <a:rPr lang="en-US" dirty="0"/>
            </a:br>
            <a:r>
              <a:rPr lang="en-US" dirty="0"/>
              <a:t>Developers manage full GitHub workflow inside the editor.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463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4CADC-9BB7-8AEF-9BA7-FD23DA95E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GitHub in PyCharm &amp; Other IDEs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5C4D-DE6C-4D3E-CEE9-F075D9494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IDEs like PyCharm, IntelliJ, Android Studio support GitHub:</a:t>
            </a:r>
          </a:p>
          <a:p>
            <a:r>
              <a:rPr lang="en-IN" dirty="0"/>
              <a:t>Version control panel</a:t>
            </a:r>
          </a:p>
          <a:p>
            <a:r>
              <a:rPr lang="en-IN" dirty="0"/>
              <a:t>Change tracking</a:t>
            </a:r>
          </a:p>
          <a:p>
            <a:r>
              <a:rPr lang="en-IN" dirty="0"/>
              <a:t>Staging, committing, branching</a:t>
            </a:r>
          </a:p>
          <a:p>
            <a:r>
              <a:rPr lang="en-IN" dirty="0"/>
              <a:t>Easy sync with remote repos</a:t>
            </a:r>
            <a:br>
              <a:rPr lang="en-IN" dirty="0"/>
            </a:br>
            <a:r>
              <a:rPr lang="en-IN" dirty="0"/>
              <a:t>Speeds up coding + versioning within same UI.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783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DED1-B07E-5781-D5D0-C09D30D1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GitHub in </a:t>
            </a:r>
            <a:r>
              <a:rPr lang="en-US" b="1" dirty="0" err="1"/>
              <a:t>Jupyter</a:t>
            </a:r>
            <a:r>
              <a:rPr lang="en-US" b="1" dirty="0"/>
              <a:t> / Data Engineering Tools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8A8AE-3034-9A70-A7A2-CFC9ABFBC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teams use GitHub for notebooks:</a:t>
            </a:r>
          </a:p>
          <a:p>
            <a:r>
              <a:rPr lang="en-IN" dirty="0"/>
              <a:t>Track versions of .</a:t>
            </a:r>
            <a:r>
              <a:rPr lang="en-IN" dirty="0" err="1"/>
              <a:t>ipynb</a:t>
            </a:r>
            <a:r>
              <a:rPr lang="en-IN" dirty="0"/>
              <a:t> files</a:t>
            </a:r>
          </a:p>
          <a:p>
            <a:r>
              <a:rPr lang="en-IN" dirty="0"/>
              <a:t>Store data pipelines</a:t>
            </a:r>
          </a:p>
          <a:p>
            <a:r>
              <a:rPr lang="en-IN" dirty="0"/>
              <a:t>Review ETL logic via Pull Requests</a:t>
            </a:r>
          </a:p>
          <a:p>
            <a:r>
              <a:rPr lang="en-IN" dirty="0"/>
              <a:t>GitHub Actions to auto-run tests on notebooks</a:t>
            </a:r>
            <a:br>
              <a:rPr lang="en-IN" dirty="0"/>
            </a:br>
            <a:r>
              <a:rPr lang="en-IN" dirty="0"/>
              <a:t>Supports reproducible data engineering workflows.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992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89D3C-31C2-BD0F-27CE-4E0DCE1D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GitHub in CI/CD Tools (GitHub Actions, Jenkins)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5B86C-D10A-2E70-E1F8-B72481BEF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runs automation after every push:</a:t>
            </a:r>
          </a:p>
          <a:p>
            <a:r>
              <a:rPr lang="en-US" dirty="0"/>
              <a:t>Build apps</a:t>
            </a:r>
          </a:p>
          <a:p>
            <a:r>
              <a:rPr lang="en-US" dirty="0"/>
              <a:t>Run unit tests</a:t>
            </a:r>
          </a:p>
          <a:p>
            <a:r>
              <a:rPr lang="en-US" dirty="0"/>
              <a:t>Deploy to servers/cloud</a:t>
            </a:r>
            <a:br>
              <a:rPr lang="en-US" dirty="0"/>
            </a:br>
            <a:r>
              <a:rPr lang="en-US" dirty="0"/>
              <a:t>Tools like Jenkins, </a:t>
            </a:r>
            <a:r>
              <a:rPr lang="en-US" dirty="0" err="1"/>
              <a:t>CircleCI</a:t>
            </a:r>
            <a:r>
              <a:rPr lang="en-US" dirty="0"/>
              <a:t>, or GitHub Actions integrate seamlessly.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1919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661A-8FC3-8ADB-7DAF-02971DCA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GitHub in Cloud Platforms (AWS, Azure, GCP)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3FA8D-118B-92F2-A01B-580FBB7EC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 clouds support GitHub:</a:t>
            </a:r>
          </a:p>
          <a:p>
            <a:r>
              <a:rPr lang="en-IN" dirty="0"/>
              <a:t>Deploy Lambda/EC2/ECS from GitHub</a:t>
            </a:r>
          </a:p>
          <a:p>
            <a:r>
              <a:rPr lang="en-IN" dirty="0"/>
              <a:t>Sync GitHub with Azure DevOps pipelines</a:t>
            </a:r>
          </a:p>
          <a:p>
            <a:r>
              <a:rPr lang="en-IN" dirty="0"/>
              <a:t>Trigger Cloud Build on commits</a:t>
            </a:r>
            <a:br>
              <a:rPr lang="en-IN" dirty="0"/>
            </a:br>
            <a:r>
              <a:rPr lang="en-IN" dirty="0"/>
              <a:t>Enables automated cloud deployment.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2664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A273E-BB7F-550A-F88A-929370CF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GitHub in Project/Task Management (Jira, Trello)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B489D-B811-0E9B-BFC8-8DE14E0AC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integrates with project tools:</a:t>
            </a:r>
          </a:p>
          <a:p>
            <a:r>
              <a:rPr lang="en-US" dirty="0"/>
              <a:t>Link commits → Jira tickets</a:t>
            </a:r>
          </a:p>
          <a:p>
            <a:r>
              <a:rPr lang="en-US" dirty="0"/>
              <a:t>Auto-update task status when PR merges</a:t>
            </a:r>
          </a:p>
          <a:p>
            <a:r>
              <a:rPr lang="en-US" dirty="0"/>
              <a:t>Track development from both GitHub + PM side</a:t>
            </a:r>
            <a:br>
              <a:rPr lang="en-US" dirty="0"/>
            </a:br>
            <a:r>
              <a:rPr lang="en-US" dirty="0"/>
              <a:t>Better visibility for managers and developers.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834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0DB2-E0B6-05F6-4D5A-89696730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in Developer Communication (Slack, Teams)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93363-321D-2283-103B-414825589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Integrations allow:</a:t>
            </a:r>
          </a:p>
          <a:p>
            <a:r>
              <a:rPr lang="en-US" dirty="0"/>
              <a:t>PR notifications</a:t>
            </a:r>
          </a:p>
          <a:p>
            <a:r>
              <a:rPr lang="en-US" dirty="0"/>
              <a:t>Build status alerts</a:t>
            </a:r>
          </a:p>
          <a:p>
            <a:r>
              <a:rPr lang="en-US" dirty="0"/>
              <a:t>Code review reminders</a:t>
            </a:r>
          </a:p>
          <a:p>
            <a:r>
              <a:rPr lang="en-US" dirty="0"/>
              <a:t>Issue updates</a:t>
            </a:r>
            <a:br>
              <a:rPr lang="en-US" dirty="0"/>
            </a:br>
            <a:r>
              <a:rPr lang="en-US" dirty="0"/>
              <a:t>Keeps the team aligned in real-time.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307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4B33-00C4-0177-BFB1-E57D67C92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A6A09-1213-C62A-C879-AE3026AAC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connects with:</a:t>
            </a:r>
          </a:p>
          <a:p>
            <a:r>
              <a:rPr lang="en-US" dirty="0"/>
              <a:t>IDEs</a:t>
            </a:r>
          </a:p>
          <a:p>
            <a:r>
              <a:rPr lang="en-US" dirty="0"/>
              <a:t>Data tools</a:t>
            </a:r>
          </a:p>
          <a:p>
            <a:r>
              <a:rPr lang="en-US" dirty="0"/>
              <a:t>Cloud platforms</a:t>
            </a:r>
          </a:p>
          <a:p>
            <a:r>
              <a:rPr lang="en-US" dirty="0"/>
              <a:t>Project management systems</a:t>
            </a:r>
          </a:p>
          <a:p>
            <a:r>
              <a:rPr lang="en-US" dirty="0"/>
              <a:t>DevOps pipelines</a:t>
            </a:r>
          </a:p>
          <a:p>
            <a:r>
              <a:rPr lang="en-US"/>
              <a:t>It becomes the </a:t>
            </a:r>
            <a:r>
              <a:rPr lang="en-US" b="1"/>
              <a:t>central hub</a:t>
            </a:r>
            <a:r>
              <a:rPr lang="en-US"/>
              <a:t> for code, collaboration, automation, and deployments.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242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GitHub Process in Various Tools</vt:lpstr>
      <vt:lpstr>What This Topic Covers</vt:lpstr>
      <vt:lpstr>GitHub in VS Code</vt:lpstr>
      <vt:lpstr>GitHub in PyCharm &amp; Other IDEs </vt:lpstr>
      <vt:lpstr>GitHub in Jupyter / Data Engineering Tools </vt:lpstr>
      <vt:lpstr>GitHub in CI/CD Tools (GitHub Actions, Jenkins) </vt:lpstr>
      <vt:lpstr>GitHub in Cloud Platforms (AWS, Azure, GCP) </vt:lpstr>
      <vt:lpstr>GitHub in Project/Task Management (Jira, Trello) </vt:lpstr>
      <vt:lpstr>GitHub in Developer Communication (Slack, Teams)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2025-11-19T09:38:47Z</dcterms:created>
  <dcterms:modified xsi:type="dcterms:W3CDTF">2025-11-19T09:38:53Z</dcterms:modified>
</cp:coreProperties>
</file>