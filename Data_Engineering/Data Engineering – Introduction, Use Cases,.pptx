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8497-7A61-3E00-FF1C-E6B9B0B02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50C07-9EC8-0379-8A0C-158AB54AF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9AD2-1C6E-FFA2-C693-CD72A9073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6906D-D556-C442-E1A9-A3A22542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C0466-01F0-D6F5-7EA3-7C3A33D1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98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EB55-E070-3EF7-F290-B1F1B9C2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9BF75-F9FA-6C5D-45CE-96928727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2A70E-4AA1-1A2B-5E63-82CF0D80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83BA4-B18F-5209-4335-FCCC6A35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E6C7-B65E-011C-B9B4-93F2D337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77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D455-8BEF-4C3B-74AB-68AD98A0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98117-80F9-2B02-005D-C11F55CF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C6147-A340-49DE-9C70-28CAEFF2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A14DD-46D4-C8EA-F8F7-3CA51259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D2866-7943-4CA3-0DA2-72658751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3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5FC1-01DC-A235-FDC0-48F58ACB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5672-2DDA-70EE-6709-89C71DCBB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9129C-C13F-6CE5-2654-8AF4C014A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E5396-ED96-15CB-4BCF-F750634E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6996-8F8C-22AC-78A0-2350967E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34E2A-4641-EE2F-7F29-9F42FDA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65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5279-B444-ED7B-0CBA-6777577E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3C6DB-1CEF-1D35-0CE1-673E73E9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C5FFE-5E6E-1630-F408-DD8135C07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E84CE-A2A7-77D2-E795-E62E7B947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8D9E7-6611-3115-2467-021C7A939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EBD2F-EECD-3377-0C64-3A1C06AA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85026-2D11-2DF2-E4CD-74AD2A63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477B5-DA0B-0249-DA7C-55C2F462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30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412C-BE3C-2552-AF7D-A1B8FC6F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081AB-B7C7-9520-9549-CE5DD77A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DCC31-CE4D-FC63-A222-78CD0FB4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2D142-5FAB-7CF6-C88A-B5F48581F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2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B8BE6-1F65-02D4-DB58-68A5B33E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59F9F-1242-E50A-45C5-EF0248FD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7A59E-A64F-C890-2BB4-DD2CA67C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2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A895-3777-2AE0-7D7B-F50D9E0F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720D-BCF7-83A4-68C4-72DDA643A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32AD-6925-3275-5A4B-1F092F53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867D2-A857-AAAD-8590-26F3468D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E454D-2EAC-8B53-0529-ACD37990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FE515-39CD-5A27-4643-F11C5685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02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C88F-F8F0-7B15-6D8D-AE171CC5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3D24D-7B14-8EC2-909C-723E3C14F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F4A2B-2BBD-D552-538E-A36A12D3E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289C-2097-6368-0412-BFB1712F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1A5D-4AC8-3C5C-65D8-9F6224EA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5361C-4745-AE5F-677A-6E413773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60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9A64-51CF-840B-9BA3-E058E42E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8B41B-015F-00F9-94C6-A33372B46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C2BA-038A-B6F5-FE72-9548E389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52EC1-2AB4-8249-5E90-8870D5E5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85011-C1BC-4BDD-38C0-A860B78F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E81A8-B98D-503C-3227-7FE504D8C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04F06-C8C6-E07B-72FA-BF6C499AE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933F6-3151-7FBA-7633-FF042328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D116-E9F2-CB7C-EDFD-3ACEF9F7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D7F3-745E-DCA0-7046-32101429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80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38B05-D59E-3878-CDC0-A8EA741A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3B1B8-48EE-1F57-C301-17F03C191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2B00E-42E9-3ED6-FF9D-2C8684B7A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7C45A-77A4-4AD5-9245-01109F78123A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6E35-1C0F-15E0-8DC4-A65DA6B75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07E47-CD62-754C-40A2-F79D5351B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B780-91AD-4C58-987D-74EBD22A1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8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3066-6BB0-1DBF-D623-A2391471A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3" y="160421"/>
            <a:ext cx="10266947" cy="2390274"/>
          </a:xfrm>
        </p:spPr>
        <p:txBody>
          <a:bodyPr>
            <a:normAutofit/>
          </a:bodyPr>
          <a:lstStyle/>
          <a:p>
            <a:r>
              <a:rPr lang="en-US" dirty="0"/>
              <a:t>Data Engineering – Introduction, Use Cases, Industries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83B99-E28B-F5BE-D636-4EB8210FF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358" y="2867526"/>
            <a:ext cx="9769642" cy="2390274"/>
          </a:xfrm>
        </p:spPr>
        <p:txBody>
          <a:bodyPr/>
          <a:lstStyle/>
          <a:p>
            <a:r>
              <a:rPr lang="en-US" b="1" dirty="0"/>
              <a:t>Data Engineering</a:t>
            </a:r>
            <a:br>
              <a:rPr lang="en-US" dirty="0"/>
            </a:br>
            <a:r>
              <a:rPr lang="en-US" dirty="0"/>
              <a:t>Introduction • Use Cases • Industries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39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BC23-5CD3-A8B1-D6AC-CF17A72B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Data Engineering?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FCCBB-CDAF-4B16-2077-579F691E2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Discipline of designing and building systems that move, store, and transform data</a:t>
            </a:r>
          </a:p>
          <a:p>
            <a:r>
              <a:rPr lang="en-US" dirty="0"/>
              <a:t>Ensures data is usable for analytics, ML, and business decisions</a:t>
            </a:r>
          </a:p>
          <a:p>
            <a:r>
              <a:rPr lang="en-US" dirty="0"/>
              <a:t>Focus on scalability, automation, and reliability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00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0BA0-C184-90F4-A011-42E48085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Data Engineering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79D9-17DC-C1BC-ED2B-5CEBA58B1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real-time insights and reports</a:t>
            </a:r>
          </a:p>
          <a:p>
            <a:r>
              <a:rPr lang="en-US" dirty="0"/>
              <a:t>Ensures clean, consistent, trustworthy data</a:t>
            </a:r>
          </a:p>
          <a:p>
            <a:r>
              <a:rPr lang="en-US" dirty="0"/>
              <a:t>Builds foundation for AI, ML, and advanced analytics</a:t>
            </a:r>
          </a:p>
          <a:p>
            <a:r>
              <a:rPr lang="en-US" dirty="0"/>
              <a:t>Reduces manual data processes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4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A4B2-4436-E993-A528-CAD0F994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Responsibilities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4700-2DF3-55E7-33A2-B8E25066F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ETL/ELT Pipelines</a:t>
            </a:r>
          </a:p>
          <a:p>
            <a:r>
              <a:rPr lang="en-IN" dirty="0"/>
              <a:t>Data </a:t>
            </a:r>
            <a:r>
              <a:rPr lang="en-IN" dirty="0" err="1"/>
              <a:t>Modeling</a:t>
            </a:r>
            <a:endParaRPr lang="en-IN" dirty="0"/>
          </a:p>
          <a:p>
            <a:r>
              <a:rPr lang="en-IN" dirty="0"/>
              <a:t>Data Quality &amp; Validation</a:t>
            </a:r>
          </a:p>
          <a:p>
            <a:r>
              <a:rPr lang="en-IN" dirty="0"/>
              <a:t>Storage: Data Lakes, Warehouses</a:t>
            </a:r>
          </a:p>
          <a:p>
            <a:r>
              <a:rPr lang="en-IN" dirty="0"/>
              <a:t>Automation &amp; Orchestration (Airflow / Glue / Step Functions)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85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522D-9C97-50A5-262A-744956F7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Use Cases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127B-EBF8-255A-A41A-209E1323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dashboards</a:t>
            </a:r>
          </a:p>
          <a:p>
            <a:r>
              <a:rPr lang="en-US" dirty="0"/>
              <a:t>Daily business reporting</a:t>
            </a:r>
          </a:p>
          <a:p>
            <a:r>
              <a:rPr lang="en-US" dirty="0"/>
              <a:t>ML training data pipelines</a:t>
            </a:r>
          </a:p>
          <a:p>
            <a:r>
              <a:rPr lang="en-US" dirty="0"/>
              <a:t>API ingestion and transformation</a:t>
            </a:r>
          </a:p>
          <a:p>
            <a:r>
              <a:rPr lang="en-US" dirty="0"/>
              <a:t>Data lake ingestion &amp; partitioning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05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4B34-0759-55E4-ED5E-B1D104DA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 Example: E-commerce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804B-1447-4DEC-81DA-D8D9006B7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Pipeline Flow:</a:t>
            </a:r>
            <a:endParaRPr lang="en-US" dirty="0"/>
          </a:p>
          <a:p>
            <a:r>
              <a:rPr lang="en-US" dirty="0"/>
              <a:t>Order Events →</a:t>
            </a:r>
          </a:p>
          <a:p>
            <a:r>
              <a:rPr lang="en-US" dirty="0"/>
              <a:t>Clean &amp; Validate →</a:t>
            </a:r>
          </a:p>
          <a:p>
            <a:r>
              <a:rPr lang="en-US" dirty="0"/>
              <a:t>Transform to analytical model →</a:t>
            </a:r>
          </a:p>
          <a:p>
            <a:r>
              <a:rPr lang="en-US" dirty="0"/>
              <a:t>Store in S3 / Warehouse →</a:t>
            </a:r>
          </a:p>
          <a:p>
            <a:r>
              <a:rPr lang="en-US" dirty="0"/>
              <a:t>Dashboard for Sales, Trends, Inventory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096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A040-C7AC-5E9C-F2AF-20FDDF88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 Example: Banking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3004-E149-EF53-AE7A-550AA1821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Pipeline Flow:</a:t>
            </a:r>
            <a:endParaRPr lang="en-US" dirty="0"/>
          </a:p>
          <a:p>
            <a:r>
              <a:rPr lang="en-US" dirty="0"/>
              <a:t>Transaction feeds →</a:t>
            </a:r>
          </a:p>
          <a:p>
            <a:r>
              <a:rPr lang="en-US" dirty="0"/>
              <a:t>Rule-based anomaly checks →</a:t>
            </a:r>
          </a:p>
          <a:p>
            <a:r>
              <a:rPr lang="en-US" dirty="0"/>
              <a:t>ML fraud scoring →</a:t>
            </a:r>
          </a:p>
          <a:p>
            <a:r>
              <a:rPr lang="en-US" dirty="0"/>
              <a:t>Alerts to risk systems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53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1F18-CD55-F6C9-F68A-99372DE4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Industries Using Data Engineering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BED8-B4AE-341D-C8A6-756D17899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Finance</a:t>
            </a:r>
            <a:r>
              <a:rPr lang="en-US" dirty="0"/>
              <a:t> – fraud detection, risk modeling</a:t>
            </a:r>
          </a:p>
          <a:p>
            <a:r>
              <a:rPr lang="en-US" b="1" dirty="0"/>
              <a:t>Healthcare</a:t>
            </a:r>
            <a:r>
              <a:rPr lang="en-US" dirty="0"/>
              <a:t> – patient analytics, EMR integration</a:t>
            </a:r>
          </a:p>
          <a:p>
            <a:r>
              <a:rPr lang="en-US" b="1" dirty="0"/>
              <a:t>Retail</a:t>
            </a:r>
            <a:r>
              <a:rPr lang="en-US" dirty="0"/>
              <a:t> – inventory &amp; sales forecasting</a:t>
            </a:r>
          </a:p>
          <a:p>
            <a:r>
              <a:rPr lang="en-US" b="1" dirty="0"/>
              <a:t>Logistics</a:t>
            </a:r>
            <a:r>
              <a:rPr lang="en-US" dirty="0"/>
              <a:t> – route optimization, shipment tracking</a:t>
            </a:r>
          </a:p>
          <a:p>
            <a:r>
              <a:rPr lang="en-US" b="1" dirty="0"/>
              <a:t>Manufacturing</a:t>
            </a:r>
            <a:r>
              <a:rPr lang="en-US" dirty="0"/>
              <a:t> – supply chain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34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1AEF-C7C8-DE2B-1615-93BBA303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Industry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47DF-65EB-A8B9-B165-FD12B0987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Retail → Demand forecasting</a:t>
            </a:r>
            <a:br>
              <a:rPr lang="en-US" dirty="0"/>
            </a:br>
            <a:r>
              <a:rPr lang="en-US" dirty="0"/>
              <a:t>Logistics → Real-time shipment visibility</a:t>
            </a:r>
            <a:br>
              <a:rPr lang="en-US" dirty="0"/>
            </a:br>
            <a:r>
              <a:rPr lang="en-US" dirty="0"/>
              <a:t>Manufacturing → Sensor data ingestion</a:t>
            </a:r>
            <a:br>
              <a:rPr lang="en-US" dirty="0"/>
            </a:br>
            <a:r>
              <a:rPr lang="en-US" dirty="0"/>
              <a:t>Healthcare → Medical record normalization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63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93EC-7651-13A1-DB77-4C51DB0D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BDBDD-7691-5AF6-C14C-781FE36F7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Engineering enables all data-driven decision-making</a:t>
            </a:r>
          </a:p>
          <a:p>
            <a:r>
              <a:rPr lang="en-US" dirty="0"/>
              <a:t>Acts as backbone for analytics, BI, and AI</a:t>
            </a:r>
          </a:p>
          <a:p>
            <a:r>
              <a:rPr lang="en-US"/>
              <a:t>Essential for modern digital industries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05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Engineering – Introduction, Use Cases, Industries</vt:lpstr>
      <vt:lpstr>What is Data Engineering? </vt:lpstr>
      <vt:lpstr>Why Data Engineering Matters</vt:lpstr>
      <vt:lpstr>Core Responsibilities </vt:lpstr>
      <vt:lpstr>Common Use Cases </vt:lpstr>
      <vt:lpstr>Use Case Example: E-commerce </vt:lpstr>
      <vt:lpstr>Use Case Example: Banking </vt:lpstr>
      <vt:lpstr>Industries Using Data Engineering </vt:lpstr>
      <vt:lpstr>Industry Examples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2025-11-18T06:09:02Z</dcterms:created>
  <dcterms:modified xsi:type="dcterms:W3CDTF">2025-11-18T06:09:07Z</dcterms:modified>
</cp:coreProperties>
</file>