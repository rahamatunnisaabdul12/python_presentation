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3706-970A-4882-1C7F-8050B51E9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A3FA6-73EB-44BC-63CA-7A23854CA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02848-224A-8866-4294-0A9B2C17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C8D74-C6AB-13B9-E9AD-90BBE1862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62849-39D2-EA4C-DFA4-D7819D34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21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D03-CAD9-8255-A25F-80D6C741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B4D59-669C-9FF2-A43E-24E6284B9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86F1B-F519-E53A-5F08-C0A5293D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B5DBF-571A-F899-1D38-EF26F14F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EB8F-4A6C-69BF-7A8E-2CFEEB45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57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F178-A2B3-8AA2-7C45-6A8C10F43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C2CA0-4247-786E-568A-FE54E66D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4C6BC-EF6A-35CD-836D-1C71A84B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8BEA-0014-5B66-3F9A-C5963C063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9E8B2-C9CF-6705-E434-AACBA2B2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11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8095-0876-8DA8-16B3-5A32F238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F9952-6626-8B69-DA95-9E5FC0203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903AB-1598-0EF8-112B-6C344866B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BDE80-7500-106C-8F1A-7A0CD019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24594-403F-98CE-B351-629E34E9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DBC1E-9D82-8D8E-44DD-1DDB13ED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60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631D-3610-C43B-5E30-F1DED724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51438-6622-4518-EFF7-9D348BCAD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5A2E9-2FDB-9742-44BD-DBA2F9B3F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AA254-3E2E-D534-8906-32E6E2E3C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C96AA-3B2B-BF70-97C9-A86FCD56F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9884F-E195-D8E1-242F-7BAFC58FD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1FEE5-E72B-8799-8178-1399756E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9AE9F-082B-1AC1-C9A6-DA845CC6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28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8A0C8-0EA0-5A19-F2DE-1866311B6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5E4C3-03E5-BD23-14FD-6986ACA2C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38E1-8133-78D6-51D9-8EB27D7D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47E4A-A899-209B-A912-46705506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25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7CECA-4B45-DCAD-FFF9-BA0CA0B4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A574E-6DE1-A44B-5872-5ED70E1C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AD677-F673-C409-937B-63BE106B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37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7E250-6770-8924-A169-54DFE7B8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F2063-413F-F7E1-44B9-F73029157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81DC3-6A45-9F13-1379-B5BA7C143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41E7C-D7A4-47B8-22D2-EAB65E4C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7DB30-DE52-6380-C7F1-8853606A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F4CBB-7541-ACE8-F5A9-73A07E55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48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91C7-4AF0-D719-05A0-13DFBB51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DF23DE-74E5-79CD-3500-80DAC8A3A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EEB1D-837D-0B29-56BB-C750FEFD2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76ABA-1A0B-0AD4-012D-90D60ACE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F361F-86AF-A6EB-DFD7-2CD0B6E7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8C698-ABC8-3D3F-F0B6-7B5ABE91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38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698B-E275-2FBB-B5EE-DF0ACDD7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7D1EC-B04E-FBC1-FE15-B02A4DFE0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5DBA2-CB14-65C4-1F8B-10671DDC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8D39F-2130-D2E9-9BE4-AE7536264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F11DD-FB8A-1198-2C77-FAEB437E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41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E853B-F60F-AC7E-BAED-CD6C81051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EBC92-747F-0C61-7A43-231E4AD28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05B8D-B55E-1ED8-1FE5-D1DF6FFC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4DD5-DADD-156C-80BE-F1A0091E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1A42-E078-151C-6DEC-BBD751CA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23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0A40D-F5F8-52EA-463E-D5CBE59E6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1DE97-4262-76FC-603E-E858263C8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B7A80-9DCA-658A-0BF3-35539AA2B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9DA6-5D04-491A-9026-34E0FF26F5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F5612-67AD-08A3-AA90-8DC7D5E7A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6E42E-D8B6-5DEC-4672-1250B1345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2B888-5622-428A-A109-689F78245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25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F597-E3F4-DD3A-001E-F9237FBB8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221" y="-1299410"/>
            <a:ext cx="10202779" cy="3509963"/>
          </a:xfrm>
        </p:spPr>
        <p:txBody>
          <a:bodyPr/>
          <a:lstStyle/>
          <a:p>
            <a:r>
              <a:rPr lang="en-IN" b="1" dirty="0"/>
              <a:t>Terraform Providers &amp; Plugins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16E7D-7BAC-72F7-314A-224B00BC2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221" y="1411705"/>
            <a:ext cx="10202779" cy="3846095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Are Providers? (WHAT)</a:t>
            </a:r>
          </a:p>
          <a:p>
            <a:pPr algn="l"/>
            <a:r>
              <a:rPr lang="en-IN" dirty="0"/>
              <a:t>Providers are </a:t>
            </a:r>
            <a:r>
              <a:rPr lang="en-IN" b="1" dirty="0"/>
              <a:t>Terraform components</a:t>
            </a:r>
            <a:r>
              <a:rPr lang="en-IN" dirty="0"/>
              <a:t> that let Terraform communicate with external platforms.</a:t>
            </a:r>
          </a:p>
          <a:p>
            <a:pPr algn="l"/>
            <a:r>
              <a:rPr lang="en-IN" dirty="0"/>
              <a:t>They act as </a:t>
            </a:r>
            <a:r>
              <a:rPr lang="en-IN" b="1" dirty="0"/>
              <a:t>API wrappers</a:t>
            </a:r>
            <a:r>
              <a:rPr lang="en-IN" dirty="0"/>
              <a:t> for AWS, Azure, GCP, Kubernetes, GitHub, Datadog, etc.</a:t>
            </a:r>
          </a:p>
          <a:p>
            <a:pPr algn="l"/>
            <a:r>
              <a:rPr lang="en-IN" dirty="0"/>
              <a:t>Each provider manages multiple </a:t>
            </a:r>
            <a:r>
              <a:rPr lang="en-IN" b="1" dirty="0"/>
              <a:t>resources</a:t>
            </a:r>
            <a:r>
              <a:rPr lang="en-IN" dirty="0"/>
              <a:t> (e.g., EC2, S3, IAM for AWS).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14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26AF3-4ED5-2B4C-B341-F3B093C1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Plugins?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596C9-A71C-524D-8B94-6AB2A13D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Plugins are </a:t>
            </a:r>
            <a:r>
              <a:rPr lang="en-US" b="1" dirty="0"/>
              <a:t>binary executables</a:t>
            </a:r>
            <a:r>
              <a:rPr lang="en-US" dirty="0"/>
              <a:t> Terraform downloads automatically.</a:t>
            </a:r>
          </a:p>
          <a:p>
            <a:r>
              <a:rPr lang="en-US" dirty="0"/>
              <a:t>They implement provider logic.</a:t>
            </a:r>
          </a:p>
          <a:p>
            <a:r>
              <a:rPr lang="en-US" dirty="0"/>
              <a:t>They execute API calls on behalf of Terraform.</a:t>
            </a:r>
          </a:p>
          <a:p>
            <a:r>
              <a:rPr lang="en-US" dirty="0"/>
              <a:t>Terraform installs them during terraform </a:t>
            </a:r>
            <a:r>
              <a:rPr lang="en-US" dirty="0" err="1"/>
              <a:t>init.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40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FED6-1798-307F-F691-3AD9C059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Providers Are Needed?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4279F9-F242-F727-9F12-37B16997CF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3"/>
            <a:ext cx="1090253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providers, Terraform cannot talk to cloud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convert Terraform configuration into actual resource creation.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multi-cloud and hybrid deployments from a single tool.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abstraction layer → simplifies complex API operations.</a:t>
            </a:r>
          </a:p>
        </p:txBody>
      </p:sp>
    </p:spTree>
    <p:extLst>
      <p:ext uri="{BB962C8B-B14F-4D97-AF65-F5344CB8AC3E}">
        <p14:creationId xmlns:p14="http://schemas.microsoft.com/office/powerpoint/2010/main" val="426798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5D0A-BE06-84D0-56F9-79A8D066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Plugins Matter?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29898-24DF-4C7D-4BA4-5109E345B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modularity — you can add/remove providers anytime.</a:t>
            </a:r>
          </a:p>
          <a:p>
            <a:r>
              <a:rPr lang="en-US" dirty="0"/>
              <a:t>Allow Terraform to support </a:t>
            </a:r>
            <a:r>
              <a:rPr lang="en-US" b="1" dirty="0"/>
              <a:t>hundreds of services</a:t>
            </a:r>
            <a:r>
              <a:rPr lang="en-US" dirty="0"/>
              <a:t>.</a:t>
            </a:r>
          </a:p>
          <a:p>
            <a:r>
              <a:rPr lang="en-US" dirty="0"/>
              <a:t>Keep Terraform lightweight (core does not need all providers).</a:t>
            </a:r>
          </a:p>
          <a:p>
            <a:r>
              <a:rPr lang="en-US" dirty="0"/>
              <a:t>Make updates easier — only plugin updates are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86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805F-2804-7E0B-A9D8-6358FE825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Providers Work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76CDD-3FB1-C5D5-D64C-9F8AF46B9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define them in .</a:t>
            </a:r>
            <a:r>
              <a:rPr lang="en-IN" dirty="0" err="1"/>
              <a:t>tf</a:t>
            </a:r>
            <a:r>
              <a:rPr lang="en-IN" dirty="0"/>
              <a:t> file (e.g., provider "</a:t>
            </a:r>
            <a:r>
              <a:rPr lang="en-IN" dirty="0" err="1"/>
              <a:t>aws</a:t>
            </a:r>
            <a:r>
              <a:rPr lang="en-IN" dirty="0"/>
              <a:t>").</a:t>
            </a:r>
          </a:p>
          <a:p>
            <a:r>
              <a:rPr lang="en-IN" dirty="0"/>
              <a:t>Terraform downloads plugins during terraform init.</a:t>
            </a:r>
          </a:p>
          <a:p>
            <a:r>
              <a:rPr lang="en-IN" dirty="0"/>
              <a:t>Terraform reads the </a:t>
            </a:r>
            <a:r>
              <a:rPr lang="en-IN" b="1" dirty="0"/>
              <a:t>provider schema</a:t>
            </a:r>
            <a:r>
              <a:rPr lang="en-IN" dirty="0"/>
              <a:t> (supported resources &amp; data sources).</a:t>
            </a:r>
          </a:p>
          <a:p>
            <a:r>
              <a:rPr lang="en-IN" dirty="0"/>
              <a:t>Executes </a:t>
            </a:r>
            <a:r>
              <a:rPr lang="en-IN" b="1" dirty="0"/>
              <a:t>CRUD operations</a:t>
            </a:r>
            <a:r>
              <a:rPr lang="en-IN" dirty="0"/>
              <a:t> via APIs when running terraform apply.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01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E974-A5BF-347D-3894-4FA774B57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Plugins Work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A81A-D758-FCE5-BC5F-228844136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loads plugin binaries.</a:t>
            </a:r>
          </a:p>
          <a:p>
            <a:r>
              <a:rPr lang="en-US" dirty="0"/>
              <a:t>Communicates with them using </a:t>
            </a:r>
            <a:r>
              <a:rPr lang="en-US" b="1" dirty="0"/>
              <a:t>RPC (Remote Procedure Call)</a:t>
            </a:r>
            <a:r>
              <a:rPr lang="en-US" dirty="0"/>
              <a:t>.</a:t>
            </a:r>
          </a:p>
          <a:p>
            <a:r>
              <a:rPr lang="en-US" dirty="0"/>
              <a:t>Plugin converts desired state → API requests.</a:t>
            </a:r>
          </a:p>
          <a:p>
            <a:r>
              <a:rPr lang="en-US" dirty="0"/>
              <a:t>API response → returned to Terraform → stored in state file.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016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6C27-79A3-0E65-CD3F-1A898FD13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A1136-DB7A-3B09-4771-1FFBA2B60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provider → create EC2, IAM, VPC resources.</a:t>
            </a:r>
          </a:p>
          <a:p>
            <a:r>
              <a:rPr lang="en-IN" dirty="0"/>
              <a:t>Kubernetes provider → deploy pods, services, config maps.</a:t>
            </a:r>
          </a:p>
          <a:p>
            <a:r>
              <a:rPr lang="en-IN" dirty="0"/>
              <a:t>GitHub provider → manage repositories, teams, permissions.</a:t>
            </a:r>
          </a:p>
          <a:p>
            <a:r>
              <a:rPr lang="en-IN" dirty="0"/>
              <a:t>Datadog provider → create monitors &amp; dashboards.</a:t>
            </a:r>
          </a:p>
          <a:p>
            <a:r>
              <a:rPr lang="en-IN" dirty="0"/>
              <a:t>Cloudflare provider → manage DNS records.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5936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6BC6-BB26-5CF1-4D23-8E858C67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(WHY)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8B03E-B644-8A48-EF0B-B2417F797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Multi-cloud flexibility.</a:t>
            </a:r>
          </a:p>
          <a:p>
            <a:r>
              <a:rPr lang="en-IN" dirty="0"/>
              <a:t>Standardized API interaction.</a:t>
            </a:r>
          </a:p>
          <a:p>
            <a:r>
              <a:rPr lang="en-IN" dirty="0"/>
              <a:t>Stable interfaces for DevOps automation.</a:t>
            </a:r>
          </a:p>
          <a:p>
            <a:r>
              <a:rPr lang="en-IN" dirty="0"/>
              <a:t>Plugin updates allow fast integration with new services.</a:t>
            </a:r>
          </a:p>
          <a:p>
            <a:r>
              <a:rPr lang="en-IN" dirty="0"/>
              <a:t>Enables scalable </a:t>
            </a:r>
            <a:r>
              <a:rPr lang="en-IN" dirty="0" err="1"/>
              <a:t>IaC</a:t>
            </a:r>
            <a:r>
              <a:rPr lang="en-IN" dirty="0"/>
              <a:t> design.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774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609B-13B7-FACC-EA48-4F50C84E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D17F4-5CB1-D275-ED60-22E77CC32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Providers</a:t>
            </a:r>
            <a:r>
              <a:rPr lang="en-US" dirty="0"/>
              <a:t> connect Terraform to external systems.</a:t>
            </a:r>
          </a:p>
          <a:p>
            <a:r>
              <a:rPr lang="en-US" b="1" dirty="0"/>
              <a:t>Plugins</a:t>
            </a:r>
            <a:r>
              <a:rPr lang="en-US" dirty="0"/>
              <a:t> implement provider logic using APIs.</a:t>
            </a:r>
          </a:p>
          <a:p>
            <a:r>
              <a:rPr lang="en-US"/>
              <a:t>They together enable Terraform to manage cloud resources reliably and at scale.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883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Providers &amp; Plugins </vt:lpstr>
      <vt:lpstr>What Are Plugins? (WHAT)</vt:lpstr>
      <vt:lpstr>Why Providers Are Needed? (WHY) </vt:lpstr>
      <vt:lpstr>Why Plugins Matter? (WHY) </vt:lpstr>
      <vt:lpstr>How Providers Work (HOW) </vt:lpstr>
      <vt:lpstr>How Plugins Work (HOW) </vt:lpstr>
      <vt:lpstr>Real Use Cases (WHAT) </vt:lpstr>
      <vt:lpstr>Benefits (WHY)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2025-11-20T10:12:04Z</dcterms:created>
  <dcterms:modified xsi:type="dcterms:W3CDTF">2025-11-20T10:12:11Z</dcterms:modified>
</cp:coreProperties>
</file>