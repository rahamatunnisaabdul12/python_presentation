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66D88-09EF-F1D7-A57B-1007D47D6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EEA3E-0B5D-C2E8-5BD5-4719FFFD7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E3717-EB2A-AAF1-B03A-FE9DAFAAA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C484E-0E93-7FA3-B35B-5F1E7033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06C6D-8578-354C-B3F4-D0243A4A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91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87B0-AA44-E6B6-76AE-343E8623A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19B92-C643-97B4-43AE-CC4EFF61D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A323F-A7A3-205F-DA30-A3719099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5B5F5-6794-8DC7-8861-D7DA120D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29523-C71B-D84A-2EB9-C823B8C0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58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73AE-61C0-AFD5-D7B1-AB1A9695B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EE692-E01F-7C59-380B-06EE6241E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06C5E-5AF1-06D9-FA07-C2057577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897E6-1757-1595-40CD-5A336E34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8D400-0C69-71CD-2DE6-8279FB1B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7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DCEF7-D27E-5F86-264D-B9011DDF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52A07-09D6-F1EA-3E4F-3B84DED9C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6357A-E13A-A7A3-3B87-AAB7DDE74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0693A-8DC9-439F-E581-727D34ECD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1C2E1-342C-80C3-D6A0-462805A60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662C9-4EE6-A76C-1E4E-9E4FC177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65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3C8C-CBCD-F0D2-E2DF-7385DF491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8072D-1E64-1CEB-73EB-5EE001775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5E3E7-EA65-46D1-0ED6-C2479A0D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B116CD-9FB5-3BE5-592B-FC924AF3B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376538-E64F-F434-6498-EAF3A03BB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00587-244B-C510-3BA3-2DB3222B9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7F729-F61E-F07D-B7EA-0153E553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822C1F-FAC2-0DB3-0348-A7938CF9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429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AEB6C-AB40-BAFF-8261-CD967EE9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F8DA26-0DFE-7C2D-C3E6-F84BDFFA0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5E4F6-6CD9-5036-0020-00F73FBF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2CF2F-1E2A-16EB-1EE7-565F777EB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73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C9BAF0-624E-1102-0694-AB1D35D4D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700D0-9605-548A-4BB4-5F02A4E78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55B91-96DD-E214-D930-EAAD3547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961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DC1B-C55D-2088-9EF9-33E670C1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9EC18-2A9D-1952-2607-F6D51EDB9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BE74F-EF37-055C-2455-355DA3E2F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08C10-8DF5-F0FC-195A-41368EE43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84666-F8D8-B737-FA13-23899A94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8514A-8F84-BAE1-E0ED-EF361EE4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232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9F7C-7A78-CECD-6AE2-4C85688C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ED4A9-22E3-8BD3-DDA2-3A727D788A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9E4AA-BD94-B9CC-6AC9-9E7960149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B1EFC-9DA5-E84B-B130-2FDC1C376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9ED9F-5E11-9489-B40B-C9A79E8D7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9651B-B58D-E952-FE68-87E12519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42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F34A-93E1-1177-A4C5-0694526ED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30890-1508-7C4F-7013-4AEF21387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B2C2F-C440-C5B7-FFC5-B22A05A7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375BF-EB7E-7D7C-621D-9767161FF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4C860-AB45-B38D-7056-065A88FC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383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C829C-E75E-9D9B-EA23-AACB975F2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E943D-70DC-B210-5B1A-A037A6FF3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560B8-0387-844C-14F3-C6CEF157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6263B-D16F-A667-9811-BE2C4619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DCE7F-DC07-CBB3-A572-E17F8FC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646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073BE-73C6-7157-5BFB-BCBACAC7D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26E5E-9FEF-0C46-6478-97455DC10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8522D-9BF9-E3DB-484F-B6F11F07C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6DD2B-2B24-4892-9006-EE7C417DFB1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2ABF7-4564-FAD8-17EE-BA5A5EFEE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6FB8D-16C2-793C-DBD3-C6CDEC267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72283-34C0-4B28-89FE-2269B0168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60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AA09-62F8-05B2-F539-DF414CF49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2527" y="208547"/>
            <a:ext cx="9705474" cy="16557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Terraform Fundamentals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F150B-5AF1-7A0B-9B0A-056C0E517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1" y="1465847"/>
            <a:ext cx="10106526" cy="3926305"/>
          </a:xfrm>
        </p:spPr>
        <p:txBody>
          <a:bodyPr/>
          <a:lstStyle/>
          <a:p>
            <a:pPr algn="l"/>
            <a:r>
              <a:rPr lang="en-IN" b="1" dirty="0"/>
              <a:t>What is Terraform? (WHAT)</a:t>
            </a:r>
          </a:p>
          <a:p>
            <a:pPr algn="l"/>
            <a:r>
              <a:rPr lang="en-IN" dirty="0"/>
              <a:t>An </a:t>
            </a:r>
            <a:r>
              <a:rPr lang="en-IN" b="1" dirty="0"/>
              <a:t>open-source Infrastructure as Code (</a:t>
            </a:r>
            <a:r>
              <a:rPr lang="en-IN" b="1" dirty="0" err="1"/>
              <a:t>IaC</a:t>
            </a:r>
            <a:r>
              <a:rPr lang="en-IN" b="1" dirty="0"/>
              <a:t>)</a:t>
            </a:r>
            <a:r>
              <a:rPr lang="en-IN" dirty="0"/>
              <a:t> tool by </a:t>
            </a:r>
            <a:r>
              <a:rPr lang="en-IN" dirty="0" err="1"/>
              <a:t>HashiCorp</a:t>
            </a:r>
            <a:r>
              <a:rPr lang="en-IN" dirty="0"/>
              <a:t>.</a:t>
            </a:r>
          </a:p>
          <a:p>
            <a:pPr algn="l"/>
            <a:r>
              <a:rPr lang="en-IN" dirty="0"/>
              <a:t>Allows you to define cloud infrastructure using </a:t>
            </a:r>
            <a:r>
              <a:rPr lang="en-IN" b="1" dirty="0"/>
              <a:t>declarative configuration files</a:t>
            </a:r>
            <a:r>
              <a:rPr lang="en-IN" dirty="0"/>
              <a:t>.</a:t>
            </a:r>
          </a:p>
          <a:p>
            <a:pPr algn="l"/>
            <a:r>
              <a:rPr lang="en-IN" dirty="0"/>
              <a:t>Supports </a:t>
            </a:r>
            <a:r>
              <a:rPr lang="en-IN" b="1" dirty="0"/>
              <a:t>multiple providers</a:t>
            </a:r>
            <a:r>
              <a:rPr lang="en-IN" dirty="0"/>
              <a:t>: AWS, Azure, GCP, Kubernetes, Databases, etc.</a:t>
            </a:r>
          </a:p>
          <a:p>
            <a:pPr algn="l"/>
            <a:r>
              <a:rPr lang="en-IN" dirty="0"/>
              <a:t>Ensures repeatable, consistent provisioning of infrastructure.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8349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6678-7DAD-0786-A648-DBC8392DC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Terraform is Used?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402C2-5103-270F-A94F-148AA2A8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Avoid manual provisioning → reduces human errors.</a:t>
            </a:r>
          </a:p>
          <a:p>
            <a:r>
              <a:rPr lang="en-IN" dirty="0"/>
              <a:t>Enables version-controlled infrastructure (Git).</a:t>
            </a:r>
          </a:p>
          <a:p>
            <a:r>
              <a:rPr lang="en-IN" dirty="0"/>
              <a:t>Helps manage large, multi-cloud environments.</a:t>
            </a:r>
          </a:p>
          <a:p>
            <a:r>
              <a:rPr lang="en-IN" dirty="0"/>
              <a:t>Automatically handles dependency ordering.</a:t>
            </a:r>
          </a:p>
          <a:p>
            <a:r>
              <a:rPr lang="en-IN" dirty="0"/>
              <a:t>Allows teams to collaborate using standardized templates.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100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9A77-A109-EA82-0253-09F460C1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Terraform Works? (HOW)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5B4B-FDD7-55FF-29CF-02B893BBD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Write</a:t>
            </a:r>
            <a:r>
              <a:rPr lang="en-US" dirty="0"/>
              <a:t> configuration (.</a:t>
            </a:r>
            <a:r>
              <a:rPr lang="en-US" dirty="0" err="1"/>
              <a:t>tf</a:t>
            </a:r>
            <a:r>
              <a:rPr lang="en-US" dirty="0"/>
              <a:t>) that describes resources.</a:t>
            </a:r>
          </a:p>
          <a:p>
            <a:r>
              <a:rPr lang="en-US" b="1" dirty="0"/>
              <a:t>Init</a:t>
            </a:r>
            <a:r>
              <a:rPr lang="en-US" dirty="0"/>
              <a:t> downloads providers and sets up environment.</a:t>
            </a:r>
          </a:p>
          <a:p>
            <a:r>
              <a:rPr lang="en-US" b="1" dirty="0"/>
              <a:t>Plan</a:t>
            </a:r>
            <a:r>
              <a:rPr lang="en-US" dirty="0"/>
              <a:t> shows what Terraform will create/change/destroy.</a:t>
            </a:r>
          </a:p>
          <a:p>
            <a:r>
              <a:rPr lang="en-US" b="1" dirty="0"/>
              <a:t>Apply</a:t>
            </a:r>
            <a:r>
              <a:rPr lang="en-US" dirty="0"/>
              <a:t> provisions the resources.</a:t>
            </a:r>
          </a:p>
          <a:p>
            <a:r>
              <a:rPr lang="en-US" b="1" dirty="0"/>
              <a:t>Destroy</a:t>
            </a:r>
            <a:r>
              <a:rPr lang="en-US" dirty="0"/>
              <a:t> removes resources when not needed.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487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830D-A9E2-33A7-931B-7D802580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Terraform Key Concepts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FE85-47C8-7021-05B2-FCAEEB7BB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Providers</a:t>
            </a:r>
            <a:r>
              <a:rPr lang="en-IN" dirty="0"/>
              <a:t> → AWS, Azure, GCP, etc.</a:t>
            </a:r>
          </a:p>
          <a:p>
            <a:r>
              <a:rPr lang="en-IN" b="1" dirty="0"/>
              <a:t>Resources</a:t>
            </a:r>
            <a:r>
              <a:rPr lang="en-IN" dirty="0"/>
              <a:t> → EC2, S3, VPC, Lambda (actual infrastructure).</a:t>
            </a:r>
          </a:p>
          <a:p>
            <a:r>
              <a:rPr lang="en-IN" b="1" dirty="0"/>
              <a:t>Variables</a:t>
            </a:r>
            <a:r>
              <a:rPr lang="en-IN" dirty="0"/>
              <a:t> → dynamic input values.</a:t>
            </a:r>
          </a:p>
          <a:p>
            <a:r>
              <a:rPr lang="en-IN" b="1" dirty="0"/>
              <a:t>State File (</a:t>
            </a:r>
            <a:r>
              <a:rPr lang="en-IN" b="1" dirty="0" err="1"/>
              <a:t>terraform.tfstate</a:t>
            </a:r>
            <a:r>
              <a:rPr lang="en-IN" b="1" dirty="0"/>
              <a:t>)</a:t>
            </a:r>
            <a:r>
              <a:rPr lang="en-IN" dirty="0"/>
              <a:t> → Tracks created resources.</a:t>
            </a:r>
          </a:p>
          <a:p>
            <a:r>
              <a:rPr lang="en-IN" b="1" dirty="0"/>
              <a:t>Modules</a:t>
            </a:r>
            <a:r>
              <a:rPr lang="en-IN" dirty="0"/>
              <a:t> → Reusable pieces of configuration.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26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68781-9AD5-A434-1C7B-A877BA47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Terraform is Powerful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88549-7F10-43B7-B3A3-50BF803C0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 with ANY cloud → true multi-cloud support.</a:t>
            </a:r>
          </a:p>
          <a:p>
            <a:r>
              <a:rPr lang="en-US" dirty="0"/>
              <a:t>Infrastructure is fully automated.</a:t>
            </a:r>
          </a:p>
          <a:p>
            <a:r>
              <a:rPr lang="en-US" dirty="0"/>
              <a:t>Provides visibility through execution plans.</a:t>
            </a:r>
          </a:p>
          <a:p>
            <a:r>
              <a:rPr lang="en-US" dirty="0"/>
              <a:t>Supports remote state locking → prevents conflicts.</a:t>
            </a:r>
          </a:p>
          <a:p>
            <a:r>
              <a:rPr lang="en-US" dirty="0"/>
              <a:t>Enables consistent environments (dev, stage, prod).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724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F553C-6364-9AFB-B568-83A7B7590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Terraform State Works (HOW)</a:t>
            </a:r>
            <a:br>
              <a:rPr lang="en-US" b="1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0DEB-9ACF-E8BC-99C5-24F7B874A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stores infrastructure details in a </a:t>
            </a:r>
            <a:r>
              <a:rPr lang="en-US" b="1" dirty="0"/>
              <a:t>state file</a:t>
            </a:r>
            <a:r>
              <a:rPr lang="en-US" dirty="0"/>
              <a:t>.</a:t>
            </a:r>
          </a:p>
          <a:p>
            <a:r>
              <a:rPr lang="en-US" dirty="0"/>
              <a:t>Used to track what already exists vs. what needs to change.</a:t>
            </a:r>
          </a:p>
          <a:p>
            <a:r>
              <a:rPr lang="en-US" dirty="0"/>
              <a:t>Can be stored remotely in </a:t>
            </a:r>
            <a:r>
              <a:rPr lang="en-US" b="1" dirty="0"/>
              <a:t>S3 + DynamoDB lock</a:t>
            </a:r>
            <a:r>
              <a:rPr lang="en-US" dirty="0"/>
              <a:t>, Azure Blob, etc.</a:t>
            </a:r>
          </a:p>
          <a:p>
            <a:r>
              <a:rPr lang="en-US" dirty="0"/>
              <a:t>Critical for team collaboration.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903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0E8FF-CF0D-D077-6130-730D97645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 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656A4-3DDC-E75C-0D66-B1B7F7D43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Provision an entire VPC network for AWS.</a:t>
            </a:r>
          </a:p>
          <a:p>
            <a:r>
              <a:rPr lang="en-IN" dirty="0"/>
              <a:t>Spin up EC2 clusters, RDS databases, S3 buckets automatically.</a:t>
            </a:r>
          </a:p>
          <a:p>
            <a:r>
              <a:rPr lang="en-IN" dirty="0"/>
              <a:t>Create Kubernetes clusters (EKS, AKS, GKE).</a:t>
            </a:r>
          </a:p>
          <a:p>
            <a:r>
              <a:rPr lang="en-IN" dirty="0"/>
              <a:t>Automate deployment environments (dev → stage → prod).</a:t>
            </a:r>
          </a:p>
          <a:p>
            <a:r>
              <a:rPr lang="en-IN" dirty="0"/>
              <a:t>Standardize infrastructure across teams.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4044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3B5D-3E7D-A6D0-0E1D-C33AE91E2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Benefits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61684-D76A-0A71-B1C9-F84B952F4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Automated, repeatable provisioning.</a:t>
            </a:r>
          </a:p>
          <a:p>
            <a:r>
              <a:rPr lang="en-US" dirty="0"/>
              <a:t>Faster deployments &amp; fewer errors.</a:t>
            </a:r>
          </a:p>
          <a:p>
            <a:r>
              <a:rPr lang="en-US" dirty="0"/>
              <a:t>Scales with large infrastructure.</a:t>
            </a:r>
          </a:p>
          <a:p>
            <a:r>
              <a:rPr lang="en-US" dirty="0"/>
              <a:t>Enables </a:t>
            </a:r>
            <a:r>
              <a:rPr lang="en-US" dirty="0" err="1"/>
              <a:t>GitOps</a:t>
            </a:r>
            <a:r>
              <a:rPr lang="en-US" dirty="0"/>
              <a:t> and DevOps workflows.</a:t>
            </a:r>
          </a:p>
          <a:p>
            <a:r>
              <a:rPr lang="en-US" dirty="0"/>
              <a:t>Supports audit trails via Git commits.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441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7A1A-B17B-E86C-F202-B45727DE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90384-BEE1-D433-AEA4-0B41BCD53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is the foundation for modern </a:t>
            </a:r>
            <a:r>
              <a:rPr lang="en-US" b="1" dirty="0" err="1"/>
              <a:t>IaC</a:t>
            </a:r>
            <a:r>
              <a:rPr lang="en-US" b="1" dirty="0"/>
              <a:t> &amp; DevOps automation</a:t>
            </a:r>
            <a:r>
              <a:rPr lang="en-US" dirty="0"/>
              <a:t>.</a:t>
            </a:r>
          </a:p>
          <a:p>
            <a:r>
              <a:rPr lang="en-US" dirty="0"/>
              <a:t>Helps build scalable, reliable, consistent cloud environments.</a:t>
            </a:r>
          </a:p>
          <a:p>
            <a:r>
              <a:rPr lang="en-US"/>
              <a:t>Reduces manual work and increases team productivity.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416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Fundamentals </vt:lpstr>
      <vt:lpstr>Why Terraform is Used? (WHY) </vt:lpstr>
      <vt:lpstr>How Terraform Works? (HOW) </vt:lpstr>
      <vt:lpstr>Terraform Key Concepts (WHAT)</vt:lpstr>
      <vt:lpstr>Why Terraform is Powerful (WHY) </vt:lpstr>
      <vt:lpstr>How Terraform State Works (HOW)  </vt:lpstr>
      <vt:lpstr>Real Use Cases (WHAT) </vt:lpstr>
      <vt:lpstr>Benefits (WHY)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2025-11-20T09:41:49Z</dcterms:created>
  <dcterms:modified xsi:type="dcterms:W3CDTF">2025-11-20T09:41:54Z</dcterms:modified>
</cp:coreProperties>
</file>