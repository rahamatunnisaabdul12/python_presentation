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FA75F-36D1-9729-99EF-511D749CD2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B52BBC-DFE3-92D0-C33C-9748158B6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E0657-6773-7099-1E59-2FEC67F6F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3256-2E32-4551-9911-B22F58B8819E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D6364-F5D3-86AB-0D62-0D5E653CE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0D973-FA5C-8EBE-E0F3-187191B9C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D95F0-2FC4-4ACC-83CE-6AA73B0FD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441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90A12-D8D6-79F1-684B-8FAB13123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0475D-4E59-0BA4-7DF1-B499266D2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FA579-2E81-869D-E1CC-0650A8E2E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3256-2E32-4551-9911-B22F58B8819E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FC63A-03DB-C8E9-37DF-98EE855A1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B011E-9CC1-A176-A20A-C9C1D0446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D95F0-2FC4-4ACC-83CE-6AA73B0FD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073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2FCF8-62AA-5D02-C1F5-7932F7CBC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25DF0-6339-8725-D99F-BC8B68D6E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24C82-1FA1-8566-1E1F-6CE7320A6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3256-2E32-4551-9911-B22F58B8819E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BCB8C-B4AB-B311-54BD-C0A9A2BB1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16590-8DB0-6EAC-D3CA-345C622A7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D95F0-2FC4-4ACC-83CE-6AA73B0FD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612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94B81-7A38-B51E-EA2B-9FDC6EFC1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74B6F-37D3-A122-F9E6-9A01E14D9A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575CAA-2E26-D1D5-1904-C7FF1D8262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26C21-43B3-31CA-C8A8-EBE445A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3256-2E32-4551-9911-B22F58B8819E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00250-918B-5C05-64A9-A758939B8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1B0E06-FF97-656F-B3A4-14D285B37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D95F0-2FC4-4ACC-83CE-6AA73B0FD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469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91E0E-B064-5A5F-5F06-B17B5FB30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2FC8A-FC74-5F8F-840D-D92814234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6E978-0CFB-E811-AF62-DD477DEDC1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B38979-232C-4B66-03CE-59D01B7BB0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2E7286-5E3C-3F50-EC3F-25FDDCEA0C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A2C5BB-2917-E05F-82A4-C726A7604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3256-2E32-4551-9911-B22F58B8819E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2612B9-7DCA-57EF-7A51-7EBCF982A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B559C9-1165-CC50-9B75-0998C0EA7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D95F0-2FC4-4ACC-83CE-6AA73B0FD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741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587D0-5978-2A01-2F8B-8E565081E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50E296-6069-5913-4723-2FDB06A97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3256-2E32-4551-9911-B22F58B8819E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F50A8-2082-15AD-66CB-E89C3AD8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C40FF8-5E52-6396-3FD2-CC21F0241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D95F0-2FC4-4ACC-83CE-6AA73B0FD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893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7963BB-C577-AD2D-9F62-52045D90D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3256-2E32-4551-9911-B22F58B8819E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DA77F4-49CC-99B6-5D26-60FAB3EE7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046AC-9B22-D13D-C0FD-BCBDD8346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D95F0-2FC4-4ACC-83CE-6AA73B0FD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121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F9627-C240-8837-22B7-8ADC72F88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B3EC1-F13A-6078-1B09-3BC007F3A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D95E65-E768-8751-6213-71CFD4FA3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CAAF0-DEBA-1A91-AC14-50E81C6E6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3256-2E32-4551-9911-B22F58B8819E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470A7B-7768-1429-23A1-4076E45FD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E98793-5087-1FB3-96DE-B522BF4A6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D95F0-2FC4-4ACC-83CE-6AA73B0FD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872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89835-5FAC-839E-B34A-C4B748CF9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82F10C-45FE-6F55-5305-C4664746E5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476A4D-6E23-0254-A1FC-0C85303E4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174970-DFF5-B404-8977-E74325FAB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3256-2E32-4551-9911-B22F58B8819E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1CE93-97B5-1EF6-F3D1-35285790D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6B6359-C7AE-966E-579F-8B4329F12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D95F0-2FC4-4ACC-83CE-6AA73B0FD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546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FB06C-DD03-8210-F158-31FCF0C70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37F70A-9466-030E-5232-0B9310CA31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65B6D-375A-28D5-BC47-C5A236E40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3256-2E32-4551-9911-B22F58B8819E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886A2-BFB8-3EB2-8FCB-5E8FB8C25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DAFF-692A-46D0-1DF8-943D75AD2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D95F0-2FC4-4ACC-83CE-6AA73B0FD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02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8E50B2-0317-63A1-37F4-C8137F0D42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62475D-6E94-F664-BD39-EEAB65580F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C6667-C85F-6A5E-6E7B-857F6BF32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3256-2E32-4551-9911-B22F58B8819E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AF64B-5BE7-B10A-CDB5-D55A408AF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70383-0A07-B6B6-2BB4-3C4793AC4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D95F0-2FC4-4ACC-83CE-6AA73B0FD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841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890A4C-21F1-FEE0-B950-C82203F9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C2BB4-3476-612B-7EE5-36AF98179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FBA18-6FFF-3A3F-71F7-18460B8EBF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73256-2E32-4551-9911-B22F58B8819E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21D70-3A08-BFFE-6315-3AB070C918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A0B7B-4F60-7044-0AA6-2E60242A81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4D95F0-2FC4-4ACC-83CE-6AA73B0FDE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833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18FD6-6819-4257-B66E-1C801059B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2527" y="0"/>
            <a:ext cx="9705474" cy="165576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Terraform State Management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AF30CC-E6B7-1CE0-895F-17F313B2F1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674" y="930442"/>
            <a:ext cx="10411326" cy="432735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is Terraform State? (WHAT)</a:t>
            </a:r>
          </a:p>
          <a:p>
            <a:pPr algn="l"/>
            <a:r>
              <a:rPr lang="en-US" dirty="0"/>
              <a:t>A </a:t>
            </a:r>
            <a:r>
              <a:rPr lang="en-US" b="1" dirty="0"/>
              <a:t>state file</a:t>
            </a:r>
            <a:r>
              <a:rPr lang="en-US" dirty="0"/>
              <a:t> (</a:t>
            </a:r>
            <a:r>
              <a:rPr lang="en-US" dirty="0" err="1"/>
              <a:t>terraform.tfstate</a:t>
            </a:r>
            <a:r>
              <a:rPr lang="en-US" dirty="0"/>
              <a:t>) where Terraform stores information about all managed resources.</a:t>
            </a:r>
          </a:p>
          <a:p>
            <a:pPr algn="l"/>
            <a:r>
              <a:rPr lang="en-US" dirty="0"/>
              <a:t>Contains </a:t>
            </a:r>
            <a:r>
              <a:rPr lang="en-US" b="1" dirty="0"/>
              <a:t>IDs, attributes, dependencies</a:t>
            </a:r>
            <a:r>
              <a:rPr lang="en-US" dirty="0"/>
              <a:t>, and metadata of every created resource.</a:t>
            </a:r>
          </a:p>
          <a:p>
            <a:pPr algn="l"/>
            <a:r>
              <a:rPr lang="en-US" dirty="0"/>
              <a:t>Acts as the “source of truth” for Terraform to understand your current infrastructure.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8523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3BBD7-5529-4545-C905-66FB2ADB4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State Exists? (WHY)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CA59E-11DD-EBA1-8AFA-E2BB56729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Terraform needs to know </a:t>
            </a:r>
            <a:r>
              <a:rPr lang="en-US" b="1" dirty="0"/>
              <a:t>what already exists</a:t>
            </a:r>
            <a:r>
              <a:rPr lang="en-US" dirty="0"/>
              <a:t> to decide what to create/update/delete.</a:t>
            </a:r>
          </a:p>
          <a:p>
            <a:r>
              <a:rPr lang="en-US" dirty="0"/>
              <a:t>Prevents unnecessary recreation of resources.</a:t>
            </a:r>
          </a:p>
          <a:p>
            <a:r>
              <a:rPr lang="en-US" dirty="0"/>
              <a:t>Helps Terraform detect </a:t>
            </a:r>
            <a:r>
              <a:rPr lang="en-US" b="1" dirty="0"/>
              <a:t>drift</a:t>
            </a:r>
            <a:r>
              <a:rPr lang="en-US" dirty="0"/>
              <a:t> when infrastructure changes outside Terraform.</a:t>
            </a:r>
          </a:p>
          <a:p>
            <a:r>
              <a:rPr lang="en-US" dirty="0"/>
              <a:t>Enables fast, efficient planning rather than querying entire cloud API each 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7537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B3EAD-83D1-069E-B5BE-9FD147389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State Works (HOW)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E7761-A8D2-D567-8FE1-DFA6788F7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run terraform apply.</a:t>
            </a:r>
          </a:p>
          <a:p>
            <a:r>
              <a:rPr lang="en-US" dirty="0"/>
              <a:t>Terraform reads existing state (or creates state file if none).</a:t>
            </a:r>
          </a:p>
          <a:p>
            <a:r>
              <a:rPr lang="en-US" dirty="0"/>
              <a:t>Creates/updates resources via provider APIs.</a:t>
            </a:r>
          </a:p>
          <a:p>
            <a:r>
              <a:rPr lang="en-US" dirty="0"/>
              <a:t>Writes final resource details into the state file.</a:t>
            </a:r>
          </a:p>
          <a:p>
            <a:r>
              <a:rPr lang="en-US" dirty="0"/>
              <a:t>Uses this state in future runs to compute differences.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8892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E8CE4-0146-D16F-CB6E-FD0C4F93A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vs Remote State (WHAT)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F6B9B-9340-ECB2-D249-CDA88A787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Local State</a:t>
            </a:r>
            <a:endParaRPr lang="en-US" dirty="0"/>
          </a:p>
          <a:p>
            <a:pPr lvl="1"/>
            <a:r>
              <a:rPr lang="en-US" dirty="0"/>
              <a:t>State stored on your local machine.</a:t>
            </a:r>
          </a:p>
          <a:p>
            <a:pPr lvl="1"/>
            <a:r>
              <a:rPr lang="en-US" dirty="0"/>
              <a:t>Default option, but not safe for teams.</a:t>
            </a:r>
          </a:p>
          <a:p>
            <a:r>
              <a:rPr lang="en-US" b="1" dirty="0"/>
              <a:t>Remote State</a:t>
            </a:r>
            <a:endParaRPr lang="en-US" dirty="0"/>
          </a:p>
          <a:p>
            <a:pPr lvl="1"/>
            <a:r>
              <a:rPr lang="en-US" dirty="0"/>
              <a:t>Stored in S3, Azure Blob, GCS, or Terraform Cloud.</a:t>
            </a:r>
          </a:p>
          <a:p>
            <a:pPr lvl="1"/>
            <a:r>
              <a:rPr lang="en-US" dirty="0"/>
              <a:t>Supports team collaboration, locking, versioning.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0799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3D499-3218-960B-1B1F-A1492BCF5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Remote State? (WHY)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38AD4E-01DD-4C07-5ADF-5EA4E8AA6A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031798"/>
            <a:ext cx="840646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Prevents state corruption in team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 locking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avoids parallel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secure backups and versioning.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multi-user automation pipelines (CI/CD).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Centralizes configuration for Dev/Stage/Prod environments.</a:t>
            </a:r>
          </a:p>
        </p:txBody>
      </p:sp>
    </p:spTree>
    <p:extLst>
      <p:ext uri="{BB962C8B-B14F-4D97-AF65-F5344CB8AC3E}">
        <p14:creationId xmlns:p14="http://schemas.microsoft.com/office/powerpoint/2010/main" val="1602829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C9B6E-C1A0-4F03-42D2-1D3918487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Remote State Works (HOW)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2D20E6-812A-241E-290A-9A23F2A90B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031798"/>
            <a:ext cx="828726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configure a backend (like AWS S3 + DynamoDB lock):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S3 bucket stores state file.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DynamoDB table locks the state during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Terraform automatically reads/writes state from backend.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manual file handling required.</a:t>
            </a:r>
          </a:p>
        </p:txBody>
      </p:sp>
    </p:spTree>
    <p:extLst>
      <p:ext uri="{BB962C8B-B14F-4D97-AF65-F5344CB8AC3E}">
        <p14:creationId xmlns:p14="http://schemas.microsoft.com/office/powerpoint/2010/main" val="2576499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E268D-4F30-9A39-CCD0-854939E41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State Manipulation Use Cases (WHAT)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56021-773F-F447-5B72-8CE75A85D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terraform state list</a:t>
            </a:r>
            <a:r>
              <a:rPr lang="en-IN" dirty="0"/>
              <a:t> → Show all tracked resources.</a:t>
            </a:r>
          </a:p>
          <a:p>
            <a:r>
              <a:rPr lang="en-IN" b="1" dirty="0"/>
              <a:t>terraform state show</a:t>
            </a:r>
            <a:r>
              <a:rPr lang="en-IN" dirty="0"/>
              <a:t> → Display resource attributes.</a:t>
            </a:r>
          </a:p>
          <a:p>
            <a:r>
              <a:rPr lang="en-IN" b="1" dirty="0"/>
              <a:t>terraform state mv</a:t>
            </a:r>
            <a:r>
              <a:rPr lang="en-IN" dirty="0"/>
              <a:t> → Move resources inside state file.</a:t>
            </a:r>
          </a:p>
          <a:p>
            <a:r>
              <a:rPr lang="en-IN" b="1" dirty="0"/>
              <a:t>terraform state rm</a:t>
            </a:r>
            <a:r>
              <a:rPr lang="en-IN" dirty="0"/>
              <a:t> → Remove a resource from Terraform without deleting it.</a:t>
            </a:r>
          </a:p>
          <a:p>
            <a:r>
              <a:rPr lang="en-IN" b="1" dirty="0"/>
              <a:t>terraform import</a:t>
            </a:r>
            <a:r>
              <a:rPr lang="en-IN" dirty="0"/>
              <a:t> → Bring existing cloud resources into Terraform state.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8047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86648-417E-E44C-8B64-84C4E2A8D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Proper State Management (WHY)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72218-5760-78C1-8FAB-6EC37A4F0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Avoids accidental deletion or duplication of resources.</a:t>
            </a:r>
          </a:p>
          <a:p>
            <a:r>
              <a:rPr lang="en-US" dirty="0"/>
              <a:t>Ensures safe collaboration with multiple developers.</a:t>
            </a:r>
          </a:p>
          <a:p>
            <a:r>
              <a:rPr lang="en-US" dirty="0"/>
              <a:t>Provides consistent, predictable deployments.</a:t>
            </a:r>
          </a:p>
          <a:p>
            <a:r>
              <a:rPr lang="en-US" dirty="0"/>
              <a:t>Enables advanced workflows like module refactoring and migrations.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71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1DCCE-08DA-1E70-FF3A-661BA28BF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1CBC7-95C9-B25C-34B7-C4A300AC7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Terraform state tracks the real-world infrastructure Terraform manages.</a:t>
            </a:r>
          </a:p>
          <a:p>
            <a:r>
              <a:rPr lang="en-US" dirty="0"/>
              <a:t>Remote state is essential for teams and production use.</a:t>
            </a:r>
          </a:p>
          <a:p>
            <a:r>
              <a:rPr lang="en-US" dirty="0"/>
              <a:t>Good state management improves stability, security, and scalability of </a:t>
            </a:r>
            <a:r>
              <a:rPr lang="en-US" dirty="0" err="1"/>
              <a:t>IaC</a:t>
            </a:r>
            <a:r>
              <a:rPr lang="en-US"/>
              <a:t>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856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437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Terraform State Management </vt:lpstr>
      <vt:lpstr>Why State Exists? (WHY)</vt:lpstr>
      <vt:lpstr>How State Works (HOW)</vt:lpstr>
      <vt:lpstr>Local vs Remote State (WHAT)</vt:lpstr>
      <vt:lpstr>Why Use Remote State? (WHY)</vt:lpstr>
      <vt:lpstr>How Remote State Works (HOW)</vt:lpstr>
      <vt:lpstr>State Manipulation Use Cases (WHAT) </vt:lpstr>
      <vt:lpstr>Benefits of Proper State Management (WHY)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2025-11-20T10:38:38Z</dcterms:created>
  <dcterms:modified xsi:type="dcterms:W3CDTF">2025-11-20T10:38:44Z</dcterms:modified>
</cp:coreProperties>
</file>