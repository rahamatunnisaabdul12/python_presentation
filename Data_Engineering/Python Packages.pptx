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D8C9-0062-A60D-0E95-749EF7ADB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4B696-C80A-974A-A1C2-612EAE90E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6300D-7AB9-9F94-7C6A-2E4E8FBFA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FC76F-12FE-9A59-ACA2-ED1814A1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78CAA-7B9C-C7A2-77E3-8949DA61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89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CD3D-CAE3-0EF8-804F-5BF70723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01C73-EE77-19EF-D802-AE86B5F68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3D956-22B2-AEE0-9367-7A124459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317A4-6902-98AD-CF93-BEA671AC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DCE03-EF31-DD52-7D96-71458F18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67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0586D-228D-03E1-1C41-596C6B0F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2CDBA-DECE-CD4C-99CE-2B349E5F1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00582-8A22-D91A-2DC2-6249840F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58CC8-F476-2A9E-B12A-B26E03C4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BC6C4-1C6D-75F2-7C9F-7A40E332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85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04A1-0BC8-63FA-D6E4-CA18B330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176D4-32D2-C736-F150-EE4DACF94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F9CFA-EB47-FE6B-7233-CCCDFDDC4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74FC7-D5D7-6995-061F-938E81C74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51E0D-164E-51F6-EA3E-096A69C4E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9C2FF-4894-9579-F5C8-7EFDDE5C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98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D69B-5193-6DE1-F1FB-85392FC22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BC124-F330-F760-489B-CF7CB4ECC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6146A-6E82-0CCC-CDF8-1811EBB9C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CCF622-F166-FE50-F0E6-877365BEC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34CEE-6539-01A3-296E-2785A92B8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B5D4E-B0A3-646C-4EDA-B5C1CEF0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6BF5F-3AC5-629A-9557-1B1E4E18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B370E9-9B31-335B-2E2A-EAA3430D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9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D088-072D-CA16-BEFE-DA023E2A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069DD-FA4D-7B53-3753-064D3AC0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8F60A-D1B1-3829-B5E5-17E0EFA85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24F21-B318-3893-DF4B-A5B4D811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19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43DCE-DEC3-6094-6464-88F8F43B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EF6D7-6014-2D7C-0D89-F5D37568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74E7E-E6E5-949A-16A4-D3CB517E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18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44733-2136-E680-F9C3-EDA050E8B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9A42F-A447-0E89-9605-E8996C8EA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17E7B-D804-492A-6621-A472639A7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0B6B6-9D2A-477D-DACE-BD9E5B20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D0475-11C5-2EED-0609-AE7DBCBF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E397A-8B15-C7D0-71E3-A83DE6BF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5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AAF5-BE40-8069-E7BE-EF83960C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4621D-93CB-5C05-B4DA-9DF45A302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D0F14-585F-3DC5-2383-C03DB94CA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B3B7A-7EAC-D2BE-5EA4-71E9C1C1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DEBE8-04D8-1235-84B2-92ABAC3D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BB032-2CB9-5A20-5BD1-54396572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15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C830-EDBE-21FD-2409-D3A1D383E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5D8BA-808E-BCC3-D455-1B2354364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98BF9-F063-543A-F6EB-EBF77F0A1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67739-56D7-E1D4-8B66-09D563DB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8D104-E640-4C13-64DD-5E24CB1B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84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8B5FB1-85CB-F9C9-B40D-3B4FDA527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9B1A1-1E9C-1B58-4861-172F9C775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A5C96-7E9B-8193-0792-B103AC81E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D5470-97AE-F1F9-D822-B19C5D205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FAB1D-7CB6-2AD2-CEDB-D1E36C39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37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3CC339-6B05-044E-4D45-EF75B18F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F7281-BD9A-8C14-11EE-167376320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BEAF1-91A7-EE60-D4FD-EF58010B8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7422C-3834-4E05-BAE7-2CEB2170ACB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DEA54-4C3F-E108-73F5-63DB12DA4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FC48A-8742-BC61-9241-71ADFCFAE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A15D7-D8B3-40D4-93EA-275550B5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96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F8A9-26E1-0CBF-64C4-1E656504B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769" y="0"/>
            <a:ext cx="9994232" cy="1411705"/>
          </a:xfrm>
        </p:spPr>
        <p:txBody>
          <a:bodyPr/>
          <a:lstStyle/>
          <a:p>
            <a:r>
              <a:rPr lang="en-IN" dirty="0"/>
              <a:t>Python Packages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D6143-280E-9C86-1B9E-FB3BC874F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47" y="2133600"/>
            <a:ext cx="9545053" cy="3124200"/>
          </a:xfrm>
        </p:spPr>
        <p:txBody>
          <a:bodyPr/>
          <a:lstStyle/>
          <a:p>
            <a:r>
              <a:rPr lang="en-US" b="1" dirty="0"/>
              <a:t>Python Packages</a:t>
            </a:r>
            <a:br>
              <a:rPr lang="en-US" dirty="0"/>
            </a:br>
            <a:r>
              <a:rPr lang="en-US" dirty="0"/>
              <a:t>Understanding structure • usage • benefits for real projects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92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CA33-0743-DBE9-25C1-58F3FBED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What Are Python Packages?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3131E-B480-921F-D00F-C802E8E88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Python package is a </a:t>
            </a:r>
            <a:r>
              <a:rPr lang="en-US" b="1" dirty="0"/>
              <a:t>folder</a:t>
            </a:r>
            <a:r>
              <a:rPr lang="en-US" dirty="0"/>
              <a:t> that contains modules and an __init__.py file.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Organizes code into logical units</a:t>
            </a:r>
          </a:p>
          <a:p>
            <a:r>
              <a:rPr lang="en-US" dirty="0"/>
              <a:t>Makes large projects manageable</a:t>
            </a:r>
          </a:p>
          <a:p>
            <a:r>
              <a:rPr lang="en-US" dirty="0"/>
              <a:t>Allows reusability across many scripts</a:t>
            </a:r>
          </a:p>
          <a:p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Create a directory → add .</a:t>
            </a:r>
            <a:r>
              <a:rPr lang="en-US" dirty="0" err="1"/>
              <a:t>py</a:t>
            </a:r>
            <a:r>
              <a:rPr lang="en-US" dirty="0"/>
              <a:t> files → include __init__.py.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22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7B27-15A4-2601-044A-6A5C80B9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Package Structure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ED55E-6856-B362-AEEB-3A18C493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my_package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    __init__.py</a:t>
            </a:r>
          </a:p>
          <a:p>
            <a:pPr marL="0" indent="0">
              <a:buNone/>
            </a:pPr>
            <a:r>
              <a:rPr lang="en-US" dirty="0"/>
              <a:t>    module_a.py</a:t>
            </a:r>
          </a:p>
          <a:p>
            <a:pPr marL="0" indent="0">
              <a:buNone/>
            </a:pPr>
            <a:r>
              <a:rPr lang="en-US" dirty="0"/>
              <a:t>    module_b.py</a:t>
            </a:r>
          </a:p>
          <a:p>
            <a:pPr marL="0" indent="0">
              <a:buNone/>
            </a:pPr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__init__.py tells Python that this folder acts as a package.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0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A0A2-407A-C990-FEEB-29C74003D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We Use Packages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92BEA-AF73-6648-BF7C-BC5DECCF4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long, messy single Python files</a:t>
            </a:r>
          </a:p>
          <a:p>
            <a:r>
              <a:rPr lang="en-US" dirty="0"/>
              <a:t>Group related functionality</a:t>
            </a:r>
          </a:p>
          <a:p>
            <a:r>
              <a:rPr lang="en-US" dirty="0"/>
              <a:t>Improve readability and maintainability</a:t>
            </a:r>
          </a:p>
          <a:p>
            <a:r>
              <a:rPr lang="en-US" dirty="0"/>
              <a:t>Enable team collaboration</a:t>
            </a:r>
          </a:p>
          <a:p>
            <a:r>
              <a:rPr lang="en-US" dirty="0"/>
              <a:t>Make your project production-grade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823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E841-F1C4-2CDA-219B-0AE2557C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Types of Python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C512-7121-29C8-6CB0-320792E32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Built-in packages</a:t>
            </a:r>
            <a:r>
              <a:rPr lang="en-IN" dirty="0"/>
              <a:t> (e.g., </a:t>
            </a:r>
            <a:r>
              <a:rPr lang="en-IN" dirty="0" err="1"/>
              <a:t>json</a:t>
            </a:r>
            <a:r>
              <a:rPr lang="en-IN" dirty="0"/>
              <a:t>, </a:t>
            </a:r>
            <a:r>
              <a:rPr lang="en-IN" dirty="0" err="1"/>
              <a:t>os</a:t>
            </a:r>
            <a:r>
              <a:rPr lang="en-IN" dirty="0"/>
              <a:t>, math)</a:t>
            </a:r>
            <a:br>
              <a:rPr lang="en-IN" dirty="0"/>
            </a:br>
            <a:r>
              <a:rPr lang="en-IN" dirty="0"/>
              <a:t>→ Included with Python installation.</a:t>
            </a:r>
          </a:p>
          <a:p>
            <a:r>
              <a:rPr lang="en-IN" b="1" dirty="0"/>
              <a:t>2. Third-party packages</a:t>
            </a:r>
            <a:r>
              <a:rPr lang="en-IN" dirty="0"/>
              <a:t> (via </a:t>
            </a:r>
            <a:r>
              <a:rPr lang="en-IN" dirty="0" err="1"/>
              <a:t>PyPI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→ Installed using pip install </a:t>
            </a:r>
            <a:r>
              <a:rPr lang="en-IN" dirty="0" err="1"/>
              <a:t>package_name</a:t>
            </a:r>
            <a:r>
              <a:rPr lang="en-IN" dirty="0"/>
              <a:t>.</a:t>
            </a:r>
          </a:p>
          <a:p>
            <a:r>
              <a:rPr lang="en-IN" b="1" dirty="0"/>
              <a:t>3. Custom packages</a:t>
            </a:r>
            <a:br>
              <a:rPr lang="en-IN" dirty="0"/>
            </a:br>
            <a:r>
              <a:rPr lang="en-IN" dirty="0"/>
              <a:t>→ Created by developers for internal project structure.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06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86D0-F5C5-8000-9E3D-1EB0DF7C5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Built-in Python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5DC3-8535-87DA-3909-C0E712906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Commonly used built-in packages:</a:t>
            </a:r>
          </a:p>
          <a:p>
            <a:r>
              <a:rPr lang="en-IN" b="1" dirty="0" err="1"/>
              <a:t>json</a:t>
            </a:r>
            <a:r>
              <a:rPr lang="en-IN" dirty="0"/>
              <a:t> → Handle JSON data</a:t>
            </a:r>
          </a:p>
          <a:p>
            <a:r>
              <a:rPr lang="en-IN" b="1" dirty="0"/>
              <a:t>datetime</a:t>
            </a:r>
            <a:r>
              <a:rPr lang="en-IN" dirty="0"/>
              <a:t> → Work with dates and times</a:t>
            </a:r>
          </a:p>
          <a:p>
            <a:r>
              <a:rPr lang="en-IN" b="1" dirty="0" err="1"/>
              <a:t>os</a:t>
            </a:r>
            <a:r>
              <a:rPr lang="en-IN" dirty="0"/>
              <a:t> → File system operations</a:t>
            </a:r>
          </a:p>
          <a:p>
            <a:r>
              <a:rPr lang="en-IN" b="1" dirty="0"/>
              <a:t>math</a:t>
            </a:r>
            <a:r>
              <a:rPr lang="en-IN" dirty="0"/>
              <a:t> → Mathematical functions</a:t>
            </a:r>
          </a:p>
          <a:p>
            <a:r>
              <a:rPr lang="en-IN" b="1" dirty="0"/>
              <a:t>random</a:t>
            </a:r>
            <a:r>
              <a:rPr lang="en-IN" dirty="0"/>
              <a:t> → Generate random numbers</a:t>
            </a:r>
          </a:p>
          <a:p>
            <a:r>
              <a:rPr lang="en-IN" b="1" dirty="0"/>
              <a:t>Why important:</a:t>
            </a:r>
            <a:br>
              <a:rPr lang="en-IN" dirty="0"/>
            </a:br>
            <a:r>
              <a:rPr lang="en-IN" dirty="0"/>
              <a:t>They help solve everyday problems quickly without extra installation.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347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55E8C-57DE-3242-B7B0-52441D21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Installing External Packages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EB2F9-1037-1A8D-0FA8-165317B4B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2" y="1267326"/>
            <a:ext cx="10808368" cy="490963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External or third-party packages add features not included in Python by default.</a:t>
            </a:r>
          </a:p>
          <a:p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Developers use them for APIs, ML, data engineering, automation, etc.</a:t>
            </a:r>
          </a:p>
          <a:p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Using pip install </a:t>
            </a:r>
            <a:r>
              <a:rPr lang="en-IN" dirty="0" err="1"/>
              <a:t>package_name</a:t>
            </a:r>
            <a:r>
              <a:rPr lang="en-IN" dirty="0"/>
              <a:t>.</a:t>
            </a:r>
          </a:p>
          <a:p>
            <a:r>
              <a:rPr lang="en-IN" b="1" dirty="0"/>
              <a:t>Examples:</a:t>
            </a:r>
            <a:endParaRPr lang="en-IN" dirty="0"/>
          </a:p>
          <a:p>
            <a:r>
              <a:rPr lang="en-IN" dirty="0"/>
              <a:t>requests → API calls</a:t>
            </a:r>
          </a:p>
          <a:p>
            <a:r>
              <a:rPr lang="en-IN" dirty="0"/>
              <a:t>pandas → data processing</a:t>
            </a:r>
          </a:p>
          <a:p>
            <a:r>
              <a:rPr lang="en-IN" dirty="0"/>
              <a:t>boto3 → AWS integrations</a:t>
            </a:r>
          </a:p>
          <a:p>
            <a:r>
              <a:rPr lang="en-IN" dirty="0" err="1"/>
              <a:t>fastapi</a:t>
            </a:r>
            <a:r>
              <a:rPr lang="en-IN" dirty="0"/>
              <a:t> → APIs</a:t>
            </a:r>
          </a:p>
          <a:p>
            <a:r>
              <a:rPr lang="en-IN" dirty="0" err="1"/>
              <a:t>numpy</a:t>
            </a:r>
            <a:r>
              <a:rPr lang="en-IN" dirty="0"/>
              <a:t> → numerical computing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658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E82-E403-E625-06A1-47EE6492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Creating Your Own Package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A0FD-D176-A3CB-8706-3136E9EB4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folder containing modules created by you.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Makes your code reusable</a:t>
            </a:r>
          </a:p>
          <a:p>
            <a:r>
              <a:rPr lang="en-US" dirty="0"/>
              <a:t>Perfect for ETL pipelines, utilities, ML preprocessors</a:t>
            </a:r>
          </a:p>
          <a:p>
            <a:r>
              <a:rPr lang="en-US" dirty="0"/>
              <a:t>Helps maintain clean project architecture</a:t>
            </a:r>
          </a:p>
          <a:p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Organize features → separate into modules → create a package folder.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66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0CB9-7DE8-301D-3387-7E0ED34E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Packages Help in Real Projects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14B02-1CE9-EA6A-5B09-ECD35AE45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Engineering → loaders, transformers, validators</a:t>
            </a:r>
          </a:p>
          <a:p>
            <a:r>
              <a:rPr lang="en-IN" dirty="0"/>
              <a:t>API Development → routes, controllers, services</a:t>
            </a:r>
          </a:p>
          <a:p>
            <a:r>
              <a:rPr lang="en-IN" dirty="0"/>
              <a:t>Machine Learning → preprocess, models, metrics</a:t>
            </a:r>
          </a:p>
          <a:p>
            <a:r>
              <a:rPr lang="en-IN" dirty="0"/>
              <a:t>Automation Tools → logging, utilities, config readers</a:t>
            </a:r>
          </a:p>
          <a:p>
            <a:r>
              <a:rPr lang="en-IN" b="1" dirty="0"/>
              <a:t>Outcome:</a:t>
            </a:r>
            <a:br>
              <a:rPr lang="en-IN" dirty="0"/>
            </a:br>
            <a:r>
              <a:rPr lang="en-IN" dirty="0"/>
              <a:t>Makes your code professional, structured, and easy to debug.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5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BABA-935C-0F2C-8F67-175196A9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ACB2-744A-FD21-4B39-1E8D020CF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 = folders containing reusable Python modules</a:t>
            </a:r>
          </a:p>
          <a:p>
            <a:r>
              <a:rPr lang="en-US" dirty="0"/>
              <a:t>Essential for organizing medium/large applications</a:t>
            </a:r>
          </a:p>
          <a:p>
            <a:r>
              <a:rPr lang="en-US" dirty="0"/>
              <a:t>Used for imports, modular design, and clean architecture</a:t>
            </a:r>
          </a:p>
          <a:p>
            <a:r>
              <a:rPr lang="en-US" dirty="0"/>
              <a:t>Built-in, external, and custom packages all play key roles</a:t>
            </a:r>
          </a:p>
          <a:p>
            <a:r>
              <a:rPr lang="en-US" dirty="0"/>
              <a:t>A must-know concept for real-world Python development</a:t>
            </a:r>
          </a:p>
          <a:p>
            <a:br>
              <a:rPr lang="en-US"/>
            </a:b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933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Python Packages</vt:lpstr>
      <vt:lpstr>What Are Python Packages?</vt:lpstr>
      <vt:lpstr>Package Structure </vt:lpstr>
      <vt:lpstr>Why We Use Packages </vt:lpstr>
      <vt:lpstr>Types of Python Packages</vt:lpstr>
      <vt:lpstr>Built-in Python Packages</vt:lpstr>
      <vt:lpstr>Installing External Packages </vt:lpstr>
      <vt:lpstr>Creating Your Own Package </vt:lpstr>
      <vt:lpstr>How Packages Help in Real Projects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2025-11-18T09:28:48Z</dcterms:created>
  <dcterms:modified xsi:type="dcterms:W3CDTF">2025-11-18T09:29:06Z</dcterms:modified>
</cp:coreProperties>
</file>