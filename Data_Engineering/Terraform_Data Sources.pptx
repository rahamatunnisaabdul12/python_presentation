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1E03-A823-64B7-261A-7F67A82E5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0FC7C-D09A-98D2-BF5E-146A3406F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06EDA-F1F3-804F-FBC9-101E0685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3C558-9324-BAD2-3E2E-62FABB01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D3852-426B-7644-3C7A-F9E4E5BF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20A5-42A0-B657-07A0-9D3D8094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11B9B-98A4-28BA-ED2B-AE2478E9A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B4D81-6F61-36CF-12C5-9F92B4CB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97FD8-F7D3-0D02-386F-542AECA6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F5601-77C7-61A5-E74D-D82A7924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89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AB35-6C47-1B97-34BC-4C37AF2F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34CB4-05AF-4AA4-FD3A-F5E44A087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B08E8-B119-F9CE-3E22-523E165C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B78E9-1FE3-EE9C-515F-02D90657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91219-3A31-B03E-CA6A-54C2AD2F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4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B3F0-5917-2107-C1B8-B508609D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62887-D61E-1ADF-993D-D18FB12C5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4990E-96BE-0EF3-DD3C-8F01227A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59400-2D1B-CD9B-9618-EE2485F0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D9DB5-48F2-0C91-DC65-7B64BAEC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2371D-6C80-ACA9-31F5-C34F1D95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4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7DDF-7915-0EBE-AF83-015A35B0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F9930-2032-4A2B-8943-B17820A79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4928D-1FC5-E7CD-D6D4-C971A65E6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413DF-7F84-AB88-0320-75CA18C91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6B4E8-0803-964F-8F6A-907DD59B5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FCD4E-8141-9FCF-0739-3407EE73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FE9C6-EFB8-326C-5959-07FEAB6A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E9A57-0215-C2A7-C163-45F3A9AD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06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49924-BB54-F541-2024-831EF7EB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C07B2-CDB9-6DB0-A393-5F0C05B1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A5D8D-4E1B-DEC2-A979-D45C61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FB6A5-BF96-764D-8B8A-E15E7B40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18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E5235-AE6F-FFEC-1D9D-9CCB36C6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4E77C-94E8-6CB5-B971-11ED8098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2C1D0-C79E-78AD-0C8B-FDD633FA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27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EEF0-46C7-2633-F493-8E604C27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4F093-0C9F-94D6-C640-3DEF9FD44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5FC8B-6113-D4E8-7226-D2C87FF54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FB259-B590-B030-E477-FACD1F9A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C3FED-0BDA-C29C-15B1-6C78E3DA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9A0E2-47F7-61B4-B6A8-B54C551E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22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2C2C-D9BD-66BA-7F8E-F5D12F31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03BA2-FF43-C00D-7917-E2AE7E5E3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371D6-4D73-9025-57EC-27227525C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870B2-5806-F20A-4AE0-F93EC1C2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72193-1661-B9F6-54CD-5B7FEFBD6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A8D78-04C0-FE6C-BEE0-6CDAF996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77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30E6-C693-7F28-C2B9-FB80D8AB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8E0D6-31DB-2E67-7838-95E37BD4F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75BCF-16B1-288E-E399-BC3D9999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0077E-5108-3E16-2195-F83284FD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BE089-AF2D-86DE-ABCD-815E741A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8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459A3E-6A6C-FC5C-0D46-33FD7B07E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D055A-687B-67BD-3DD6-7018539A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11EB2-1B5D-8A26-D30D-200BECB5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9BCA4-FAF3-7B57-A3A0-DC276EFA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E884D-594D-130B-425D-F797949A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06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C79B7C-6F79-CD9E-74FA-494B21DBC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4F1AF-6DE0-98DA-28A6-0D6F3D09D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6A4B1-ADD3-D69B-6EDF-E4185CAEE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B05E-6A07-46FE-B49C-4171E1AA94A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3417D-3BD7-8832-54A5-79C6933FA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F91D7-D237-F4A5-B93A-A29509BDF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2F64F-99EF-4353-93EB-ABD5EFC4A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36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905D-C77E-64C3-74B9-E3A9CF43E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8" y="160421"/>
            <a:ext cx="10299032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Terraform: Data Sources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202CC-C2EB-22EE-6164-F7FA343EF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642" y="1816183"/>
            <a:ext cx="10042358" cy="344161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Data Sources? (WHAT)</a:t>
            </a:r>
          </a:p>
          <a:p>
            <a:pPr algn="l"/>
            <a:r>
              <a:rPr lang="en-US" dirty="0"/>
              <a:t>Data Sources allow Terraform to </a:t>
            </a:r>
            <a:r>
              <a:rPr lang="en-US" b="1" dirty="0"/>
              <a:t>read existing information</a:t>
            </a:r>
            <a:r>
              <a:rPr lang="en-US" dirty="0"/>
              <a:t> from cloud providers.</a:t>
            </a:r>
          </a:p>
          <a:p>
            <a:pPr algn="l"/>
            <a:r>
              <a:rPr lang="en-US" dirty="0"/>
              <a:t>They do NOT create resources; they </a:t>
            </a:r>
            <a:r>
              <a:rPr lang="en-US" b="1" dirty="0"/>
              <a:t>retrieve</a:t>
            </a:r>
            <a:r>
              <a:rPr lang="en-US" dirty="0"/>
              <a:t> them.</a:t>
            </a:r>
          </a:p>
          <a:p>
            <a:pPr algn="l"/>
            <a:r>
              <a:rPr lang="en-US" dirty="0"/>
              <a:t>Used to reference objects already created in AWS, Azure, GCP, or other systems.</a:t>
            </a:r>
          </a:p>
          <a:p>
            <a:pPr algn="l"/>
            <a:r>
              <a:rPr lang="en-US" dirty="0"/>
              <a:t>Helps Terraform understand external or pre-existing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090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C9BE-02A0-A215-DA93-DFB03558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Data Sources Are Important?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86BB4-4C46-B510-0ACA-F7A6F60EC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Avoids hardcoding IDs, ARNs, names, or endpoints.</a:t>
            </a:r>
          </a:p>
          <a:p>
            <a:r>
              <a:rPr lang="en-US" dirty="0"/>
              <a:t>Makes configurations </a:t>
            </a:r>
            <a:r>
              <a:rPr lang="en-US" b="1" dirty="0"/>
              <a:t>accurate and dynamic</a:t>
            </a:r>
            <a:r>
              <a:rPr lang="en-US" dirty="0"/>
              <a:t>.</a:t>
            </a:r>
          </a:p>
          <a:p>
            <a:r>
              <a:rPr lang="en-US" dirty="0"/>
              <a:t>Useful when resources are created outside Terraform.</a:t>
            </a:r>
          </a:p>
          <a:p>
            <a:r>
              <a:rPr lang="en-US" dirty="0"/>
              <a:t>Enables sharing infrastructure across teams and projects.</a:t>
            </a:r>
          </a:p>
          <a:p>
            <a:r>
              <a:rPr lang="en-US" dirty="0"/>
              <a:t>Supports automation across multi-environment deployments.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68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9C99-A921-1FF7-7385-2FE377D8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Data Sources Work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14083-E22E-0EC0-6999-EA3264467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reads the .</a:t>
            </a:r>
            <a:r>
              <a:rPr lang="en-US" dirty="0" err="1"/>
              <a:t>tf</a:t>
            </a:r>
            <a:r>
              <a:rPr lang="en-US" dirty="0"/>
              <a:t> configuration.</a:t>
            </a:r>
          </a:p>
          <a:p>
            <a:r>
              <a:rPr lang="en-US" dirty="0"/>
              <a:t>The data block queries the provider’s API.</a:t>
            </a:r>
          </a:p>
          <a:p>
            <a:r>
              <a:rPr lang="en-US" dirty="0"/>
              <a:t>Terraform retrieves real-time values from the cloud.</a:t>
            </a:r>
          </a:p>
          <a:p>
            <a:r>
              <a:rPr lang="en-US" dirty="0"/>
              <a:t>You reference the fetched values in resources or modules.</a:t>
            </a:r>
          </a:p>
          <a:p>
            <a:r>
              <a:rPr lang="en-US" dirty="0"/>
              <a:t>Terraform stores results in the state for future plans.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356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4A3F-3FC6-5F43-5C9B-B879A45C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Data Sources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229CC-9B33-0C2D-2FE8-69F8356EE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 Terraform data sources include:</a:t>
            </a:r>
          </a:p>
          <a:p>
            <a:r>
              <a:rPr lang="en-IN" dirty="0" err="1"/>
              <a:t>aws_ami</a:t>
            </a:r>
            <a:r>
              <a:rPr lang="en-IN" dirty="0"/>
              <a:t> → Get latest Linux/Ubuntu AMI.</a:t>
            </a:r>
          </a:p>
          <a:p>
            <a:r>
              <a:rPr lang="en-IN" dirty="0" err="1"/>
              <a:t>aws_vpc</a:t>
            </a:r>
            <a:r>
              <a:rPr lang="en-IN" dirty="0"/>
              <a:t> → Fetch existing VPC.</a:t>
            </a:r>
          </a:p>
          <a:p>
            <a:r>
              <a:rPr lang="en-IN" dirty="0" err="1"/>
              <a:t>aws_subnet_ids</a:t>
            </a:r>
            <a:r>
              <a:rPr lang="en-IN" dirty="0"/>
              <a:t> → Get subnet list.</a:t>
            </a:r>
          </a:p>
          <a:p>
            <a:r>
              <a:rPr lang="en-IN" dirty="0" err="1"/>
              <a:t>aws_iam_role</a:t>
            </a:r>
            <a:r>
              <a:rPr lang="en-IN" dirty="0"/>
              <a:t> → Get IAM roles created manually.</a:t>
            </a:r>
          </a:p>
          <a:p>
            <a:r>
              <a:rPr lang="en-IN" dirty="0"/>
              <a:t>aws_s3_bucket → Read bucket info.</a:t>
            </a:r>
          </a:p>
          <a:p>
            <a:r>
              <a:rPr lang="en-IN" dirty="0" err="1"/>
              <a:t>azurerm_resource_group</a:t>
            </a:r>
            <a:r>
              <a:rPr lang="en-IN" dirty="0"/>
              <a:t>, </a:t>
            </a:r>
            <a:r>
              <a:rPr lang="en-IN" dirty="0" err="1"/>
              <a:t>google_compute_network</a:t>
            </a:r>
            <a:r>
              <a:rPr lang="en-IN" dirty="0"/>
              <a:t>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05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BD83-FC8C-637A-4BA9-45322D2F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Use Data Sources Instead of Hardcoding?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40629-8624-3FA0-934E-BEC393DF4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Use Data Sources Instead of Hardcoding? (WHY)</a:t>
            </a:r>
          </a:p>
          <a:p>
            <a:r>
              <a:rPr lang="en-US" dirty="0"/>
              <a:t>Prevents outdated values in configs.</a:t>
            </a:r>
          </a:p>
          <a:p>
            <a:r>
              <a:rPr lang="en-US" dirty="0"/>
              <a:t>Automatically adapts to cloud updates (e.g., new AMI versions).</a:t>
            </a:r>
          </a:p>
          <a:p>
            <a:r>
              <a:rPr lang="en-US" dirty="0"/>
              <a:t>Ensures cross-team consistency using shared resources.</a:t>
            </a:r>
          </a:p>
          <a:p>
            <a:r>
              <a:rPr lang="en-US" dirty="0"/>
              <a:t>Reduces risk of breaking deployments due to wrong IDs.</a:t>
            </a:r>
          </a:p>
          <a:p>
            <a:r>
              <a:rPr lang="en-US" dirty="0"/>
              <a:t>Supports dynamic lookups during provisioning.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04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5BCA-FFF5-B99A-DF79-7BD4E4AD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Data Sources Integrate with Resources (HOW)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3703-3B38-7361-606E-15421A57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sources supply values to resource blocks:</a:t>
            </a:r>
          </a:p>
          <a:p>
            <a:pPr lvl="1"/>
            <a:r>
              <a:rPr lang="en-IN" dirty="0"/>
              <a:t>Example: Using VPC/Subnet IDs fetched from cloud.</a:t>
            </a:r>
          </a:p>
          <a:p>
            <a:r>
              <a:rPr lang="en-IN" dirty="0"/>
              <a:t>Makes modules more reusable.</a:t>
            </a:r>
          </a:p>
          <a:p>
            <a:r>
              <a:rPr lang="en-IN" dirty="0"/>
              <a:t>Allows using </a:t>
            </a:r>
            <a:r>
              <a:rPr lang="en-IN" b="1" dirty="0"/>
              <a:t>existing infrastructure</a:t>
            </a:r>
            <a:r>
              <a:rPr lang="en-IN" dirty="0"/>
              <a:t> without rebuilding.</a:t>
            </a:r>
          </a:p>
          <a:p>
            <a:r>
              <a:rPr lang="en-IN" dirty="0"/>
              <a:t>Supports hybrid setups (manual + Terraform-managed resources).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28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D2C7-9207-4008-E0EA-CC490EF8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59A6D-6EF8-8C63-D5AE-C5931C1BF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Fetch latest AMI to launch EC2 instances automatically.</a:t>
            </a:r>
          </a:p>
          <a:p>
            <a:r>
              <a:rPr lang="en-IN" dirty="0"/>
              <a:t>Read VPC ID for creating subnets or security groups.</a:t>
            </a:r>
          </a:p>
          <a:p>
            <a:r>
              <a:rPr lang="en-IN" dirty="0"/>
              <a:t>Fetch existing IAM roles for Lambda or ECS.</a:t>
            </a:r>
          </a:p>
          <a:p>
            <a:r>
              <a:rPr lang="en-IN" dirty="0"/>
              <a:t>Retrieve S3 bucket details for application configs.</a:t>
            </a:r>
          </a:p>
          <a:p>
            <a:r>
              <a:rPr lang="en-IN" dirty="0"/>
              <a:t>Resolve secrets from external systems (SSM, Secrets Manager).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764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FFEC-1F43-F099-6544-9DA58053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Data Sources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D256F-2726-DB27-EEDC-6762B818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Benefits of Data Sources (WHY)</a:t>
            </a:r>
          </a:p>
          <a:p>
            <a:r>
              <a:rPr lang="en-IN" dirty="0"/>
              <a:t>Zero manual ID tracking.</a:t>
            </a:r>
          </a:p>
          <a:p>
            <a:r>
              <a:rPr lang="en-IN" dirty="0"/>
              <a:t>Infrastructure stays consistent &amp; up-to-date.</a:t>
            </a:r>
          </a:p>
          <a:p>
            <a:r>
              <a:rPr lang="en-IN" dirty="0"/>
              <a:t>Works perfectly in multi-account/multi-region setups.</a:t>
            </a:r>
          </a:p>
          <a:p>
            <a:r>
              <a:rPr lang="en-IN" dirty="0"/>
              <a:t>Enables true modular </a:t>
            </a:r>
            <a:r>
              <a:rPr lang="en-IN" dirty="0" err="1"/>
              <a:t>IaC</a:t>
            </a:r>
            <a:r>
              <a:rPr lang="en-IN" dirty="0"/>
              <a:t> patterns.</a:t>
            </a:r>
          </a:p>
          <a:p>
            <a:r>
              <a:rPr lang="en-IN" dirty="0"/>
              <a:t>Reduces Terraform code duplication.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637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ED50-7266-BFED-5672-BB26CFF3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FA486-90E9-8AEA-77A1-2BDC0D7FC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Sources help Terraform </a:t>
            </a:r>
            <a:r>
              <a:rPr lang="en-US" b="1" dirty="0"/>
              <a:t>read existing cloud resources</a:t>
            </a:r>
            <a:r>
              <a:rPr lang="en-US" dirty="0"/>
              <a:t>.</a:t>
            </a:r>
          </a:p>
          <a:p>
            <a:r>
              <a:rPr lang="en-US" dirty="0"/>
              <a:t>They increase automation, accuracy, and flexibility.</a:t>
            </a:r>
          </a:p>
          <a:p>
            <a:r>
              <a:rPr lang="en-US"/>
              <a:t>Essential for scalable, maintainable Infrastructure as Code.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59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Terraform: Data Sources </vt:lpstr>
      <vt:lpstr>Why Data Sources Are Important? (WHY) </vt:lpstr>
      <vt:lpstr>How Data Sources Work (HOW) </vt:lpstr>
      <vt:lpstr>Examples of Data Sources (WHAT) </vt:lpstr>
      <vt:lpstr>Why Use Data Sources Instead of Hardcoding? (WHY) </vt:lpstr>
      <vt:lpstr>How Data Sources Integrate with Resources (HOW)</vt:lpstr>
      <vt:lpstr>Real Use Cases (WHAT) </vt:lpstr>
      <vt:lpstr>Benefits of Data Sources (WHY)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2025-11-20T10:24:06Z</dcterms:created>
  <dcterms:modified xsi:type="dcterms:W3CDTF">2025-11-20T10:24:34Z</dcterms:modified>
</cp:coreProperties>
</file>