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ADFF-1674-236E-C95E-F32E73CBF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54B23-CEED-6E36-22DA-7DBEEA52A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6ED98-48F9-F54D-DC3C-BD27C4D6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536-5759-46B4-9335-A06643FEC89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4B30B-19A2-C700-AF4D-B361DA9E0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823A1-20DD-425E-9694-9BF51529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310A-F0A4-402A-BE55-3D88CB00B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931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0A126-58D3-61E5-209E-94B127464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A62AD-6AC4-6BE1-30F0-D619C8F81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C49AC-A136-484A-AC15-1258C12B5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536-5759-46B4-9335-A06643FEC89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A6362-7DB4-86C0-F69A-DD05DB47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10DD3-8A99-A5CA-C985-2286B4E6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310A-F0A4-402A-BE55-3D88CB00B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33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38F92-2B04-B435-D216-ED9E2D6DE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8FCD8-F4ED-A75D-E500-A44D9A5CB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DFACD-9C31-D12B-A029-D88ED4CD1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536-5759-46B4-9335-A06643FEC89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1A5A3-7D67-DDFD-E692-CD26AC2F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F6A78-188D-2983-0533-6142F2B9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310A-F0A4-402A-BE55-3D88CB00B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311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C0B44-5122-30C6-E7F5-395D1739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6448F-7FE9-6A64-3C15-2682B0E84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329BC-E8E4-D915-1415-41EAE93FC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E55B7-9666-6E60-3322-455C35F16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536-5759-46B4-9335-A06643FEC89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18D0F-5E07-2EBF-0FFD-D1B74A6A1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2B17C-67A3-91E8-7D3B-E05156E1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310A-F0A4-402A-BE55-3D88CB00B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572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5F3FA-A309-4D98-5A32-60C3B32FA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9B6FD-A544-5C2E-32E9-4E6718D39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31167-8201-D88B-33C8-74A97B947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4BBFB0-96F1-F91C-0F89-14AF5CEFF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EC52F6-683A-D064-F3D7-BF53D2611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A9E11B-1F89-43B6-C768-1CD6E315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536-5759-46B4-9335-A06643FEC89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D9114D-AE3F-6796-1B68-79DEA0158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B09602-0A5D-1576-E415-D73DE94C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310A-F0A4-402A-BE55-3D88CB00B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906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E5FD-7827-66C1-54BD-2A36210A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4E9540-B733-B238-66E5-5F9A3CE35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536-5759-46B4-9335-A06643FEC89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AB4B91-D056-15A2-189E-228E85518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DBBE9-3353-B4A8-2927-E1243F59C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310A-F0A4-402A-BE55-3D88CB00B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429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7C0F4-683C-37A0-859A-3CEF21B7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536-5759-46B4-9335-A06643FEC89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B985E6-2F9A-33FB-F149-44DCF1C82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D7DEA-3E7E-82E3-0DD4-A6BD1715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310A-F0A4-402A-BE55-3D88CB00B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02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3B44D-AD27-8943-CFF2-45791A6B1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8A922-6C72-3544-B6C0-4F1CBE515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A9525-5545-23EE-A1D0-9EB2EE1D1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DFA0C-331E-4313-CE4D-CDF7C135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536-5759-46B4-9335-A06643FEC89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0225F-1CB4-375C-5374-DFB0FD0D9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B0BF8-7FBC-ED28-C262-7F24AD2F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310A-F0A4-402A-BE55-3D88CB00B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65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7A828-83E3-FA6F-8B93-B29AD1894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C61CB-EC26-8237-FF27-7BFEA6ACF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F7784-562A-509B-FDC8-7814B8A3B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6D754-1C39-EBFF-3973-6ED831870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536-5759-46B4-9335-A06643FEC89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A8101-B946-E712-9D97-9A959666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3ADD3-2DA1-B56F-B2D5-9FC59C585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310A-F0A4-402A-BE55-3D88CB00B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77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2932E-FE44-B4FD-DE09-68F917A1C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45116-AD11-5D8A-21A2-CAC23C9C0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D13A4-70D0-4341-5537-142A2B9C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536-5759-46B4-9335-A06643FEC89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147D2-7E6D-BDEC-317A-77CB1FD9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637D0-F3D6-6753-5086-28C62AE1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310A-F0A4-402A-BE55-3D88CB00B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89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12D602-68C5-0C5B-A415-98FF2B81B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F37E5-BD5B-284C-650A-32099C1AD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7C86F-7D4D-CEF2-B9ED-827FFA24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5B536-5759-46B4-9335-A06643FEC89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CC75C-1C0E-11D9-1E40-12633B0E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8A47B-49EC-2C6A-0EFF-DEEA88A0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310A-F0A4-402A-BE55-3D88CB00B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039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E3C19-287C-1AE2-2D5B-83A55A95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3FBE3-40CD-46A8-6029-DF7FEDAED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4077C-7C5E-F764-17DF-95739E6BE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5B536-5759-46B4-9335-A06643FEC89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682B9-1BCF-8F4D-2579-688E7E7FD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416AF-971E-A0BF-7465-9E6B84B34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E310A-F0A4-402A-BE55-3D88CB00BF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39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1B7C-94DA-0F1E-9342-81C4ACB9F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968" y="0"/>
            <a:ext cx="10299032" cy="2213811"/>
          </a:xfrm>
        </p:spPr>
        <p:txBody>
          <a:bodyPr/>
          <a:lstStyle/>
          <a:p>
            <a:r>
              <a:rPr lang="en-IN" b="1" dirty="0"/>
              <a:t>Big Data Platform – Hive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8176B-03E9-3983-44EE-12DBCD6A5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968" y="2037347"/>
            <a:ext cx="10299032" cy="322045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Apache Hive?</a:t>
            </a:r>
          </a:p>
          <a:p>
            <a:pPr algn="l"/>
            <a:r>
              <a:rPr lang="en-US" b="1" dirty="0"/>
              <a:t>WHAT:</a:t>
            </a:r>
            <a:endParaRPr lang="en-US" dirty="0"/>
          </a:p>
          <a:p>
            <a:pPr algn="l"/>
            <a:r>
              <a:rPr lang="en-US" dirty="0"/>
              <a:t>A data warehouse system built on top of Hadoop.</a:t>
            </a:r>
          </a:p>
          <a:p>
            <a:pPr algn="l"/>
            <a:r>
              <a:rPr lang="en-US" dirty="0"/>
              <a:t>Converts SQL-like queries (HiveQL) into MapReduce/Spark jobs.</a:t>
            </a:r>
          </a:p>
          <a:p>
            <a:pPr algn="l"/>
            <a:r>
              <a:rPr lang="en-US" dirty="0"/>
              <a:t>Used for querying large datasets stored in HDFS or cloud storage.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9220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8ABC-3487-82E2-509D-AEB2964C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Hive is Needed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4DB49-B34B-AEE5-3B59-4523DD0CE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Makes big data analysis easy using familiar SQL syntax.</a:t>
            </a:r>
          </a:p>
          <a:p>
            <a:r>
              <a:rPr lang="en-US" dirty="0"/>
              <a:t>Allows querying terabytes/petabytes of data efficiently.</a:t>
            </a:r>
          </a:p>
          <a:p>
            <a:r>
              <a:rPr lang="en-US" dirty="0"/>
              <a:t>Reduces complexity by avoiding writing MapReduce code manually.</a:t>
            </a:r>
          </a:p>
          <a:p>
            <a:r>
              <a:rPr lang="en-US" dirty="0"/>
              <a:t>Works well for batch processing.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210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0800F-2916-5BC8-DA6B-511C3CF12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Hive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20726-A7D4-3C44-2E94-82C5E618E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User writes </a:t>
            </a:r>
            <a:r>
              <a:rPr lang="en-US" b="1" dirty="0"/>
              <a:t>HiveQL</a:t>
            </a:r>
            <a:r>
              <a:rPr lang="en-US" dirty="0"/>
              <a:t> queries.</a:t>
            </a:r>
          </a:p>
          <a:p>
            <a:r>
              <a:rPr lang="en-US" dirty="0"/>
              <a:t>Hive converts queries into </a:t>
            </a:r>
            <a:r>
              <a:rPr lang="en-US" b="1" dirty="0"/>
              <a:t>MapReduce/Spark jobs</a:t>
            </a:r>
            <a:r>
              <a:rPr lang="en-US" dirty="0"/>
              <a:t>.</a:t>
            </a:r>
          </a:p>
          <a:p>
            <a:r>
              <a:rPr lang="en-US" dirty="0"/>
              <a:t>Executes jobs on a Hadoop cluster.</a:t>
            </a:r>
          </a:p>
          <a:p>
            <a:r>
              <a:rPr lang="en-US" dirty="0"/>
              <a:t>Returns results like a database system.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5431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6BE27-925B-F9EE-3562-4B592E10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Hive Architecture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69E94-193D-68E7-AF66-88428B99C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Key components:</a:t>
            </a:r>
          </a:p>
          <a:p>
            <a:r>
              <a:rPr lang="en-US" dirty="0"/>
              <a:t>HiveQL language</a:t>
            </a:r>
          </a:p>
          <a:p>
            <a:r>
              <a:rPr lang="en-US" dirty="0" err="1"/>
              <a:t>Metastore</a:t>
            </a:r>
            <a:r>
              <a:rPr lang="en-US" dirty="0"/>
              <a:t> (stores table schema)</a:t>
            </a:r>
          </a:p>
          <a:p>
            <a:r>
              <a:rPr lang="en-US" dirty="0"/>
              <a:t>Driver &amp; Compiler</a:t>
            </a:r>
          </a:p>
          <a:p>
            <a:r>
              <a:rPr lang="en-US" dirty="0"/>
              <a:t>Execution engine (MapReduce/Spark/YARN)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9454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2F9AB-8415-8B35-16FC-0646FBAF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Hive Architecture (Why)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B118-E61D-DE2C-DB89-6B343B71A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Separates compute from metadata.</a:t>
            </a:r>
          </a:p>
          <a:p>
            <a:r>
              <a:rPr lang="en-US" dirty="0"/>
              <a:t>Enables scalability and parallel execution.</a:t>
            </a:r>
          </a:p>
          <a:p>
            <a:r>
              <a:rPr lang="en-US" dirty="0"/>
              <a:t>Makes schema management easy for big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522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775C-361C-E504-B34E-F849577CD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Hive Architecture (How)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D6C41-7133-E4A9-2029-9463E110E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Data stored in HDFS/S3</a:t>
            </a:r>
          </a:p>
          <a:p>
            <a:r>
              <a:rPr lang="en-US" dirty="0"/>
              <a:t>Tables defined in Hive </a:t>
            </a:r>
            <a:r>
              <a:rPr lang="en-US" dirty="0" err="1"/>
              <a:t>Metastore</a:t>
            </a:r>
            <a:endParaRPr lang="en-US" dirty="0"/>
          </a:p>
          <a:p>
            <a:r>
              <a:rPr lang="en-US" dirty="0"/>
              <a:t>Query submitted → parsed → optimized → executed</a:t>
            </a:r>
          </a:p>
          <a:p>
            <a:r>
              <a:rPr lang="en-US" dirty="0"/>
              <a:t>Output written back to HDFS/S3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4224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BC21B-DC4B-C67E-D403-54C44D41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Hive Tables (What &amp; 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CC7AD-A479-81E3-0177-2B98F1050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WHAT:</a:t>
            </a:r>
            <a:endParaRPr lang="en-IN" dirty="0"/>
          </a:p>
          <a:p>
            <a:r>
              <a:rPr lang="en-IN" b="1" dirty="0"/>
              <a:t>Managed Tables</a:t>
            </a:r>
            <a:r>
              <a:rPr lang="en-IN" dirty="0"/>
              <a:t> – Hive controls data lifecycle</a:t>
            </a:r>
          </a:p>
          <a:p>
            <a:r>
              <a:rPr lang="en-IN" b="1" dirty="0"/>
              <a:t>External Tables</a:t>
            </a:r>
            <a:r>
              <a:rPr lang="en-IN" dirty="0"/>
              <a:t> – Data managed outside Hive</a:t>
            </a:r>
          </a:p>
          <a:p>
            <a:r>
              <a:rPr lang="en-IN" b="1" dirty="0"/>
              <a:t>HOW:</a:t>
            </a:r>
            <a:endParaRPr lang="en-IN" dirty="0"/>
          </a:p>
          <a:p>
            <a:r>
              <a:rPr lang="en-IN" dirty="0"/>
              <a:t>Managed → DROP TABLE deletes data</a:t>
            </a:r>
          </a:p>
          <a:p>
            <a:r>
              <a:rPr lang="en-IN" dirty="0"/>
              <a:t>External → DROP TABLE keeps original data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6167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CD7AF-6F6F-21BF-E52D-35AF5AC1A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Use Hive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0F4A5-F73C-C0CE-3B28-8395C5EC3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Best for big data </a:t>
            </a:r>
            <a:r>
              <a:rPr lang="en-US" b="1" dirty="0"/>
              <a:t>batch processing</a:t>
            </a:r>
            <a:endParaRPr lang="en-US" dirty="0"/>
          </a:p>
          <a:p>
            <a:r>
              <a:rPr lang="en-US" dirty="0"/>
              <a:t>Massive aggregation queries</a:t>
            </a:r>
          </a:p>
          <a:p>
            <a:r>
              <a:rPr lang="en-US" dirty="0"/>
              <a:t>ETL pipelines for data lakes</a:t>
            </a:r>
          </a:p>
          <a:p>
            <a:r>
              <a:rPr lang="en-US" dirty="0"/>
              <a:t>Works with cloud storage (S3, GCS)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3460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4660-E4CB-F41F-F0A8-87C0D5D73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D4122-06A8-0139-01E2-41F364484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Hive is an SQL-like engine for big data on Hadoop.</a:t>
            </a:r>
          </a:p>
          <a:p>
            <a:r>
              <a:rPr lang="en-US" dirty="0"/>
              <a:t>Converts queries into distributed jobs.</a:t>
            </a:r>
          </a:p>
          <a:p>
            <a:r>
              <a:rPr lang="en-US" dirty="0"/>
              <a:t>Best for data warehousing and batch analytics.</a:t>
            </a:r>
          </a:p>
          <a:p>
            <a:r>
              <a:rPr lang="en-US"/>
              <a:t>Integrates with Spark, HDFS, and modern data lakes.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57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Big Data Platform – Hive </vt:lpstr>
      <vt:lpstr>Why Hive is Needed </vt:lpstr>
      <vt:lpstr>How Hive Works </vt:lpstr>
      <vt:lpstr>Hive Architecture (What) </vt:lpstr>
      <vt:lpstr>Hive Architecture (Why) </vt:lpstr>
      <vt:lpstr>Hive Architecture (How)</vt:lpstr>
      <vt:lpstr>Types of Hive Tables (What &amp; How) </vt:lpstr>
      <vt:lpstr>When to Use Hive (Why)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2025-11-19T10:28:09Z</dcterms:created>
  <dcterms:modified xsi:type="dcterms:W3CDTF">2025-11-19T10:28:17Z</dcterms:modified>
</cp:coreProperties>
</file>