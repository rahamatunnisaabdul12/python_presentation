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ED41-4426-9CC2-BDEB-19D7912C2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37F6D-7709-660D-555B-5259F35DE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513C-BF4F-92C6-5E79-BA7A7FA6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8CB4-FD28-DD8D-1079-E92B32DB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D5983-D7FE-9449-109B-239129DA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77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D9A-6C08-877B-E894-224AE660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597C-3B34-C26F-DDE8-AB26D6C7B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F8A53-4221-BE63-9FEA-7D87C0E1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672EF-5D33-49F3-2FB1-B1D3AA0A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C6FE0-4E54-9E49-3009-B16E6A38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11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DF0C7-30CE-F955-F7CA-4C744917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BA1D5-D0E5-0A08-F65B-4EABD97D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ADAC-8213-668B-1F5F-5B4D8E7E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6F07-3DA7-FB7C-94D5-49CDA82C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6B72B-2F66-EA7F-82D0-8AC0B86F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07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3029-F52E-34D4-4B9F-E45CE90F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3D0F-3D82-D91E-FEA1-1FA4C9B11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AB46-E528-44A0-D8EB-C7D7D05E8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D5A79-711E-5581-C418-F8E734158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7357A-1613-A36E-D619-356B60B4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F4E4C-48F8-E67C-F38E-563C9D8C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77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C11E-421F-E966-0812-CE2FD567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028CD-C198-96FF-4CEA-F1DE35BA1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CBDBE-49E7-C937-64E6-075C61A3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35596-23D5-68A1-44C5-AB444F17E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4F0BE-65E1-2E94-6498-77A34CEFF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F25E0-C80F-271D-0F2D-F88BE07A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1E519-5999-3B9F-FA67-55449174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B8980-5163-4622-FB78-C68E4752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4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316B3-F02E-FEC4-07FF-EE928972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B31D7-D247-1156-B493-88A6155C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64A6E-8D49-8E51-81E8-1A54555E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0015A-70E7-170C-5DF3-DA662CBC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2E0BAB-48C0-EC35-A60D-A0A5676E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24E78-0E27-E916-E1B4-E4428CA7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FE910-0892-E4EF-D005-AA114107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546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22AF-D8B2-292B-5247-333B1097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7C3F-3683-25D3-EAAA-D9AF227AE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0134C-7288-78A8-A8F7-FFAE3DB05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81FDB-BC03-AF54-067C-65A375C4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62D23-1B3B-9CCE-1ECF-B4592D8A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C335-B069-F536-B1E6-1194E068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3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9362-2033-81C5-DA7A-3C8CCBD6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4F5FE-073B-0F21-DEFE-2B8A7E99D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AA7F1-3413-2D7A-0C4E-0FA9D7169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114D4-F833-7873-8711-873139F5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4474C-A03F-D0DD-3365-C65DFAF1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01CF2-817E-2A04-877B-3227800E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5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B988-372C-9EE3-78E5-C5F80A3F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A47F1-39C5-ED42-9348-BA8A17C7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B257-38D5-E67C-A61F-7E13CA85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0223D-288A-053F-133C-E403C68E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A262A-6F1C-4374-E3D0-757CEDD4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82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ACC12-48BA-367B-A14A-096CD9839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C8A80-F464-6AD6-B260-0D25C3D00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A327-20C1-902C-CB78-17E84D5C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27400-1D35-0652-A166-FFC9C1B3C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325CC-21F8-56EA-088F-C36AE115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68CD2-8572-40E1-F286-1FAB91D1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BB0C3-486F-CCCE-A4C7-F1E0054ED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F67D-0FB4-5A35-5EBF-D2C95AB73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1BC1E-517E-4B60-B70F-EA598CF18BB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3244A-E2E8-91A3-1946-5A3BBA89E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A797-27E1-52A1-A25A-CCC1A3D02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83F3-E7CD-4FBE-88FC-7D006E39E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8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E966-8509-3FD7-A5E3-3A0FDBA8B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Terraform – Importing Existing Infrastructure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FE376-D6CF-A4FB-071E-BA12215EB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0668000" cy="325596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Terraform Import?</a:t>
            </a:r>
          </a:p>
          <a:p>
            <a:pPr algn="l"/>
            <a:r>
              <a:rPr lang="en-US" dirty="0"/>
              <a:t>A Terraform feature that allows you to </a:t>
            </a:r>
            <a:r>
              <a:rPr lang="en-US" b="1" dirty="0"/>
              <a:t>bring existing resources</a:t>
            </a:r>
            <a:r>
              <a:rPr lang="en-US" dirty="0"/>
              <a:t> (AWS, Azure, GCP, on-prem) </a:t>
            </a:r>
            <a:r>
              <a:rPr lang="en-US" b="1" dirty="0"/>
              <a:t>under Terraform management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Converts a manually-created resource into </a:t>
            </a:r>
            <a:r>
              <a:rPr lang="en-US" dirty="0" err="1"/>
              <a:t>IaC</a:t>
            </a:r>
            <a:r>
              <a:rPr lang="en-US" dirty="0"/>
              <a:t>-controlled state.</a:t>
            </a:r>
          </a:p>
          <a:p>
            <a:pPr algn="l"/>
            <a:r>
              <a:rPr lang="en-US" dirty="0"/>
              <a:t>Enables Terraform to track, update, and destroy that resource.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35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F503-D089-7482-8410-47A55BD8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Import?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E0457-9AAF-4BC1-8752-9DAAA5F8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Many organizations have:</a:t>
            </a:r>
          </a:p>
          <a:p>
            <a:pPr lvl="1"/>
            <a:r>
              <a:rPr lang="en-IN" dirty="0"/>
              <a:t>Resources created manually from cloud console</a:t>
            </a:r>
          </a:p>
          <a:p>
            <a:pPr lvl="1"/>
            <a:r>
              <a:rPr lang="en-IN" dirty="0"/>
              <a:t>Legacy environments</a:t>
            </a:r>
          </a:p>
          <a:p>
            <a:pPr lvl="1"/>
            <a:r>
              <a:rPr lang="en-IN" dirty="0"/>
              <a:t>Partial automation</a:t>
            </a:r>
          </a:p>
          <a:p>
            <a:r>
              <a:rPr lang="en-IN" dirty="0"/>
              <a:t>Import helps:</a:t>
            </a:r>
          </a:p>
          <a:p>
            <a:pPr lvl="1"/>
            <a:r>
              <a:rPr lang="en-IN" dirty="0"/>
              <a:t>Reduce manual tracking</a:t>
            </a:r>
          </a:p>
          <a:p>
            <a:pPr lvl="1"/>
            <a:r>
              <a:rPr lang="en-IN" dirty="0"/>
              <a:t>Centralize infra definitions</a:t>
            </a:r>
          </a:p>
          <a:p>
            <a:pPr lvl="1"/>
            <a:r>
              <a:rPr lang="en-IN" dirty="0"/>
              <a:t>Start </a:t>
            </a:r>
            <a:r>
              <a:rPr lang="en-IN" dirty="0" err="1"/>
              <a:t>IaC</a:t>
            </a:r>
            <a:r>
              <a:rPr lang="en-IN" dirty="0"/>
              <a:t> without recreating resources</a:t>
            </a:r>
          </a:p>
          <a:p>
            <a:pPr lvl="1"/>
            <a:r>
              <a:rPr lang="en-IN" dirty="0"/>
              <a:t>Avoid downtime by reusing existing infra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091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24D2-15E2-1B7B-4EFC-242C8EA6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Import Works (High-Level)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E912-4B3A-3CDE-FFEE-A208CF97C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Terraform resource block (empty/minimal).</a:t>
            </a:r>
          </a:p>
          <a:p>
            <a:r>
              <a:rPr lang="en-IN" dirty="0"/>
              <a:t>Run terraform init.</a:t>
            </a:r>
          </a:p>
          <a:p>
            <a:r>
              <a:rPr lang="en-IN" dirty="0"/>
              <a:t>Import existing resource:</a:t>
            </a:r>
          </a:p>
          <a:p>
            <a:r>
              <a:rPr lang="en-IN" dirty="0">
                <a:solidFill>
                  <a:srgbClr val="FF0000"/>
                </a:solidFill>
              </a:rPr>
              <a:t>terraform import &lt;</a:t>
            </a:r>
            <a:r>
              <a:rPr lang="en-IN" dirty="0" err="1">
                <a:solidFill>
                  <a:srgbClr val="FF0000"/>
                </a:solidFill>
              </a:rPr>
              <a:t>resource_address</a:t>
            </a:r>
            <a:r>
              <a:rPr lang="en-IN" dirty="0">
                <a:solidFill>
                  <a:srgbClr val="FF0000"/>
                </a:solidFill>
              </a:rPr>
              <a:t>&gt; &lt;</a:t>
            </a:r>
            <a:r>
              <a:rPr lang="en-IN" dirty="0" err="1">
                <a:solidFill>
                  <a:srgbClr val="FF0000"/>
                </a:solidFill>
              </a:rPr>
              <a:t>resource_id</a:t>
            </a:r>
            <a:r>
              <a:rPr lang="en-IN" dirty="0">
                <a:solidFill>
                  <a:srgbClr val="FF0000"/>
                </a:solidFill>
              </a:rPr>
              <a:t>&gt;</a:t>
            </a:r>
          </a:p>
          <a:p>
            <a:r>
              <a:rPr lang="en-IN" dirty="0"/>
              <a:t>Terraform state now contains the imported resource.</a:t>
            </a:r>
          </a:p>
          <a:p>
            <a:r>
              <a:rPr lang="en-IN" dirty="0"/>
              <a:t>Run terraform plan to view drift.</a:t>
            </a:r>
          </a:p>
          <a:p>
            <a:r>
              <a:rPr lang="en-IN" dirty="0"/>
              <a:t>Update .</a:t>
            </a:r>
            <a:r>
              <a:rPr lang="en-IN" dirty="0" err="1"/>
              <a:t>tf</a:t>
            </a:r>
            <a:r>
              <a:rPr lang="en-IN" dirty="0"/>
              <a:t> file to match actual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130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CC761-9991-8E7B-1A3E-14C0D5B2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Limitations of Import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5455-D686-C08F-B288-32EB8B69F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b="1" dirty="0"/>
              <a:t>does NOT generate</a:t>
            </a:r>
            <a:r>
              <a:rPr lang="en-US" dirty="0"/>
              <a:t> Terraform code automatically.</a:t>
            </a:r>
          </a:p>
          <a:p>
            <a:r>
              <a:rPr lang="en-US" dirty="0"/>
              <a:t>Only imports </a:t>
            </a:r>
            <a:r>
              <a:rPr lang="en-US" b="1" dirty="0"/>
              <a:t>state</a:t>
            </a:r>
            <a:r>
              <a:rPr lang="en-US" dirty="0"/>
              <a:t>, not configuration.</a:t>
            </a:r>
          </a:p>
          <a:p>
            <a:r>
              <a:rPr lang="en-US" dirty="0"/>
              <a:t>You must manually write the .</a:t>
            </a:r>
            <a:r>
              <a:rPr lang="en-US" dirty="0" err="1"/>
              <a:t>tf</a:t>
            </a:r>
            <a:r>
              <a:rPr lang="en-US" dirty="0"/>
              <a:t> blocks.</a:t>
            </a:r>
          </a:p>
          <a:p>
            <a:r>
              <a:rPr lang="en-US" dirty="0"/>
              <a:t>Some resources require multiple imports (sub-resources).</a:t>
            </a:r>
          </a:p>
          <a:p>
            <a:r>
              <a:rPr lang="en-US" dirty="0"/>
              <a:t>No import support for a few cloud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2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A846-748C-7E2A-C9C8-2B32CE4C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0CCF-17DC-80F5-BF90-99234438B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back up state before import.</a:t>
            </a:r>
          </a:p>
          <a:p>
            <a:r>
              <a:rPr lang="en-US" dirty="0"/>
              <a:t>Import one resource at a time.</a:t>
            </a:r>
          </a:p>
          <a:p>
            <a:r>
              <a:rPr lang="en-US" dirty="0"/>
              <a:t>Ensure .</a:t>
            </a:r>
            <a:r>
              <a:rPr lang="en-US" dirty="0" err="1"/>
              <a:t>tf</a:t>
            </a:r>
            <a:r>
              <a:rPr lang="en-US" dirty="0"/>
              <a:t> file matches real cloud config.</a:t>
            </a:r>
          </a:p>
          <a:p>
            <a:r>
              <a:rPr lang="en-US" dirty="0"/>
              <a:t>Use terraform plan after each import.</a:t>
            </a:r>
          </a:p>
          <a:p>
            <a:r>
              <a:rPr lang="en-US" dirty="0"/>
              <a:t>Document all imported resource IDs.</a:t>
            </a:r>
          </a:p>
          <a:p>
            <a:r>
              <a:rPr lang="en-US" dirty="0"/>
              <a:t>Migrate slowly (per environment).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54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A193-ED55-3BCB-8EE7-4C26DDC8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D4727-ABE7-8144-F4B7-52AB71F7B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allows Terraform to manage existing cloud resources.</a:t>
            </a:r>
          </a:p>
          <a:p>
            <a:r>
              <a:rPr lang="en-IN" dirty="0"/>
              <a:t>Works by linking resource IDs → Terraform state.</a:t>
            </a:r>
          </a:p>
          <a:p>
            <a:r>
              <a:rPr lang="en-IN" dirty="0"/>
              <a:t>Does not auto-create .</a:t>
            </a:r>
            <a:r>
              <a:rPr lang="en-IN" dirty="0" err="1"/>
              <a:t>tf</a:t>
            </a:r>
            <a:r>
              <a:rPr lang="en-IN" dirty="0"/>
              <a:t> code (must be written manually).</a:t>
            </a:r>
          </a:p>
          <a:p>
            <a:r>
              <a:rPr lang="en-IN" dirty="0"/>
              <a:t>Safe method to adopt </a:t>
            </a:r>
            <a:r>
              <a:rPr lang="en-IN" dirty="0" err="1"/>
              <a:t>IaC</a:t>
            </a:r>
            <a:r>
              <a:rPr lang="en-IN" dirty="0"/>
              <a:t> for legacy systems.</a:t>
            </a:r>
          </a:p>
          <a:p>
            <a:r>
              <a:rPr lang="en-IN"/>
              <a:t>Essential for hybrid infra and cloud modernization.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7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Terraform – Importing Existing Infrastructure </vt:lpstr>
      <vt:lpstr>Why Do We Need Import?</vt:lpstr>
      <vt:lpstr>How Import Works (High-Level)</vt:lpstr>
      <vt:lpstr>Limitations of Import 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2025-11-21T07:46:48Z</dcterms:created>
  <dcterms:modified xsi:type="dcterms:W3CDTF">2025-11-21T07:46:52Z</dcterms:modified>
</cp:coreProperties>
</file>