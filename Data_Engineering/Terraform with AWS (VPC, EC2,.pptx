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DF39-4FD5-5229-A08D-006B02E03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820F1-9F4E-33BB-9D43-12553653F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50E84-16A5-307B-08BE-2B85784C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B60C-A7F8-529B-AAC5-56FD8D45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05C3C-DCB3-5248-D91E-593A27B6D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61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B530-AF01-478D-B79E-03A6F28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F33E-8FDB-494E-5B0B-673F1A47C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0DC0-FB6C-9A88-8F01-E07AB90A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EDF9D-8497-5D57-CC69-B398C9A8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C5A3D-EB15-CEEF-7EB6-884B7FE0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79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6057-3E3E-F30B-3DDC-34D89DC2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E4D6E-714D-74F4-59A6-7DC70C167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028A3-9185-C673-9E6A-C6BC0C85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9081D-4582-C101-CCC7-8E16AD4E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A977-673A-E5A9-AB61-EAEA59B8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88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42A6-F8B1-92E9-064F-4682E7BB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418-2296-8BEF-7BEA-3F0141B67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F40A9-5E57-0B87-2B4F-67E0F388E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F8009-5D2A-3BA6-1DA7-44FC3E31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D699B-0039-39B1-4321-671FCC2AA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26653-7CF6-9F27-0678-03FF44BB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43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87526-91BC-FC41-6080-D77BA472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D17D2-9928-F113-BE70-30CEEC3A5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150C8-44E7-AA58-8746-B0680D9E0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8DD4D-4551-C7E3-A341-57441A23D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3EBF0-348F-0E44-423D-0DB72FFF6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D43F7-F177-7908-494D-C88B257B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32410-6FFF-4994-1FE1-EABD5D1B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CE305-924D-D34E-B6D9-DE2F6FF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21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5464-EB30-AAB6-B284-22B5F983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D72E4-BECE-6D98-2054-65F223E4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23C01-C3A0-E5A9-E5A8-0AD0BA4B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380EF-6F7B-0857-E3AF-802A9610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3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6E791-CBD9-55CE-62FF-9220B2CD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3979D-CA38-E136-E0FC-B45B2D57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7DAFB-B8B9-9B29-E3B5-4C085EBA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11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FC4D-6609-53E6-7E29-D5E21BBF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5BE0F-1E45-B0BA-2B43-6FB8386AC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EFBE3-1F25-B5FE-E4B2-D597D4952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2803-E7E3-F9DF-FC70-6C456AEB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B66F3-9006-A432-479E-16A76E84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A5C9C-D809-D742-0D54-96C2F0A1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25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4C9E-A91C-72FD-42D5-4C5D656F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28A44-7022-415A-7504-0C667455E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C96D4-8DF5-80C1-5582-96AB63F0E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05816-DDFB-34EF-70BB-50B104EC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3ACCE-D043-1A00-E10F-FDE82BEC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5CD60-66D9-5681-5CCD-254455B5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79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E65C-EAD8-D24E-108C-8CC8275F9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30A07-E956-C012-943E-63C79A0FA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4EFD5-657C-7D79-AB96-A19C8808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17496-2357-D052-1193-9EF91C13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BF67A-D791-84D7-E483-DDF610A8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9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97093-883B-CBD9-7D3A-02DA20C82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29496-4A0E-F8C0-61E3-C5AF30CE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00D0F-8979-467C-D5CB-A0D251F9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4832-C487-9868-39AC-29CE5C72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5FF1E-84DF-A42D-775E-498EBD4D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25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058A5-732E-91AA-B3C0-7123DB89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052E9-B397-DF83-E9E1-036C5B7A6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63F2A-FFC9-859A-EF91-6448B46F7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B1CD4-18DF-4737-9236-CA7E5DA24B6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0B2B9-8281-34A5-F67A-F609EE1B0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D48B9-A5B5-9BE4-8451-942A26295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98187-A2B4-410C-9446-03087C773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6886-6FFF-0B36-13D4-F5BB411EE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189" y="0"/>
            <a:ext cx="9833811" cy="2582779"/>
          </a:xfrm>
        </p:spPr>
        <p:txBody>
          <a:bodyPr>
            <a:normAutofit/>
          </a:bodyPr>
          <a:lstStyle/>
          <a:p>
            <a:r>
              <a:rPr lang="en-US" b="1" dirty="0"/>
              <a:t>Terraform with AWS (VPC, EC2, S3, RDS, IAM)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3446E-8888-0C65-1C83-9FDC2E0BD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432" y="2294021"/>
            <a:ext cx="10122568" cy="421907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Terraform for AWS?</a:t>
            </a:r>
          </a:p>
          <a:p>
            <a:pPr algn="l"/>
            <a:r>
              <a:rPr lang="en-US" dirty="0"/>
              <a:t>Terraform is an </a:t>
            </a:r>
            <a:r>
              <a:rPr lang="en-US" b="1" dirty="0"/>
              <a:t>infrastructure automation tool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Allows defining AWS resources using declarative .</a:t>
            </a:r>
            <a:r>
              <a:rPr lang="en-US" dirty="0" err="1"/>
              <a:t>tf</a:t>
            </a:r>
            <a:r>
              <a:rPr lang="en-US" dirty="0"/>
              <a:t> files.</a:t>
            </a:r>
          </a:p>
          <a:p>
            <a:pPr algn="l"/>
            <a:r>
              <a:rPr lang="en-US" dirty="0"/>
              <a:t>Supports provisioning, updating, and destroying AWS resources consistently.</a:t>
            </a:r>
          </a:p>
          <a:p>
            <a:pPr algn="l"/>
            <a:r>
              <a:rPr lang="en-US" dirty="0"/>
              <a:t>Works across all AWS services (compute, storage, networking).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515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7125-F5D4-B47F-6463-3AD2518E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Terraform with AWS?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1E76-A830-AEE7-CBDD-BA5FDC15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Automates infrastructure creation</a:t>
            </a:r>
          </a:p>
          <a:p>
            <a:r>
              <a:rPr lang="en-IN" dirty="0"/>
              <a:t>Eliminates manual console clicks</a:t>
            </a:r>
          </a:p>
          <a:p>
            <a:r>
              <a:rPr lang="en-IN" dirty="0"/>
              <a:t>Enables version control of infra</a:t>
            </a:r>
          </a:p>
          <a:p>
            <a:r>
              <a:rPr lang="en-IN" dirty="0"/>
              <a:t>Ensures repeatable deployments</a:t>
            </a:r>
          </a:p>
          <a:p>
            <a:r>
              <a:rPr lang="en-IN" dirty="0"/>
              <a:t>Easily manages dev → stage → prod</a:t>
            </a:r>
          </a:p>
          <a:p>
            <a:r>
              <a:rPr lang="en-IN" dirty="0"/>
              <a:t>Integrates with CI/CD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70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B3E7-27E4-BDFB-1BF5-E9CE7E41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Terraform Workflow with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2AE7E-C2A2-95C4-D5E5-20359B53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Write</a:t>
            </a:r>
            <a:r>
              <a:rPr lang="en-US" dirty="0"/>
              <a:t> .</a:t>
            </a:r>
            <a:r>
              <a:rPr lang="en-US" dirty="0" err="1"/>
              <a:t>tf</a:t>
            </a:r>
            <a:r>
              <a:rPr lang="en-US" dirty="0"/>
              <a:t> configuration</a:t>
            </a:r>
          </a:p>
          <a:p>
            <a:r>
              <a:rPr lang="en-US" b="1" dirty="0"/>
              <a:t>Init</a:t>
            </a:r>
            <a:r>
              <a:rPr lang="en-US" dirty="0"/>
              <a:t> backend &amp; provider</a:t>
            </a:r>
          </a:p>
          <a:p>
            <a:r>
              <a:rPr lang="en-US" b="1" dirty="0"/>
              <a:t>Plan</a:t>
            </a:r>
            <a:r>
              <a:rPr lang="en-US" dirty="0"/>
              <a:t> changes</a:t>
            </a:r>
          </a:p>
          <a:p>
            <a:r>
              <a:rPr lang="en-US" b="1" dirty="0"/>
              <a:t>Apply</a:t>
            </a:r>
            <a:r>
              <a:rPr lang="en-US" dirty="0"/>
              <a:t> infrastructure</a:t>
            </a:r>
          </a:p>
          <a:p>
            <a:r>
              <a:rPr lang="en-US" b="1" dirty="0"/>
              <a:t>Store</a:t>
            </a:r>
            <a:r>
              <a:rPr lang="en-US" dirty="0"/>
              <a:t> state remotely (S3 + DynamoDB)</a:t>
            </a:r>
          </a:p>
          <a:p>
            <a:r>
              <a:rPr lang="en-US" b="1" dirty="0"/>
              <a:t>Destroy</a:t>
            </a:r>
            <a:r>
              <a:rPr lang="en-US" dirty="0"/>
              <a:t> when no longer needed</a:t>
            </a:r>
          </a:p>
          <a:p>
            <a:r>
              <a:rPr lang="en-US" dirty="0"/>
              <a:t>Provides predictable, controlled provisioning.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2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AFA3-818C-501E-420C-69C5BC18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VPC with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C7FB-7AE3-4445-4388-C3FAEA019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What?</a:t>
            </a:r>
          </a:p>
          <a:p>
            <a:r>
              <a:rPr lang="en-US" dirty="0"/>
              <a:t>Virtual network with subnets, route tables, gateways.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Controls traffic flow</a:t>
            </a:r>
          </a:p>
          <a:p>
            <a:r>
              <a:rPr lang="en-US" dirty="0"/>
              <a:t>Isolates applications</a:t>
            </a:r>
          </a:p>
          <a:p>
            <a:r>
              <a:rPr lang="en-US" dirty="0"/>
              <a:t>Required for EC2, RDS, and private services.</a:t>
            </a:r>
          </a:p>
          <a:p>
            <a:r>
              <a:rPr lang="en-US" b="1" dirty="0"/>
              <a:t>How?</a:t>
            </a:r>
          </a:p>
          <a:p>
            <a:r>
              <a:rPr lang="en-US" dirty="0"/>
              <a:t>Terraform builds:</a:t>
            </a:r>
          </a:p>
          <a:p>
            <a:r>
              <a:rPr lang="en-US" dirty="0"/>
              <a:t>VPC</a:t>
            </a:r>
          </a:p>
          <a:p>
            <a:r>
              <a:rPr lang="en-US" dirty="0"/>
              <a:t>Public &amp; private subnets</a:t>
            </a:r>
          </a:p>
          <a:p>
            <a:r>
              <a:rPr lang="en-US" dirty="0"/>
              <a:t>IGW &amp; NAT</a:t>
            </a:r>
          </a:p>
          <a:p>
            <a:r>
              <a:rPr lang="en-US" dirty="0"/>
              <a:t>Route tables</a:t>
            </a:r>
          </a:p>
          <a:p>
            <a:r>
              <a:rPr lang="en-US" dirty="0"/>
              <a:t>Security groups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16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74E3-C556-C3AD-B236-786A429D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EC2 with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0458-8036-B5E2-4BA7-92AEFABA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What?</a:t>
            </a:r>
          </a:p>
          <a:p>
            <a:r>
              <a:rPr lang="en-US" dirty="0"/>
              <a:t>Virtual servers hosted on AWS.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Core compute for applications</a:t>
            </a:r>
          </a:p>
          <a:p>
            <a:r>
              <a:rPr lang="en-US" dirty="0"/>
              <a:t>Fully customizable (AMI, CPU, memory, storage).</a:t>
            </a:r>
          </a:p>
          <a:p>
            <a:r>
              <a:rPr lang="en-US" b="1" dirty="0"/>
              <a:t>How?</a:t>
            </a:r>
          </a:p>
          <a:p>
            <a:r>
              <a:rPr lang="en-US" dirty="0"/>
              <a:t>Terraform provisions:</a:t>
            </a:r>
          </a:p>
          <a:p>
            <a:r>
              <a:rPr lang="en-US" dirty="0"/>
              <a:t>EC2 instances</a:t>
            </a:r>
          </a:p>
          <a:p>
            <a:r>
              <a:rPr lang="en-US" dirty="0"/>
              <a:t>Key pairs</a:t>
            </a:r>
          </a:p>
          <a:p>
            <a:r>
              <a:rPr lang="en-US" dirty="0"/>
              <a:t>Security groups</a:t>
            </a:r>
          </a:p>
          <a:p>
            <a:r>
              <a:rPr lang="en-US" dirty="0"/>
              <a:t>EBS volumes</a:t>
            </a:r>
          </a:p>
          <a:p>
            <a:r>
              <a:rPr lang="en-US" dirty="0"/>
              <a:t>User data scripts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90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026E-8167-3034-D1E3-B39A6F38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S3 with Terraform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52D0F-C3C0-3919-E2BF-8AE14DCB7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Scalable object storage (files, logs, data).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Data lake storage</a:t>
            </a:r>
          </a:p>
          <a:p>
            <a:r>
              <a:rPr lang="en-IN" dirty="0"/>
              <a:t>Logging, backups, static hosting</a:t>
            </a:r>
          </a:p>
          <a:p>
            <a:r>
              <a:rPr lang="en-IN" dirty="0"/>
              <a:t>Acts as Terraform remote backend.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manages:</a:t>
            </a:r>
          </a:p>
          <a:p>
            <a:r>
              <a:rPr lang="en-IN" dirty="0"/>
              <a:t>Buckets</a:t>
            </a:r>
          </a:p>
          <a:p>
            <a:r>
              <a:rPr lang="en-IN" dirty="0"/>
              <a:t>Versioning</a:t>
            </a:r>
          </a:p>
          <a:p>
            <a:r>
              <a:rPr lang="en-IN" dirty="0"/>
              <a:t>Lifecycle rules</a:t>
            </a:r>
          </a:p>
          <a:p>
            <a:r>
              <a:rPr lang="en-IN" dirty="0"/>
              <a:t>Encryption (KMS)</a:t>
            </a:r>
          </a:p>
          <a:p>
            <a:r>
              <a:rPr lang="en-IN" dirty="0"/>
              <a:t>Bucket policies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14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C013-EB8F-FF6A-821F-2235381B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RDS with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6A466-B370-11B7-8D66-69BEFB19B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Managed relational database (PostgreSQL/MySQL).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Automated backups</a:t>
            </a:r>
          </a:p>
          <a:p>
            <a:r>
              <a:rPr lang="en-IN" dirty="0"/>
              <a:t>High availability</a:t>
            </a:r>
          </a:p>
          <a:p>
            <a:r>
              <a:rPr lang="en-IN" dirty="0"/>
              <a:t>No manual DB maintenance.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creates:</a:t>
            </a:r>
          </a:p>
          <a:p>
            <a:r>
              <a:rPr lang="en-IN" dirty="0"/>
              <a:t>RDS DB instance</a:t>
            </a:r>
          </a:p>
          <a:p>
            <a:r>
              <a:rPr lang="en-IN" dirty="0"/>
              <a:t>DB subnet group</a:t>
            </a:r>
          </a:p>
          <a:p>
            <a:r>
              <a:rPr lang="en-IN" dirty="0"/>
              <a:t>Parameter groups</a:t>
            </a:r>
          </a:p>
          <a:p>
            <a:r>
              <a:rPr lang="en-IN" dirty="0"/>
              <a:t>Security groups</a:t>
            </a:r>
          </a:p>
          <a:p>
            <a:r>
              <a:rPr lang="en-IN" dirty="0"/>
              <a:t>Storage configuration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56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9125-D770-504E-E437-403F3432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IAM with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2443-FB27-A019-B7FB-F4ADBBCAB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Identity &amp; Access Management (users, roles, policies).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Controls access securely</a:t>
            </a:r>
          </a:p>
          <a:p>
            <a:r>
              <a:rPr lang="en-IN" dirty="0"/>
              <a:t>Automates permission creation</a:t>
            </a:r>
          </a:p>
          <a:p>
            <a:r>
              <a:rPr lang="en-IN" dirty="0"/>
              <a:t>Avoids manual role misconfigurations.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provisions:</a:t>
            </a:r>
          </a:p>
          <a:p>
            <a:r>
              <a:rPr lang="en-IN" dirty="0"/>
              <a:t>IAM roles &amp; policies</a:t>
            </a:r>
          </a:p>
          <a:p>
            <a:r>
              <a:rPr lang="en-IN" dirty="0"/>
              <a:t>IAM users &amp; groups</a:t>
            </a:r>
          </a:p>
          <a:p>
            <a:r>
              <a:rPr lang="en-IN" dirty="0"/>
              <a:t>Role assumptions for EC2/Lambda</a:t>
            </a:r>
          </a:p>
          <a:p>
            <a:r>
              <a:rPr lang="en-IN" dirty="0"/>
              <a:t>Least-privilege policies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62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D8ED-620B-F0F5-EC21-F93D116D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61925-A4E6-51CD-1DFA-036C97308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automates AWS resource creation end-to-end.</a:t>
            </a:r>
          </a:p>
          <a:p>
            <a:r>
              <a:rPr lang="en-US" dirty="0"/>
              <a:t>Supports VPC, EC2, S3, RDS, IAM and many more.</a:t>
            </a:r>
          </a:p>
          <a:p>
            <a:r>
              <a:rPr lang="en-US" dirty="0"/>
              <a:t>Ensures consistency, repeatability, and version-controlled infrastructure.</a:t>
            </a:r>
          </a:p>
          <a:p>
            <a:r>
              <a:rPr lang="en-US"/>
              <a:t>Ideal for cloud-native and enterprise DevOps workflows.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35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with AWS (VPC, EC2, S3, RDS, IAM) </vt:lpstr>
      <vt:lpstr>Why Use Terraform with AWS?</vt:lpstr>
      <vt:lpstr>Terraform Workflow with AWS</vt:lpstr>
      <vt:lpstr>AWS VPC with Terraform</vt:lpstr>
      <vt:lpstr>AWS EC2 with Terraform</vt:lpstr>
      <vt:lpstr>AWS S3 with Terraform </vt:lpstr>
      <vt:lpstr>AWS RDS with Terraform</vt:lpstr>
      <vt:lpstr>AWS IAM with Terraform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2025-11-21T07:25:34Z</dcterms:created>
  <dcterms:modified xsi:type="dcterms:W3CDTF">2025-11-21T07:25:38Z</dcterms:modified>
</cp:coreProperties>
</file>