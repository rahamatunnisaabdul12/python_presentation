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D8EC-5D1A-F204-A46D-46D393CFD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37B44-AB3B-B94C-30FD-06E6E211D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B25CF-4FAD-1A72-F6A5-A57A3E4A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1D97E-FBEE-892B-71DF-4EF87F9E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F14CB-C100-4436-87FF-9EECEFE3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3321-B984-9FD2-07CA-85EC6AA8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C45F-28B1-8A7D-0B3D-EE6FEE5C1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CB56A-D746-FF3A-9578-FA951621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9D73E-F2AD-0400-B058-B4EF9DEB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B1877-5940-0999-0AE2-7D71A6A2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0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2113-41BB-A1B8-F617-DA1881FA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9C79-F86D-B3F8-8A7F-BE8B23DEB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CB46E-EB8F-615D-C016-A154471F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BE1A3-98E8-2D75-E146-52688956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7FF1-0BA2-0BC7-9DC9-828F1A6A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589C-B53E-DF05-0588-EC594874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A310-7114-C85D-95B3-4AA5C005F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E7707-32B9-9689-0079-3D42A575D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A3DE8-AE62-7DD7-638A-B88E44AE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0B4CF-9459-02B4-A520-F416AB05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C5794-FECB-FB1E-9D33-B622F2C4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4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3352-0F63-1F45-BDC1-0C650A77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38E9B-0CF8-8F8A-2D67-2E7ED9B4C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29EF6-E8BF-D183-9474-9967D067C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D52A5-7CB2-6436-71F8-552FCF616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376DD-A2B6-67BE-6FAD-D49840ADD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A69F3-9E93-067A-D61A-948FEF80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CD9DE-C164-686D-92F0-65EA6597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37420-C253-73B1-E9FD-6E5BEE17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4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222C-A9CF-F062-77B5-B41E641E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29C9F-5439-2D99-ADD5-96AE5CA0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B79EA-856A-794E-AE15-2FAFC156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0DD20-44E0-D6C0-4410-4ECB5EE7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6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1B6D7-4272-C11E-F44E-3713F237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267DA-2237-8386-F4FD-90D3621B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0D4DC-0E40-1052-1D50-275B473E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31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7011-175A-A26C-55C1-5DBAFC34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526AF-68FE-8B31-7B29-AD95B7A2B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94E55-8D59-BF8E-140C-18510D16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8D93-6471-D63B-9C37-F50D78A33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490A6-822D-3CBF-54CF-8148617A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1BFF-0495-9A88-6D47-56BDE90A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4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53D2-5EA2-814E-B9BF-4B06F9ED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FE8E1-4764-E7AA-DA71-4B851EBE5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2F4AA-A54C-00EF-2CC9-EC205B284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1383D-9539-8DE7-7E2C-BD92B428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2F675-4F17-43A3-D8E5-9E28E12E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B5464-D913-D827-C5D6-94595A63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9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0973-5C91-A632-1C01-E6BE7AD1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7024E-CC2A-E67C-019A-087441111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F1A74-F365-9BD5-FA56-F077C216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21143-4028-0856-E6EE-360A6A99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CBEA5-DE39-30FB-F21B-CF0E78F3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4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A023D-C449-B18E-7D0F-2E5AA9830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BEE7F-36EE-5016-F269-69914A422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7861-972A-9B56-EF33-234AFE1B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7BEA5-DA04-525E-28E6-1AC99C92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E8470-3ED9-48C4-67AB-3C3F9533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5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5CE4B-CEE6-EDAF-0125-81217EF3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5AA38-DD11-FC48-3CEB-750106D37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CB78F-C8D0-301D-35DA-29B2EBFCE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5CAC0-9E47-490B-A1E2-D6227CFA000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D12C2-9722-46C6-C9C1-88B718351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A926-311A-33B8-2EC5-910F31760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72947-235A-4517-A282-10229F5D4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3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C503-66AC-4671-05F8-59D95F51F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GitHub – Branches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D456D-5AF8-5514-09DF-CBF26E84C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/>
              <a:t>GitHub Branches</a:t>
            </a:r>
          </a:p>
          <a:p>
            <a:pPr algn="l"/>
            <a:r>
              <a:rPr lang="en-US" dirty="0"/>
              <a:t>Understanding how branches help manage parallel development in GitHub.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1B94-003C-87C8-3EF7-E0B9AD1C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Branches?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BAA6-25AD-F288-BB33-ED05881A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branch</a:t>
            </a:r>
            <a:r>
              <a:rPr lang="en-US" dirty="0"/>
              <a:t> is a separate line of development inside a repository.</a:t>
            </a:r>
            <a:br>
              <a:rPr lang="en-US" dirty="0"/>
            </a:br>
            <a:r>
              <a:rPr lang="en-US" dirty="0"/>
              <a:t>You can make changes without affecting the main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46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9EE3-6292-8F77-BBEC-4FA3B15E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Branches Are Needed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C025-6531-1224-CECE-5EB9257A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Branches allow you to:</a:t>
            </a:r>
          </a:p>
          <a:p>
            <a:r>
              <a:rPr lang="en-US" dirty="0"/>
              <a:t>Work safely without breaking production</a:t>
            </a:r>
          </a:p>
          <a:p>
            <a:r>
              <a:rPr lang="en-US" dirty="0"/>
              <a:t>Add new features independently</a:t>
            </a:r>
          </a:p>
          <a:p>
            <a:r>
              <a:rPr lang="en-US" dirty="0"/>
              <a:t>Fix bugs while others continue coding</a:t>
            </a:r>
          </a:p>
          <a:p>
            <a:r>
              <a:rPr lang="en-US" dirty="0"/>
              <a:t>Review and merge updates easily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80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3BC0-FAD4-465C-70DB-1DD2A8AD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Branches Work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74A9-A349-7C8C-B244-38B63440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</a:t>
            </a:r>
          </a:p>
          <a:p>
            <a:r>
              <a:rPr lang="en-US" dirty="0"/>
              <a:t>main → stable production code</a:t>
            </a:r>
          </a:p>
          <a:p>
            <a:r>
              <a:rPr lang="en-US" dirty="0"/>
              <a:t>Create a new branch → make changes → test → merge</a:t>
            </a:r>
            <a:br>
              <a:rPr lang="en-US" dirty="0"/>
            </a:br>
            <a:r>
              <a:rPr lang="en-US" dirty="0"/>
              <a:t>Branches isolate changes until they are ready.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87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DB77-B825-0B1A-66D0-3724DB9E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Branch Types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35021-758D-57DB-0863-CADC9BFA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</a:t>
            </a:r>
            <a:r>
              <a:rPr lang="en-US" dirty="0"/>
              <a:t> → production-ready code</a:t>
            </a:r>
          </a:p>
          <a:p>
            <a:r>
              <a:rPr lang="en-US" b="1" dirty="0"/>
              <a:t>dev</a:t>
            </a:r>
            <a:r>
              <a:rPr lang="en-US" dirty="0"/>
              <a:t> → development and testing</a:t>
            </a:r>
          </a:p>
          <a:p>
            <a:r>
              <a:rPr lang="en-US" b="1" dirty="0"/>
              <a:t>feature/</a:t>
            </a:r>
            <a:r>
              <a:rPr lang="en-US" dirty="0"/>
              <a:t>… → new features</a:t>
            </a:r>
          </a:p>
          <a:p>
            <a:r>
              <a:rPr lang="en-US" b="1" dirty="0"/>
              <a:t>bugfix/</a:t>
            </a:r>
            <a:r>
              <a:rPr lang="en-US" dirty="0"/>
              <a:t>… → specific fixes</a:t>
            </a:r>
          </a:p>
          <a:p>
            <a:r>
              <a:rPr lang="en-US" b="1" dirty="0"/>
              <a:t>hotfix/</a:t>
            </a:r>
            <a:r>
              <a:rPr lang="en-US" dirty="0"/>
              <a:t>… → urgent patch directly to production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64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BD1C-2924-5205-AEF3-8ABF44AC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Branch (GitHub UI)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4EDD5-439A-C429-4E69-BEC1FDDA9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repository</a:t>
            </a:r>
          </a:p>
          <a:p>
            <a:r>
              <a:rPr lang="en-US" dirty="0"/>
              <a:t>Click </a:t>
            </a:r>
            <a:r>
              <a:rPr lang="en-US" b="1" dirty="0"/>
              <a:t>main</a:t>
            </a:r>
            <a:r>
              <a:rPr lang="en-US" dirty="0"/>
              <a:t> dropdown</a:t>
            </a:r>
          </a:p>
          <a:p>
            <a:r>
              <a:rPr lang="en-US" dirty="0"/>
              <a:t>Type new branch name</a:t>
            </a:r>
          </a:p>
          <a:p>
            <a:r>
              <a:rPr lang="en-US" dirty="0"/>
              <a:t>Click </a:t>
            </a:r>
            <a:r>
              <a:rPr lang="en-US" b="1" dirty="0"/>
              <a:t>Create branch</a:t>
            </a:r>
            <a:br>
              <a:rPr lang="en-US" dirty="0"/>
            </a:br>
            <a:r>
              <a:rPr lang="en-US" dirty="0"/>
              <a:t>GitHub creates it instantly.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88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6EBA-BC5F-17A1-9D40-11A0DB53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Branch (Git CLI)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5A37-B04E-0122-B4EE-8FBA068E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git checkout -b feature-login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git push -u origin feature-login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This creates AND uploads the branch to GitHub.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56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3D4B-70EC-C68A-4E83-0A3D684A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Switching Between Branches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81FCB-E340-78C1-34F2-7DD03CE4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Using Git: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git checkout main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git checkout feature-login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This moves you between development lines.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97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9181-05EF-D70A-63BB-6C2E5D9D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a Branch (Pull Request)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7378-A451-F70E-7C24-19BFF6310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Open branch → </a:t>
            </a:r>
            <a:r>
              <a:rPr lang="en-US" b="1" dirty="0"/>
              <a:t>Compare &amp; Pull Request</a:t>
            </a:r>
            <a:endParaRPr lang="en-US" dirty="0"/>
          </a:p>
          <a:p>
            <a:r>
              <a:rPr lang="en-US" dirty="0"/>
              <a:t>Add description</a:t>
            </a:r>
          </a:p>
          <a:p>
            <a:r>
              <a:rPr lang="en-US" dirty="0"/>
              <a:t>Review changes</a:t>
            </a:r>
          </a:p>
          <a:p>
            <a:r>
              <a:rPr lang="en-US" dirty="0"/>
              <a:t>Merge into main</a:t>
            </a:r>
          </a:p>
          <a:p>
            <a:r>
              <a:rPr lang="en-US" dirty="0"/>
              <a:t>Delete branch after merge (optional)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48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56E4-9625-8309-0235-C4A1C695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7EAD-4B9F-41D0-4426-20A4FE258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Branches help:</a:t>
            </a:r>
          </a:p>
          <a:p>
            <a:r>
              <a:rPr lang="en-US" dirty="0"/>
              <a:t>Work independently</a:t>
            </a:r>
          </a:p>
          <a:p>
            <a:r>
              <a:rPr lang="en-US" dirty="0"/>
              <a:t>Organize features and bugfixes</a:t>
            </a:r>
          </a:p>
          <a:p>
            <a:r>
              <a:rPr lang="en-US" dirty="0"/>
              <a:t>Protect the main code</a:t>
            </a:r>
          </a:p>
          <a:p>
            <a:r>
              <a:rPr lang="en-US"/>
              <a:t>Enable teamwork and reviews</a:t>
            </a:r>
            <a:br>
              <a:rPr lang="en-US"/>
            </a:br>
            <a:r>
              <a:rPr lang="en-US"/>
              <a:t>Branches are the backbone of modern code collaboration.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1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– Branches </vt:lpstr>
      <vt:lpstr>What Are Branches? (What)</vt:lpstr>
      <vt:lpstr>Why Branches Are Needed (Why) </vt:lpstr>
      <vt:lpstr>How Branches Work (How) </vt:lpstr>
      <vt:lpstr>Common Branch Types </vt:lpstr>
      <vt:lpstr>Creating a Branch (GitHub UI) </vt:lpstr>
      <vt:lpstr>Creating a Branch (Git CLI)</vt:lpstr>
      <vt:lpstr>Switching Between Branches </vt:lpstr>
      <vt:lpstr>Merging a Branch (Pull Request)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2025-11-19T06:43:07Z</dcterms:created>
  <dcterms:modified xsi:type="dcterms:W3CDTF">2025-11-19T06:43:14Z</dcterms:modified>
</cp:coreProperties>
</file>