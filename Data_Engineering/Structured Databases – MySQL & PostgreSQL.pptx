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17DD-F14D-8133-69EA-06000762C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55B09-9A80-6CE6-0BDC-614D7F911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F6BE5-D80C-1261-6E2B-23BAF6EDC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65366-3F0C-569B-2A60-E4F41AB9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2794-38C7-9655-39E4-CA2C70DA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149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1593-7BA3-1BAC-F461-C4B25CF1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DB9CB-1BED-2867-0974-0DDE3FF07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103D8-6CD8-B05D-B789-D113DEF3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18EBD-7FEB-7AA0-1DE9-4586CED7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903A-0017-D94D-8BCA-3A173F263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49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AAA8-600C-D19D-EA50-DB3EBB83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5D266-854D-DADB-A04A-721456289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84D7D-DF3E-F281-3DB5-9E98886E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AD929-553B-E5D2-224C-AAAE871B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26C6-FECF-E481-7FF8-1AFDAEE7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32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3A49-86FB-EFFD-1AD7-EAA55F0D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DE7F1-FAF9-BC62-5973-181A3FE71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849FE-E17B-15E3-4C16-536E1D3F4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B4939-8E58-B3D8-2C43-ECBB96F3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06BDA-0B70-9557-B328-47DEE03E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2F959-3982-2437-6132-16B6FB42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94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8D3A-47F8-B2CF-6B9A-75F886A3D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3A08D-3E87-DB39-BA68-A402D8930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93489-89E6-C3AE-7C92-02E079E19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64C09-7A97-6E8F-CDF8-C9C07C22A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AA980-E166-D171-3D15-5835048DAB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32FB38-585D-EBF5-3AAE-9974C687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64F7D5-E543-1167-9049-1050655D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00A90-4573-0633-A4A6-2D94E768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5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47512-C5AC-6CF5-7904-D3368965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D21B98-946B-2D4C-AA6C-89A7AB1E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873CF-A858-9C62-57A3-1B1ECC29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7D11F-5D15-A714-D27D-E38ED45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03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344DFE-F878-9A5F-7135-399254CB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E95C6-735C-1236-D087-5FB19C47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A2A8C-6FAA-6499-78BA-67FF816E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37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3470-7F50-007C-11E5-BE1C2B9E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AB5A-82EF-5C7A-3EE2-8BC76165A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E2947-2D01-987D-4F85-5B72F6CAD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A5725-C13F-24F2-DD1F-A25F579A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99AD0-642D-3932-8DD6-EC205472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76DF1-163A-C08C-A4CE-69022D49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8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D5EF4-D299-6D55-60DE-EF08EBB7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BC7FF-6C3B-CCBE-BACF-EE4D45738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EC3B5-10BD-1253-AB49-D2A994F35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EB4CF-F372-B3AF-F762-95466FF7E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3ECAF-6281-5447-44C9-1519AFFF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80D80-81F8-65CC-917B-4B629721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30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FF94A-C77D-14DD-53EF-39A8E79D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F7EFA-225A-FD61-F9E4-A38F464D6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4DBCD-CFE6-E181-4CF6-3B460939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35FE-3017-C056-8AFF-669AC3D1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2B13-4E2F-083E-D484-D28E0FA6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37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6326A-F7A9-FA23-FB54-031A9BA65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77BEC-514D-D468-77AC-8515EF98F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E1D1-7E40-7875-72E7-57B616CA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D2C1C-6A32-BE6E-09D7-C0AAFA10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F3266-3D58-A806-3012-D29E29BD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074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91BA04-57E2-24AB-983C-CC83C989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C035F-73C8-2EF2-2D27-8195158C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3CEFA-4A52-B65A-D75D-60E4C9AFB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781BA-EF99-410D-9A10-BB0DA7D8BA61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5359C-CEF5-8842-598A-E252C53C3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A5D18-800D-B6C5-3561-4346C216A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D91BA-9DF6-4C7A-8831-0BA78B2B01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33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0616-A7ED-14D1-CF7B-20A561BA2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094" y="-112295"/>
            <a:ext cx="10250905" cy="250256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Structured Databases – MySQL &amp; PostgreSQL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329D73-DC75-C0A7-9E20-C40713C48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2" y="1909011"/>
            <a:ext cx="10427368" cy="334878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Structured Databases?</a:t>
            </a:r>
          </a:p>
          <a:p>
            <a:pPr algn="l"/>
            <a:r>
              <a:rPr lang="en-US" b="1" dirty="0"/>
              <a:t>WHAT:</a:t>
            </a:r>
            <a:endParaRPr lang="en-US" dirty="0"/>
          </a:p>
          <a:p>
            <a:pPr algn="l"/>
            <a:r>
              <a:rPr lang="en-US" dirty="0"/>
              <a:t>Databases that store data in </a:t>
            </a:r>
            <a:r>
              <a:rPr lang="en-US" b="1" dirty="0"/>
              <a:t>tables (rows &amp; columns)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Follow a </a:t>
            </a:r>
            <a:r>
              <a:rPr lang="en-US" b="1" dirty="0"/>
              <a:t>fixed schema</a:t>
            </a:r>
            <a:r>
              <a:rPr lang="en-US" dirty="0"/>
              <a:t> with strict data types.</a:t>
            </a:r>
          </a:p>
          <a:p>
            <a:pPr algn="l"/>
            <a:r>
              <a:rPr lang="en-US" dirty="0"/>
              <a:t>Use </a:t>
            </a:r>
            <a:r>
              <a:rPr lang="en-US" b="1" dirty="0"/>
              <a:t>SQL (Structured Query Language)</a:t>
            </a:r>
            <a:r>
              <a:rPr lang="en-US" dirty="0"/>
              <a:t> to query and manage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11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FD4B-83C5-CA43-C6A3-31088673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Structured Databases?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FC48-D442-FA00-1D87-85A2A27C3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Provide </a:t>
            </a:r>
            <a:r>
              <a:rPr lang="en-US" b="1" dirty="0"/>
              <a:t>accuracy, consistency, and reliability</a:t>
            </a:r>
            <a:r>
              <a:rPr lang="en-US" dirty="0"/>
              <a:t>.</a:t>
            </a:r>
          </a:p>
          <a:p>
            <a:r>
              <a:rPr lang="en-US" dirty="0"/>
              <a:t>Support </a:t>
            </a:r>
            <a:r>
              <a:rPr lang="en-US" b="1" dirty="0"/>
              <a:t>ACID transactions</a:t>
            </a:r>
            <a:r>
              <a:rPr lang="en-US" dirty="0"/>
              <a:t> (Atomicity, Consistency, Isolation, Durability).</a:t>
            </a:r>
          </a:p>
          <a:p>
            <a:r>
              <a:rPr lang="en-US" dirty="0"/>
              <a:t>Ideal for business systems like finance, HR, ERP, ordering, invoicing.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55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CD1CF-6E11-C37B-7110-4DDD8963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Structured Databases Are Important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9D9FC-1ACE-1B85-C538-0AE4D89E7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Reliable &amp; consistent data handling.</a:t>
            </a:r>
          </a:p>
          <a:p>
            <a:r>
              <a:rPr lang="en-US" dirty="0"/>
              <a:t>Ideal for business systems needing accuracy.</a:t>
            </a:r>
          </a:p>
          <a:p>
            <a:r>
              <a:rPr lang="en-US" dirty="0"/>
              <a:t>Support powerful SQL queries, joins, indexing, transactions.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40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66FE-A338-43C2-7C71-58685F94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Structured Databases Work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CCDC-DDC2-8271-726E-7F4BA8FDD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Data stored in tables with relationships (PK/FK).</a:t>
            </a:r>
          </a:p>
          <a:p>
            <a:r>
              <a:rPr lang="en-US" dirty="0"/>
              <a:t>Accessed using SQL (SELECT, INSERT, UPDATE).</a:t>
            </a:r>
          </a:p>
          <a:p>
            <a:r>
              <a:rPr lang="en-US" dirty="0"/>
              <a:t>Enforced schema ensures consistency.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84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468E-2AE7-84AA-194B-31B9116D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MySQL?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655AA-86C5-C394-9B92-43146C109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An open-source relational database.</a:t>
            </a:r>
          </a:p>
          <a:p>
            <a:r>
              <a:rPr lang="en-US" dirty="0"/>
              <a:t>Known for simplicity, speed, and wide adoption.</a:t>
            </a:r>
          </a:p>
          <a:p>
            <a:r>
              <a:rPr lang="en-US" dirty="0"/>
              <a:t>Used in web apps, e-commerce, CMS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05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3F4E-6D6A-52C4-64E7-77C712D2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MySQL?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0AAAC-AFBA-47C6-6512-67FA5B5FD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Easy to learn &amp; deploy.</a:t>
            </a:r>
          </a:p>
          <a:p>
            <a:r>
              <a:rPr lang="en-US" dirty="0"/>
              <a:t>Strong performance for read-heavy apps.</a:t>
            </a:r>
          </a:p>
          <a:p>
            <a:r>
              <a:rPr lang="en-US" dirty="0"/>
              <a:t>Huge community &amp; tools support (PHP, Python, Java).</a:t>
            </a:r>
          </a:p>
          <a:p>
            <a:r>
              <a:rPr lang="en-US" dirty="0"/>
              <a:t>Works well with cloud platforms.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9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7F0B-670E-16A1-B34E-26B8B45F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MySQL Is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AA13-6013-1A0E-0024-F22CB644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Connect via workbench or CLI.</a:t>
            </a:r>
          </a:p>
          <a:p>
            <a:r>
              <a:rPr lang="en-US" dirty="0"/>
              <a:t>Use SQL queries for CRUD operations.</a:t>
            </a:r>
          </a:p>
          <a:p>
            <a:r>
              <a:rPr lang="en-US" dirty="0"/>
              <a:t>Integrate with backend apps (Django, Node.js, PHP).</a:t>
            </a:r>
          </a:p>
          <a:p>
            <a:r>
              <a:rPr lang="en-US" dirty="0"/>
              <a:t>Common in LAMP stack applications.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1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0E41-7174-F340-B399-FB455983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PostgreSQL?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15FF0-D27A-6356-DF14-1043E8B61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An advanced, open-source relational database.</a:t>
            </a:r>
          </a:p>
          <a:p>
            <a:r>
              <a:rPr lang="en-US" dirty="0"/>
              <a:t>Supports SQL + NoSQL features.</a:t>
            </a:r>
          </a:p>
          <a:p>
            <a:r>
              <a:rPr lang="en-US" dirty="0"/>
              <a:t>Known for reliability and complex data handling.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763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53A0-3080-819D-2809-B82A3F3E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PostgreSQL?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5A45-4599-14EA-A3D8-3001F6372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Strong compliance (ACID).</a:t>
            </a:r>
          </a:p>
          <a:p>
            <a:r>
              <a:rPr lang="en-US" dirty="0"/>
              <a:t>Handles complex queries &amp; large datasets.</a:t>
            </a:r>
          </a:p>
          <a:p>
            <a:r>
              <a:rPr lang="en-US" dirty="0"/>
              <a:t>Supports JSON, GIS (</a:t>
            </a:r>
            <a:r>
              <a:rPr lang="en-US" dirty="0" err="1"/>
              <a:t>PostGIS</a:t>
            </a:r>
            <a:r>
              <a:rPr lang="en-US" dirty="0"/>
              <a:t>), and advanced indexing.</a:t>
            </a:r>
          </a:p>
          <a:p>
            <a:r>
              <a:rPr lang="en-US" dirty="0"/>
              <a:t>Better for enterprise-level workloads.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341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20683-1276-8BEB-C818-8C61CAD0C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PostgreSQL Is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B318E-C03C-9190-5D1A-2B3235955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Access via </a:t>
            </a:r>
            <a:r>
              <a:rPr lang="en-US" dirty="0" err="1"/>
              <a:t>pgAdmin</a:t>
            </a:r>
            <a:r>
              <a:rPr lang="en-US" dirty="0"/>
              <a:t>, CLI, or cloud-hosted versions.</a:t>
            </a:r>
          </a:p>
          <a:p>
            <a:r>
              <a:rPr lang="en-US" dirty="0"/>
              <a:t>Used in analytics, fintech, supply chain systems.</a:t>
            </a:r>
          </a:p>
          <a:p>
            <a:r>
              <a:rPr lang="en-US" dirty="0"/>
              <a:t>Ideal for data modeling and large relational workloads.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422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Structured Databases – MySQL &amp; PostgreSQL </vt:lpstr>
      <vt:lpstr>Why Structured Databases? </vt:lpstr>
      <vt:lpstr>Why Structured Databases Are Important </vt:lpstr>
      <vt:lpstr>How Structured Databases Work </vt:lpstr>
      <vt:lpstr>What is MySQL? </vt:lpstr>
      <vt:lpstr>Why Use MySQL? </vt:lpstr>
      <vt:lpstr>How MySQL Is Used </vt:lpstr>
      <vt:lpstr>What is PostgreSQL? </vt:lpstr>
      <vt:lpstr>Why Use PostgreSQL? </vt:lpstr>
      <vt:lpstr>How PostgreSQL Is Used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2</cp:revision>
  <dcterms:created xsi:type="dcterms:W3CDTF">2025-11-19T10:19:55Z</dcterms:created>
  <dcterms:modified xsi:type="dcterms:W3CDTF">2025-11-19T10:21:30Z</dcterms:modified>
</cp:coreProperties>
</file>