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0AD5-AE04-1ED5-E21E-FF04BC2E3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60E58-85FD-E7F3-E534-79071520D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305E8-1746-E3A6-30DD-63F57B50F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09E76-7205-CEF0-CB3F-73B2E83D9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F7E64-73F1-C643-96F9-91E5FD1F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0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19C1-9AFB-DFDE-AE55-41C8F8640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5DDE4-F54E-5A15-E332-F51E0A7D3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062C2-8059-6F16-6F72-154D3E8D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831C5-F470-A27F-8C01-3BBF4F1A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A342E-A443-2374-66D7-DE318708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93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DB14-88DB-C258-C320-8704AC121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0A9F7-EDDB-E9D5-22B0-B2A9385CC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4DFB8-EE75-E446-BE6F-4E0D3E89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BD253-1F5B-D32E-7B50-631DF0F5E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BD37C-1B7F-91B7-BE07-25CB9FC3A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93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B17E8-0B23-E4F6-1F24-6FA4CFF9D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69CEF-7736-9EE9-2B9E-EF5976A0F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715E0-6594-ED45-75A3-6F3B5EE34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88939-1253-ED48-B3D4-23DD8B24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004E-8E2E-AADE-1718-5556FF35F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B19D7-45FE-6E7A-C8E0-E81E8958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06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4B972-23A1-1A0A-71A4-67D17CEE1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C701E-B773-99E8-9C7A-6D436A7CB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77629-269D-C0B5-78EA-FEB103CB0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F41857-110F-C6BF-4299-39E54D6A58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88BE8-7D9B-00B6-5FD7-F802CB793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4AB22-E3F7-691D-F70C-F98D62B62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235CA-E5DE-E118-A84A-C63DC629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1B3B0-BA45-ACD0-BCFE-97F2E408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80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0FAA-9DC7-DA41-1EAA-72B62F7A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71A50-158E-F62A-1556-AF36AE415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BB15B-E8AB-247E-C597-906BC5B59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7D8DA-0841-A766-FA27-CEEAB671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70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B23CBB-C7F2-1E1C-E3D0-51130AED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DF7B5-7173-9735-8F58-8B512BDC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F2F21-C4A6-C0A8-7B8F-7DD7E922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700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0453-BAC9-44B8-20B5-11160A64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62EFA-5505-3CA1-71DE-682C06FFD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D09D7-9372-5396-DF23-2629512A1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62420-1E74-70C9-09F4-8775D139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9C691-E326-83B0-9DB7-44E5B883B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A01C6-1E01-1476-9C25-DF3095ED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4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C916B-099B-76FB-828B-438D792F6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CD3E7-BF68-A1EF-EEFF-53B6CEB55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224D5-F5E2-DC27-6C36-2BC20BBF7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9DDB1-DB07-2AE1-F1B6-86C955B2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B7A72-918F-D0E9-0102-40E9B1573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800EC-6C2F-EE06-3108-43C1CBC6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159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141F-913D-395A-78D0-C78DDE89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80486-6B8D-287B-7D1C-298A3E050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28ACC-5404-4771-2070-E75E41B9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C74E-655C-164D-EC35-F354E6A23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FC270-91B1-E2AA-B2A4-2AB4EA85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381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3F3CD0-E02E-76D3-590A-0817054EE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17B83-8BC4-2DD2-2EEA-D635180F3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C01E9-19B7-15B3-357D-292ADC7BE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CBA4D-3D6E-5856-9ED0-227FD8F1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CC5C2-A0CA-A1B7-A299-19B0E7F09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03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89AAA-7D95-7569-8FB1-EC671F6C0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7C80C-17DF-1C9F-DAAD-FE6B2F1FE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F6B46-F38F-77FA-DA61-CC58EED82B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708C3-C950-45AB-B8F3-A48EDB1E415C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3BC0F-73D8-B561-92E5-D9309C75C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9CA49-E010-C1DC-35A1-25FB39929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FBB4A-87A9-431F-B748-8CB52FC0C9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38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DB9CB-A338-D5CD-6904-C6FAACB4F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0863" y="1"/>
            <a:ext cx="9577137" cy="1655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Terraform Architecture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E5F47-4978-C073-D1CB-5A75FA868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87116"/>
            <a:ext cx="10668000" cy="407068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Terraform Architecture? (WHAT)</a:t>
            </a:r>
          </a:p>
          <a:p>
            <a:pPr algn="l"/>
            <a:r>
              <a:rPr lang="en-US" dirty="0"/>
              <a:t>The internal structure that defines how Terraform </a:t>
            </a:r>
            <a:r>
              <a:rPr lang="en-US" b="1" dirty="0"/>
              <a:t>reads configs</a:t>
            </a:r>
            <a:r>
              <a:rPr lang="en-US" dirty="0"/>
              <a:t>, </a:t>
            </a:r>
            <a:r>
              <a:rPr lang="en-US" b="1" dirty="0"/>
              <a:t>manages state</a:t>
            </a:r>
            <a:r>
              <a:rPr lang="en-US" dirty="0"/>
              <a:t>, </a:t>
            </a:r>
            <a:r>
              <a:rPr lang="en-US" b="1" dirty="0"/>
              <a:t>plans changes</a:t>
            </a:r>
            <a:r>
              <a:rPr lang="en-US" dirty="0"/>
              <a:t>, and </a:t>
            </a:r>
            <a:r>
              <a:rPr lang="en-US" b="1" dirty="0"/>
              <a:t>provisions resources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Includes providers, modules, state engine, graph builder, and workflow components.</a:t>
            </a:r>
          </a:p>
          <a:p>
            <a:pPr algn="l"/>
            <a:r>
              <a:rPr lang="en-US" dirty="0"/>
              <a:t>Drives how Terraform interacts with cloud providers like AWS, Azure, GCP.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735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D78C-D6B1-E9E8-4C20-86245ECF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Terraform Architecture Matters? (WHY)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F4ECE6-9ABA-050D-7C6B-6EEE005C9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93354"/>
            <a:ext cx="1210940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understand how Terraform decides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changes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make.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mistakes when working with complex infrastructure.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debugging of state issues, dependency errors, and apply failures.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design reusable, scalable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frameworks for teams.</a:t>
            </a:r>
          </a:p>
        </p:txBody>
      </p:sp>
    </p:spTree>
    <p:extLst>
      <p:ext uri="{BB962C8B-B14F-4D97-AF65-F5344CB8AC3E}">
        <p14:creationId xmlns:p14="http://schemas.microsoft.com/office/powerpoint/2010/main" val="4285370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9C5B8-1EE3-97DB-5655-98C12BD8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Terraform Architecture Works Overall (HOW)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0A154-2A3C-716E-DCE6-29CD3C180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Load Configuration Files (.</a:t>
            </a:r>
            <a:r>
              <a:rPr lang="en-US" b="1" dirty="0" err="1"/>
              <a:t>tf</a:t>
            </a:r>
            <a:r>
              <a:rPr lang="en-US" b="1" dirty="0"/>
              <a:t>)</a:t>
            </a:r>
            <a:endParaRPr lang="en-US" dirty="0"/>
          </a:p>
          <a:p>
            <a:r>
              <a:rPr lang="en-US" b="1" dirty="0"/>
              <a:t>Initialize Providers &amp; Modules</a:t>
            </a:r>
            <a:endParaRPr lang="en-US" dirty="0"/>
          </a:p>
          <a:p>
            <a:r>
              <a:rPr lang="en-US" b="1" dirty="0"/>
              <a:t>Build a Resource Dependency Graph</a:t>
            </a:r>
            <a:endParaRPr lang="en-US" dirty="0"/>
          </a:p>
          <a:p>
            <a:r>
              <a:rPr lang="en-US" b="1" dirty="0"/>
              <a:t>Generate an Execution Plan (terraform plan)</a:t>
            </a:r>
            <a:endParaRPr lang="en-US" dirty="0"/>
          </a:p>
          <a:p>
            <a:r>
              <a:rPr lang="en-US" b="1" dirty="0"/>
              <a:t>Apply the Plan (terraform apply)</a:t>
            </a:r>
            <a:endParaRPr lang="en-US" dirty="0"/>
          </a:p>
          <a:p>
            <a:r>
              <a:rPr lang="en-US" b="1" dirty="0"/>
              <a:t>Store the State (</a:t>
            </a:r>
            <a:r>
              <a:rPr lang="en-US" b="1" dirty="0" err="1"/>
              <a:t>terraform.tfstate</a:t>
            </a:r>
            <a:r>
              <a:rPr lang="en-US" b="1" dirty="0"/>
              <a:t>)</a:t>
            </a:r>
            <a:endParaRPr lang="en-US" dirty="0"/>
          </a:p>
          <a:p>
            <a:r>
              <a:rPr lang="en-US" b="1" dirty="0"/>
              <a:t>Track Drift &amp; Update on Next Run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196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2C29E-7EF2-4C5D-A4EF-EDB193BA8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Provider Architecture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76D54-B6F6-B321-0768-D6B436B87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Providers act as </a:t>
            </a:r>
            <a:r>
              <a:rPr lang="en-IN" b="1" dirty="0"/>
              <a:t>plugins</a:t>
            </a:r>
            <a:r>
              <a:rPr lang="en-IN" dirty="0"/>
              <a:t> to talk to external APIs.</a:t>
            </a:r>
          </a:p>
          <a:p>
            <a:r>
              <a:rPr lang="en-IN" dirty="0"/>
              <a:t>Example: AWS, Azure, GCP, Kubernetes, Datadog, GitHub.</a:t>
            </a:r>
          </a:p>
          <a:p>
            <a:r>
              <a:rPr lang="en-IN" dirty="0"/>
              <a:t>Each provider manages multiple resource types like S3, EC2, IAM.</a:t>
            </a:r>
          </a:p>
          <a:p>
            <a:r>
              <a:rPr lang="en-IN" dirty="0"/>
              <a:t>Terraform downloads providers during </a:t>
            </a:r>
            <a:r>
              <a:rPr lang="en-IN" b="1" dirty="0"/>
              <a:t>terraform init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780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E93E-6614-A911-B55B-5887B739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Providers Are Important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E5D2A-D1F7-DCF8-E743-CCA8FEC54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They translate Terraform configs into API calls.</a:t>
            </a:r>
          </a:p>
          <a:p>
            <a:r>
              <a:rPr lang="en-US" dirty="0"/>
              <a:t>Abstract away cloud-specific complexity.</a:t>
            </a:r>
          </a:p>
          <a:p>
            <a:r>
              <a:rPr lang="en-US" dirty="0"/>
              <a:t>Allow multi-cloud infrastructure in the same template.</a:t>
            </a:r>
          </a:p>
          <a:p>
            <a:r>
              <a:rPr lang="en-US" dirty="0"/>
              <a:t>Keep Terraform modular, extendable, and scalable.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154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35FC-97E2-E40A-5C80-5841F8F44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 Architecture (WHAT / HOW)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822D5-DF9A-834D-FDEA-076CC1DFB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uses a </a:t>
            </a:r>
            <a:r>
              <a:rPr lang="en-US" b="1" dirty="0"/>
              <a:t>state file</a:t>
            </a:r>
            <a:r>
              <a:rPr lang="en-US" dirty="0"/>
              <a:t> to track resources created.</a:t>
            </a:r>
          </a:p>
          <a:p>
            <a:r>
              <a:rPr lang="en-US" dirty="0"/>
              <a:t>State file contains IDs, attributes, dependencies.</a:t>
            </a:r>
          </a:p>
          <a:p>
            <a:r>
              <a:rPr lang="en-US" dirty="0"/>
              <a:t>Can be stored locally or in remote backends like:</a:t>
            </a:r>
          </a:p>
          <a:p>
            <a:pPr lvl="1"/>
            <a:r>
              <a:rPr lang="en-US" dirty="0"/>
              <a:t>S3 + DynamoDB lock</a:t>
            </a:r>
          </a:p>
          <a:p>
            <a:pPr lvl="1"/>
            <a:r>
              <a:rPr lang="en-US" dirty="0"/>
              <a:t>Azure Blob Store</a:t>
            </a:r>
          </a:p>
          <a:p>
            <a:pPr lvl="1"/>
            <a:r>
              <a:rPr lang="en-US" dirty="0"/>
              <a:t>Terraform Cloud</a:t>
            </a:r>
          </a:p>
          <a:p>
            <a:r>
              <a:rPr lang="en-US" dirty="0"/>
              <a:t>Ensures Terraform knows </a:t>
            </a:r>
            <a:r>
              <a:rPr lang="en-US" b="1" dirty="0"/>
              <a:t>what exists vs. what to change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13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56EB2-5F88-AEB6-B8EC-C68F3E8A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Dependency Graph Architecture (WHAT)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A56D6-E921-B1C2-A648-82185337E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builds a </a:t>
            </a:r>
            <a:r>
              <a:rPr lang="en-IN" b="1" dirty="0"/>
              <a:t>Directed Acyclic Graph (DAG)</a:t>
            </a:r>
            <a:r>
              <a:rPr lang="en-IN" dirty="0"/>
              <a:t> of resources.</a:t>
            </a:r>
          </a:p>
          <a:p>
            <a:r>
              <a:rPr lang="en-IN" dirty="0"/>
              <a:t>Ensures correct ordering:</a:t>
            </a:r>
          </a:p>
          <a:p>
            <a:pPr lvl="1"/>
            <a:r>
              <a:rPr lang="en-IN" dirty="0"/>
              <a:t>Networking → Security Groups → Instances</a:t>
            </a:r>
          </a:p>
          <a:p>
            <a:r>
              <a:rPr lang="en-IN" dirty="0"/>
              <a:t>Parallelizes independent operations to speed up provisioning.</a:t>
            </a:r>
          </a:p>
          <a:p>
            <a:r>
              <a:rPr lang="en-IN" dirty="0"/>
              <a:t>Visualized using terraform graph.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706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EA94-284F-20E4-BFD3-120FCCC07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</a:t>
            </a:r>
            <a:r>
              <a:rPr lang="en-US" b="1" dirty="0" err="1"/>
              <a:t>Terraform’s</a:t>
            </a:r>
            <a:r>
              <a:rPr lang="en-US" b="1" dirty="0"/>
              <a:t> Architecture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ED938-FB99-0EB6-B092-76FD4E46F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Predictable &amp; safe deployments.</a:t>
            </a:r>
          </a:p>
          <a:p>
            <a:r>
              <a:rPr lang="en-US" dirty="0"/>
              <a:t>Automatic dependency handling.</a:t>
            </a:r>
          </a:p>
          <a:p>
            <a:r>
              <a:rPr lang="en-US" dirty="0"/>
              <a:t>Rollbacks and controlled changes using plans.</a:t>
            </a:r>
          </a:p>
          <a:p>
            <a:r>
              <a:rPr lang="en-US" dirty="0"/>
              <a:t>Scales with thousands of resources across accounts.</a:t>
            </a:r>
          </a:p>
          <a:p>
            <a:r>
              <a:rPr lang="en-US" dirty="0"/>
              <a:t>Works in CI/CD pipelines and team workflows.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942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15DC0-C260-2F5D-E09C-24F96604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332B3-8FDB-8953-1399-56ED41ADA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architecture is built around </a:t>
            </a:r>
            <a:r>
              <a:rPr lang="en-US" b="1" dirty="0"/>
              <a:t>providers, state, dependency graph, and execution workflow</a:t>
            </a:r>
            <a:r>
              <a:rPr lang="en-US" dirty="0"/>
              <a:t>.</a:t>
            </a:r>
          </a:p>
          <a:p>
            <a:r>
              <a:rPr lang="en-US" dirty="0"/>
              <a:t>Ensures consistent, automated, and reliable infrastructure provisioning.</a:t>
            </a:r>
          </a:p>
          <a:p>
            <a:r>
              <a:rPr lang="en-US" dirty="0"/>
              <a:t>Ideal for cloud automation, DevOps, multi-cloud, and large enterprise deployments.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07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Architecture </vt:lpstr>
      <vt:lpstr>Why Terraform Architecture Matters? (WHY)</vt:lpstr>
      <vt:lpstr>How Terraform Architecture Works Overall (HOW)</vt:lpstr>
      <vt:lpstr>Provider Architecture (WHAT) </vt:lpstr>
      <vt:lpstr>Why Providers Are Important (WHY) </vt:lpstr>
      <vt:lpstr>State Architecture (WHAT / HOW)</vt:lpstr>
      <vt:lpstr>Dependency Graph Architecture (WHAT)</vt:lpstr>
      <vt:lpstr>Benefits of Terraform’s Architecture (WHY)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2025-11-20T10:04:04Z</dcterms:created>
  <dcterms:modified xsi:type="dcterms:W3CDTF">2025-11-20T10:04:10Z</dcterms:modified>
</cp:coreProperties>
</file>