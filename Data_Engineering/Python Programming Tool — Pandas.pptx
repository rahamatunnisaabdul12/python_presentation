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47A1-2DE1-BF00-FB31-83804D603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1DF5D-FA8C-4C60-27F0-F5B11A158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1B77-A553-D6CC-05C9-AE2CB37F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112DE-1DD8-2BB5-E0F2-19700306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440E8-9485-5C84-4FD9-4C5A1BF5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43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8434-C7F2-E233-093C-1BD2A2F9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C4EA5-9417-F151-8906-0207C8932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053C2-3C81-F05C-B737-9AB16B01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A6FFC-7DC3-DDF0-FC0F-AC56B35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07C63-89A5-A880-652A-51939AB6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8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C850-8376-A287-90BB-7EC8817FA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2B84F-52F7-E3E8-D56B-64B1B4F69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F6C75-2328-9ED2-2D8A-6B3AACB7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0ECED-10B0-1BE1-9917-D2705CF2A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90AE-35F1-C14F-3FBD-4C50BFB4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41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FB73-2FE0-9750-FA67-7C8207DB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685C6-572F-0FF9-E1B5-C1765A179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BD0B3-BFB8-8012-AA85-5EC552FB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6909F-4BA1-F6B4-669E-A3EE0412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ACA2E-8B51-160C-6061-BA24400A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14ED7-E7DE-DC23-6BC5-134A0997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06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AAFE-94BD-3FC6-B775-4ABF9A313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C2B80-BD59-8247-2101-3460EA0B2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8B22A-F479-4D01-A3E3-1506057DB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58D27-F1EB-5D9A-6E62-3681FCACF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AC6D1-3575-2D5B-2C88-F19CAA52E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40C0B-A680-C9C5-7798-E192C807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9F82B-4F63-4521-12FC-518FB37B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62855-E6E0-A5BE-F4D1-2F61F58E9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87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AA18-E197-7983-E602-EA6BE66A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C3F0F-7313-D23A-DA4E-9B771FF5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F95F3-7366-F767-0BD7-489C485D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92454-C4AE-E585-3607-FB5C6699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6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5EA7D-2749-BD6C-A5A8-AE5028E0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36DD6-8566-B964-B7B4-D1B1D5A6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B1489-E764-347F-5BBF-800EFA8B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1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0854-3570-C190-502F-1BABBBECD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278C-A143-449E-462D-9737255E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28227-5BD2-4A8E-5712-4159D1574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0738E-2E15-2954-0D87-D32B3F6B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548E7-95D0-1E83-3F65-2CA02BDD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76F8B-8D64-ACC6-98F9-00426987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02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9225-000A-BB10-3CA6-356BA60D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2201-8EA2-31E2-F504-1965C1695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52119-13BE-B6FD-27A3-BB6934CA9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1F5B3-D9FC-D581-29E5-2088C48B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D873A-E061-48B8-3847-0DACE586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F9168-D191-1325-2961-0AA13566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87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D416-3922-A0A1-91BF-C2515532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1883B-D4C9-9B8A-9D52-8B023C9E8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20B6-5E06-5AD6-FA78-BFE3154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1DB4F-2221-BDDE-0E12-CB1AC265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93600-589B-62FB-CD4B-50B6521E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49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9E2497-3884-E4CD-C92C-16C2D3CB6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235A1-4AAF-2DB7-3E98-834EF4EDB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E5C00-18F3-F171-CAB8-EDC5170A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E39DF-C2CF-E8D5-5EC9-1D769BDB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811CC-6906-0839-6E5F-1B0810FD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65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3E5BD-9385-2549-B69C-B51A1A61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B01B8-1C1A-85BB-B7F7-DFA3702A4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A455F-BA72-0339-E882-CF674F496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4D156-5F5D-4E4B-A232-FB102A0A3BA3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79311-5AF6-1A39-586E-82E2C5059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8F5A5-7945-7F4D-E9C2-EC0833B10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8EB57-4AC4-482D-8503-A98C56AAA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86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B9FA-8B1E-0339-5E4F-F527BC0D3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0633"/>
            <a:ext cx="11598442" cy="2438400"/>
          </a:xfrm>
        </p:spPr>
        <p:txBody>
          <a:bodyPr>
            <a:normAutofit/>
          </a:bodyPr>
          <a:lstStyle/>
          <a:p>
            <a:r>
              <a:rPr lang="en-IN" b="1" dirty="0"/>
              <a:t>Python Programming Tool — Pandas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300CF-44BA-171C-6312-91C509B63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968" y="2550695"/>
            <a:ext cx="10299032" cy="2707105"/>
          </a:xfrm>
        </p:spPr>
        <p:txBody>
          <a:bodyPr/>
          <a:lstStyle/>
          <a:p>
            <a:r>
              <a:rPr lang="en-US" b="1" dirty="0"/>
              <a:t>Python Programming Tool — Pandas</a:t>
            </a:r>
            <a:br>
              <a:rPr lang="en-US" dirty="0"/>
            </a:br>
            <a:r>
              <a:rPr lang="en-US" dirty="0"/>
              <a:t>A powerful library for data cleaning, analysis, and transformation.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67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7AAA-8AED-1820-E283-8843E385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Pandas?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48EA1-6BF2-36A3-DE3F-1C150AE02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Pandas is a Python library used for handling structured data (tables, CSV, Excel, JSON).</a:t>
            </a:r>
          </a:p>
          <a:p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Helps in fast data cleaning, filtering, merging, and summarizing.</a:t>
            </a:r>
          </a:p>
          <a:p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Uses two main structures →</a:t>
            </a:r>
          </a:p>
          <a:p>
            <a:r>
              <a:rPr lang="en-US" b="1" dirty="0"/>
              <a:t>Series</a:t>
            </a:r>
            <a:r>
              <a:rPr lang="en-US" dirty="0"/>
              <a:t> (1D)</a:t>
            </a:r>
          </a:p>
          <a:p>
            <a:r>
              <a:rPr lang="en-US" b="1" dirty="0" err="1"/>
              <a:t>DataFrame</a:t>
            </a:r>
            <a:r>
              <a:rPr lang="en-US" dirty="0"/>
              <a:t> (2D table)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75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E85A-F21B-D735-B179-B0F4CF97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Pandas is Important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D62E-4C39-8A06-20FC-B77109016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Replaces manual Excel operations</a:t>
            </a:r>
          </a:p>
          <a:p>
            <a:r>
              <a:rPr lang="en-US" dirty="0"/>
              <a:t>Handles millions of rows efficiently</a:t>
            </a:r>
          </a:p>
          <a:p>
            <a:r>
              <a:rPr lang="en-US" dirty="0"/>
              <a:t>Works with CSV, JSON, Excel, SQL</a:t>
            </a:r>
          </a:p>
          <a:p>
            <a:r>
              <a:rPr lang="en-US" dirty="0"/>
              <a:t>Perfect for ETL, analytics, ML preprocessing</a:t>
            </a:r>
          </a:p>
          <a:p>
            <a:r>
              <a:rPr lang="en-US" dirty="0"/>
              <a:t>Widely used in Data Engineering &amp; Data Science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70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7DAD-D974-A560-2321-FCACBF3F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Pandas Core Concepts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61C4-BB61-CC9A-E76D-696F5DDF6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Series → single column</a:t>
            </a:r>
          </a:p>
          <a:p>
            <a:r>
              <a:rPr lang="en-IN" dirty="0" err="1"/>
              <a:t>DataFrame</a:t>
            </a:r>
            <a:r>
              <a:rPr lang="en-IN" dirty="0"/>
              <a:t> → full table</a:t>
            </a:r>
          </a:p>
          <a:p>
            <a:r>
              <a:rPr lang="en-IN" dirty="0"/>
              <a:t>Index → row labels</a:t>
            </a:r>
          </a:p>
          <a:p>
            <a:r>
              <a:rPr lang="en-IN" dirty="0"/>
              <a:t>Data types → numeric, string, datetime</a:t>
            </a:r>
          </a:p>
          <a:p>
            <a:r>
              <a:rPr lang="en-IN" dirty="0"/>
              <a:t>Missing values handling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02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6357-46AC-8D8A-98AC-F4B0AF8B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Ingestion with Pandas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64D06-01A4-B33E-8286-661490D9E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Pandas reads multiple data formats:</a:t>
            </a:r>
          </a:p>
          <a:p>
            <a:r>
              <a:rPr lang="en-IN" dirty="0"/>
              <a:t>CSV</a:t>
            </a:r>
          </a:p>
          <a:p>
            <a:r>
              <a:rPr lang="en-IN" dirty="0"/>
              <a:t>Excel</a:t>
            </a:r>
          </a:p>
          <a:p>
            <a:r>
              <a:rPr lang="en-IN" dirty="0"/>
              <a:t>JSON</a:t>
            </a:r>
          </a:p>
          <a:p>
            <a:r>
              <a:rPr lang="en-IN" dirty="0"/>
              <a:t>Parquet</a:t>
            </a:r>
          </a:p>
          <a:p>
            <a:r>
              <a:rPr lang="en-IN" dirty="0"/>
              <a:t>SQL databases</a:t>
            </a:r>
          </a:p>
          <a:p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Load → inspect → clean → transform.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9365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B5D0-78C5-1A1F-6269-5F82541C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C0E02-2F82-3A4A-59BB-479E9E029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helps with:</a:t>
            </a:r>
          </a:p>
          <a:p>
            <a:r>
              <a:rPr lang="en-US" dirty="0"/>
              <a:t>Removing nulls</a:t>
            </a:r>
          </a:p>
          <a:p>
            <a:r>
              <a:rPr lang="en-US" dirty="0"/>
              <a:t>Filling missing values</a:t>
            </a:r>
          </a:p>
          <a:p>
            <a:r>
              <a:rPr lang="en-US" dirty="0"/>
              <a:t>Changing data types</a:t>
            </a:r>
          </a:p>
          <a:p>
            <a:r>
              <a:rPr lang="en-US" dirty="0"/>
              <a:t>Renaming columns</a:t>
            </a:r>
          </a:p>
          <a:p>
            <a:r>
              <a:rPr lang="en-US" dirty="0"/>
              <a:t>Filtering unwanted rows</a:t>
            </a:r>
          </a:p>
          <a:p>
            <a:r>
              <a:rPr lang="en-US" dirty="0"/>
              <a:t>Outcome: Data becomes structured and reliable.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9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69E1-5F19-CAB9-3545-AAE81DA6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Transformation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F99BE-5577-D727-31E0-BB6A1AA2D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operations:</a:t>
            </a:r>
          </a:p>
          <a:p>
            <a:r>
              <a:rPr lang="en-US" dirty="0"/>
              <a:t>Sorting</a:t>
            </a:r>
          </a:p>
          <a:p>
            <a:r>
              <a:rPr lang="en-US" dirty="0"/>
              <a:t>Grouping</a:t>
            </a:r>
          </a:p>
          <a:p>
            <a:r>
              <a:rPr lang="en-US" dirty="0"/>
              <a:t>Aggregating</a:t>
            </a:r>
          </a:p>
          <a:p>
            <a:r>
              <a:rPr lang="en-US" dirty="0"/>
              <a:t>Merging datasets</a:t>
            </a:r>
          </a:p>
          <a:p>
            <a:r>
              <a:rPr lang="en-US" dirty="0"/>
              <a:t>Creating new calculated columns</a:t>
            </a:r>
          </a:p>
          <a:p>
            <a:r>
              <a:rPr lang="en-US" dirty="0"/>
              <a:t>Useful for reports, dashboards, ML datasets.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735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B5F1-3754-D202-4479-6A079BBC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888E4-9A39-A185-6026-A7584F2FF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allows:</a:t>
            </a:r>
          </a:p>
          <a:p>
            <a:r>
              <a:rPr lang="en-US" dirty="0"/>
              <a:t>Summary stats (mean, sum, count)</a:t>
            </a:r>
          </a:p>
          <a:p>
            <a:r>
              <a:rPr lang="en-US" dirty="0"/>
              <a:t>Trend analysis</a:t>
            </a:r>
          </a:p>
          <a:p>
            <a:r>
              <a:rPr lang="en-US" dirty="0"/>
              <a:t>Outlier detection</a:t>
            </a:r>
          </a:p>
          <a:p>
            <a:r>
              <a:rPr lang="en-US" dirty="0"/>
              <a:t>Date/time calculations</a:t>
            </a:r>
          </a:p>
          <a:p>
            <a:r>
              <a:rPr lang="en-US" dirty="0"/>
              <a:t>Often used before visualization or modeling.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15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BBF7-8366-FA5E-C372-93627C64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Pandas Is Used in Real Projects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D2F0D-8786-53E7-7FCC-47D25B81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ETL pipelines (clean, merge, standardize)</a:t>
            </a:r>
          </a:p>
          <a:p>
            <a:r>
              <a:rPr lang="en-US" dirty="0"/>
              <a:t>Finance (statements, transactions)</a:t>
            </a:r>
          </a:p>
          <a:p>
            <a:r>
              <a:rPr lang="en-US" dirty="0"/>
              <a:t>Supply chain (orders, shipments)</a:t>
            </a:r>
          </a:p>
          <a:p>
            <a:r>
              <a:rPr lang="en-US" dirty="0"/>
              <a:t>Sales (pricing, forecasting)</a:t>
            </a:r>
          </a:p>
          <a:p>
            <a:r>
              <a:rPr lang="en-US" dirty="0"/>
              <a:t>Healthcare (patient records)</a:t>
            </a:r>
          </a:p>
          <a:p>
            <a:r>
              <a:rPr lang="en-US" dirty="0"/>
              <a:t>Provides speed +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633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AD55-56DC-0096-475C-304D3762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744F4-FEEA-9392-818F-95AC9ED8E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 is the core tool for data processing</a:t>
            </a:r>
          </a:p>
          <a:p>
            <a:r>
              <a:rPr lang="en-US" dirty="0"/>
              <a:t>Simple syntax, high performance</a:t>
            </a:r>
          </a:p>
          <a:p>
            <a:r>
              <a:rPr lang="en-US" dirty="0"/>
              <a:t>Supports cleaning, merging, analysis</a:t>
            </a:r>
          </a:p>
          <a:p>
            <a:r>
              <a:rPr lang="en-US" dirty="0"/>
              <a:t>Essential for Data Engineering, ML, Analytics</a:t>
            </a:r>
          </a:p>
          <a:p>
            <a:r>
              <a:rPr lang="en-US"/>
              <a:t>Makes workflow faster and more scalable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35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Programming Tool — Pandas </vt:lpstr>
      <vt:lpstr>What is Pandas? </vt:lpstr>
      <vt:lpstr>Why Pandas is Important </vt:lpstr>
      <vt:lpstr>Pandas Core Concepts </vt:lpstr>
      <vt:lpstr>Data Ingestion with Pandas </vt:lpstr>
      <vt:lpstr>Data Cleaning </vt:lpstr>
      <vt:lpstr>Data Transformation </vt:lpstr>
      <vt:lpstr>Data Analysis </vt:lpstr>
      <vt:lpstr>Why Pandas Is Used in Real Projects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2025-11-18T10:01:26Z</dcterms:created>
  <dcterms:modified xsi:type="dcterms:W3CDTF">2025-11-18T10:01:36Z</dcterms:modified>
</cp:coreProperties>
</file>