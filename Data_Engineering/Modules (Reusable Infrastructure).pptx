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E645-C4E2-1E21-B01F-F50A14BDE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37C50-41E3-14D1-E81B-C5273B738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A8B93-1A8A-9FE2-3CBC-0CFE7D238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E36A4-9376-30BF-B869-C8F66B56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6AD55-F28E-AC54-4AB3-C73F7C4B4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74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F666-E47B-C74B-0A94-EC5B7977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087F-1C7A-6F73-A129-A20940B04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946DD-E44E-F298-81D8-1A26E2A8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5046F-5953-BE84-CA0D-D4B0A465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CD2FB-FD53-4A63-6D09-22530B9A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978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B026-2995-D11D-8FAF-7486E72EE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FD6CD-B9DE-BA76-FD51-27FAF7B6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06B38-C5ED-B061-EDE5-6CC29F54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22119-CF76-3493-FE07-ACE567F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86A78-2536-8929-EACB-2A9C7372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94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DAC7-C316-6309-859F-F16D53D92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5B5B7-7B97-B9B5-9A84-2EA92FB98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601D2-3444-744D-C20D-68898220D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6932D-89B4-04AD-3A0B-3131B808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E645A-3A74-ACA0-2E0D-5388E45D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0B7C5-8600-28E0-FE76-13C349BC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85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687BC-E0B3-4FFF-678B-01565CA0A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0DFA0-194A-3300-4CE7-BF8B0BB12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ACE1D-7A1A-C7AB-2FCD-5C4A58C6B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DFC7A-17AB-13D9-3992-92492B986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FD1773-58CC-0446-F3F1-2547E6363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F60FC-A6D4-0A39-BB6C-A3C4C99D4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3F9A83-AF3C-9C66-1022-B73362A53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E1870-DB19-44EA-6B77-77CDE86C0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57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57A5-4E1C-F1DF-2F8D-71C453B4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68F631-6F66-9F13-F538-21F0C9A8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C57F7-6961-94B3-BCCF-BCA3DE457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4AEE0-B59C-46B7-3FAE-0A47B69D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832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CCF604-6DA0-DB36-A6C7-128C41A8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FFDD2-275C-7F6E-8897-2F329230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587F1-4D4A-5FE1-9555-BAF72B7D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52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6364-2B39-51F8-9473-EDBB5FD1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909A5-3A37-C8BC-EC2E-17051D6C1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477FA-E81C-B06F-A299-ACDB26F10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379D0-E6A0-E89E-DB50-93A9E197B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BF071-4CCF-5CA3-A189-6730EE92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CFCA3-4FA7-EA49-531B-5D08017A6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4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C9F0-6B44-EBF2-7E37-180917AD5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F9919-0A4D-CDA9-F084-E1446F515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670A8-B984-C338-5CBE-55BBFAB11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F92B2-92FA-FC60-B12B-B74E8B09E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456C0-C6FA-761E-4069-F65B2558C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33019-B19B-66D5-AED8-71366DD1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95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614E-F5C0-8A2D-A517-1BDFB08F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B16EB-F01F-830F-A82A-3513D150B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FFB7B-902F-93C2-759C-990123C4E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C138B-E24D-F594-2F47-CFFF8C730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65437-E274-7993-9FD8-96D13602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83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8953E-DBBF-3D6A-02E5-1862E6BE5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E6697-3732-BDF3-2A87-A55DA5BB1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7E859-90A7-5163-8D31-355977BE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59DDF-3B0E-3AAE-FC2D-58BDF4F8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E529B-68FE-4A4B-41F6-1A8D50D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09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607272-A1F3-1FA3-ADED-F923E869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95989-0253-0B63-4845-A0863B1A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8995C-1091-872D-F270-14E1107A8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D03EF-353E-4DF2-AA8F-68823ABF58B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C9390-D89D-ECB0-CAE8-759701DD8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8FA31-D79B-A135-509B-59DC470F2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E0C7A-0B4B-4392-BAD0-DB93F9D2D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1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10FD-23EF-BC43-8A18-A0352D48F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78" y="-160421"/>
            <a:ext cx="9914021" cy="2149642"/>
          </a:xfrm>
        </p:spPr>
        <p:txBody>
          <a:bodyPr/>
          <a:lstStyle/>
          <a:p>
            <a:r>
              <a:rPr lang="en-IN" dirty="0"/>
              <a:t>Modules (Reusable Infrastructure)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E4370-3D54-DF71-F6D8-EC91A22F2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181726"/>
            <a:ext cx="10523621" cy="307607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Are Modules?</a:t>
            </a:r>
          </a:p>
          <a:p>
            <a:pPr algn="l"/>
            <a:r>
              <a:rPr lang="en-US" dirty="0"/>
              <a:t>A module is a </a:t>
            </a:r>
            <a:r>
              <a:rPr lang="en-US" b="1" dirty="0"/>
              <a:t>collection of .</a:t>
            </a:r>
            <a:r>
              <a:rPr lang="en-US" b="1" dirty="0" err="1"/>
              <a:t>tf</a:t>
            </a:r>
            <a:r>
              <a:rPr lang="en-US" b="1" dirty="0"/>
              <a:t> files grouped in a folder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Acts as a </a:t>
            </a:r>
            <a:r>
              <a:rPr lang="en-US" b="1" dirty="0"/>
              <a:t>template</a:t>
            </a:r>
            <a:r>
              <a:rPr lang="en-US" dirty="0"/>
              <a:t> for creating infrastructure components.</a:t>
            </a:r>
          </a:p>
          <a:p>
            <a:pPr algn="l"/>
            <a:r>
              <a:rPr lang="en-US" dirty="0"/>
              <a:t>Contains resources, variables, outputs, and configurations.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750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4B5C-3A3C-630F-7141-D99A7741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We Use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5A4BC-BCA1-8B0C-2F03-22DF7ACB0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code duplication</a:t>
            </a:r>
          </a:p>
          <a:p>
            <a:r>
              <a:rPr lang="en-US" dirty="0"/>
              <a:t>Promote standardization across environments</a:t>
            </a:r>
          </a:p>
          <a:p>
            <a:r>
              <a:rPr lang="en-US" dirty="0"/>
              <a:t>Improve readability &amp; maintainability</a:t>
            </a:r>
          </a:p>
          <a:p>
            <a:r>
              <a:rPr lang="en-US" dirty="0"/>
              <a:t>Enable reuse across teams</a:t>
            </a:r>
          </a:p>
          <a:p>
            <a:r>
              <a:rPr lang="en-US" dirty="0"/>
              <a:t>Accelerate deployments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1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473E-CF8C-E83C-E271-BA7A35ED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 How Modules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A85BC-B384-7833-0705-3B73141D4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Root module calls the reusable module</a:t>
            </a:r>
          </a:p>
          <a:p>
            <a:r>
              <a:rPr lang="en-US" dirty="0"/>
              <a:t>Inputs (variables) are passed to the module</a:t>
            </a:r>
          </a:p>
          <a:p>
            <a:r>
              <a:rPr lang="en-US" dirty="0"/>
              <a:t>Module provisions resources using its internal .</a:t>
            </a:r>
            <a:r>
              <a:rPr lang="en-US" dirty="0" err="1"/>
              <a:t>tf</a:t>
            </a:r>
            <a:r>
              <a:rPr lang="en-US" dirty="0"/>
              <a:t> files</a:t>
            </a:r>
          </a:p>
          <a:p>
            <a:r>
              <a:rPr lang="en-US" dirty="0"/>
              <a:t>Outputs are returned to the root</a:t>
            </a:r>
          </a:p>
          <a:p>
            <a:r>
              <a:rPr lang="en-US" dirty="0"/>
              <a:t>Terraform handles dependency resolution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0866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281A-3483-AF7B-BA14-F5AEE7BA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Folder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4DFD2-904F-5ED0-F2DE-695ECE112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main.tf</a:t>
            </a:r>
            <a:r>
              <a:rPr lang="en-IN" dirty="0"/>
              <a:t> → Resource logic</a:t>
            </a:r>
          </a:p>
          <a:p>
            <a:r>
              <a:rPr lang="en-IN" b="1" dirty="0"/>
              <a:t>variables.tf</a:t>
            </a:r>
            <a:r>
              <a:rPr lang="en-IN" dirty="0"/>
              <a:t> → Inputs</a:t>
            </a:r>
          </a:p>
          <a:p>
            <a:r>
              <a:rPr lang="en-IN" b="1" dirty="0"/>
              <a:t>outputs.tf</a:t>
            </a:r>
            <a:r>
              <a:rPr lang="en-IN" dirty="0"/>
              <a:t> → Outputs</a:t>
            </a:r>
          </a:p>
          <a:p>
            <a:r>
              <a:rPr lang="en-IN" b="1" dirty="0"/>
              <a:t>versions.tf</a:t>
            </a:r>
            <a:r>
              <a:rPr lang="en-IN" dirty="0"/>
              <a:t> → Providers</a:t>
            </a:r>
          </a:p>
          <a:p>
            <a:r>
              <a:rPr lang="en-IN" i="1" dirty="0"/>
              <a:t>Optional:</a:t>
            </a:r>
            <a:r>
              <a:rPr lang="en-IN" dirty="0"/>
              <a:t> nested modules folder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331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260F-6118-B3D0-6EE9-70AA59C5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Using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D50D1-66FB-A719-AD3A-352DAEDE1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 code organization</a:t>
            </a:r>
          </a:p>
          <a:p>
            <a:r>
              <a:rPr lang="en-US" dirty="0"/>
              <a:t>Easy scaling for large infra</a:t>
            </a:r>
          </a:p>
          <a:p>
            <a:r>
              <a:rPr lang="en-US" dirty="0"/>
              <a:t>Reduces copy-paste errors</a:t>
            </a:r>
          </a:p>
          <a:p>
            <a:r>
              <a:rPr lang="en-US" dirty="0"/>
              <a:t>Protects standards &amp; best practices</a:t>
            </a:r>
          </a:p>
          <a:p>
            <a:r>
              <a:rPr lang="en-US" dirty="0"/>
              <a:t>Supports multi-env deployments easily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28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2BA6A-90F3-BDB2-5432-4F6C8F19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Module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6687-4B94-2C1A-B50E-8A3B23110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Local modules:</a:t>
            </a:r>
            <a:r>
              <a:rPr lang="en-IN" dirty="0"/>
              <a:t> source = "./modules/</a:t>
            </a:r>
            <a:r>
              <a:rPr lang="en-IN" dirty="0" err="1"/>
              <a:t>vpc</a:t>
            </a:r>
            <a:r>
              <a:rPr lang="en-IN" dirty="0"/>
              <a:t>"</a:t>
            </a:r>
          </a:p>
          <a:p>
            <a:r>
              <a:rPr lang="en-IN" b="1" dirty="0"/>
              <a:t>Terraform Registry:</a:t>
            </a:r>
            <a:r>
              <a:rPr lang="en-IN" dirty="0"/>
              <a:t> terraform-</a:t>
            </a:r>
            <a:r>
              <a:rPr lang="en-IN" dirty="0" err="1"/>
              <a:t>aws</a:t>
            </a:r>
            <a:r>
              <a:rPr lang="en-IN" dirty="0"/>
              <a:t>-modules/</a:t>
            </a:r>
            <a:r>
              <a:rPr lang="en-IN" dirty="0" err="1"/>
              <a:t>vpc</a:t>
            </a:r>
            <a:r>
              <a:rPr lang="en-IN" dirty="0"/>
              <a:t>/</a:t>
            </a:r>
            <a:r>
              <a:rPr lang="en-IN" dirty="0" err="1"/>
              <a:t>aws</a:t>
            </a:r>
            <a:endParaRPr lang="en-IN" dirty="0"/>
          </a:p>
          <a:p>
            <a:r>
              <a:rPr lang="en-IN" b="1" dirty="0"/>
              <a:t>Git modules:</a:t>
            </a:r>
            <a:br>
              <a:rPr lang="en-IN" dirty="0"/>
            </a:br>
            <a:r>
              <a:rPr lang="en-IN" dirty="0"/>
              <a:t>git::https://github.com/org/repo.git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4494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00FA-3D38-75D3-A4AD-8159F467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Real-World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53210-8E0F-BAF5-2B80-CE4336399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VPC creation</a:t>
            </a:r>
          </a:p>
          <a:p>
            <a:r>
              <a:rPr lang="en-US" dirty="0"/>
              <a:t>EC2 setup</a:t>
            </a:r>
          </a:p>
          <a:p>
            <a:r>
              <a:rPr lang="en-US" dirty="0"/>
              <a:t>Load balancers</a:t>
            </a:r>
          </a:p>
          <a:p>
            <a:r>
              <a:rPr lang="en-US" dirty="0"/>
              <a:t>IAM roles &amp; policies</a:t>
            </a:r>
          </a:p>
          <a:p>
            <a:r>
              <a:rPr lang="en-US" dirty="0"/>
              <a:t>RDS &amp; DynamoDB</a:t>
            </a:r>
          </a:p>
          <a:p>
            <a:r>
              <a:rPr lang="en-US" dirty="0"/>
              <a:t>Security groups</a:t>
            </a:r>
          </a:p>
          <a:p>
            <a:r>
              <a:rPr lang="en-US" dirty="0"/>
              <a:t>Multi-tier network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547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76BF-8492-FFE0-FA42-A39E8340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27D89-1620-7A43-3A15-8D3093763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versioned modules</a:t>
            </a:r>
          </a:p>
          <a:p>
            <a:r>
              <a:rPr lang="en-US" dirty="0"/>
              <a:t>Avoid hardcoding values</a:t>
            </a:r>
          </a:p>
          <a:p>
            <a:r>
              <a:rPr lang="en-US" dirty="0"/>
              <a:t>Keep inputs &amp; outputs clean</a:t>
            </a:r>
          </a:p>
          <a:p>
            <a:r>
              <a:rPr lang="en-US" dirty="0"/>
              <a:t>Provide good module documentation</a:t>
            </a:r>
          </a:p>
          <a:p>
            <a:r>
              <a:rPr lang="en-US" dirty="0"/>
              <a:t>Keep modules small &amp; focused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97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9A04-64AD-5F33-0340-AC210E119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75FC8-A394-085F-5733-0082F86AC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Modules make Terraform scalable, reusable, and maintainable — forming the foundation of enterprise-grade </a:t>
            </a:r>
            <a:r>
              <a:rPr lang="en-US" dirty="0" err="1"/>
              <a:t>IaC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87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Modules (Reusable Infrastructure)</vt:lpstr>
      <vt:lpstr>Why We Use Modules</vt:lpstr>
      <vt:lpstr>: How Modules Work</vt:lpstr>
      <vt:lpstr>Module Folder Structure</vt:lpstr>
      <vt:lpstr>Benefits of Using Modules</vt:lpstr>
      <vt:lpstr>Types of Module Sources</vt:lpstr>
      <vt:lpstr>Common Real-World Use Cases</vt:lpstr>
      <vt:lpstr>Best Practices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2025-11-21T06:43:02Z</dcterms:created>
  <dcterms:modified xsi:type="dcterms:W3CDTF">2025-11-21T06:43:08Z</dcterms:modified>
</cp:coreProperties>
</file>