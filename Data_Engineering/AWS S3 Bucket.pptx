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AFD98-35C1-91A4-C154-139A76A9DC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7D0CF0-AC4F-603B-0E89-61FA559C80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3C7D70-9948-2AFC-E6AA-B9294BBAE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077D5-CC82-4D35-974C-995AF7B4C17B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C6982F-9A52-53F9-0377-2468A1D78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C14919-A868-2547-4113-35A4081EC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69414-BF7B-4D8F-B6D8-5CC930D45C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8235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96BE0-F1C0-7C63-EEE4-AC1C1F785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D118AB-96C8-DEF9-2D6A-C5999321F0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8F4A94-1917-C6E1-5C6E-1F06FB3B9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077D5-CC82-4D35-974C-995AF7B4C17B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670506-804B-762C-CC3C-B27C74310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8FAD3F-617E-CC01-EEB2-0A3B6CD12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69414-BF7B-4D8F-B6D8-5CC930D45C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366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78B49-D0FB-DA09-4406-6989A530A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0CEA61-68C5-3201-20F4-2D29E94275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6ADE2-4BAA-5E8D-8405-7B7DDDF4A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077D5-CC82-4D35-974C-995AF7B4C17B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EC1B8A-FEFA-7404-3DC3-C0A6AF2FF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A8FDF1-D8FF-807F-0220-81ACAFB44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69414-BF7B-4D8F-B6D8-5CC930D45C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72368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1967F-19B7-4585-C713-699D43E79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B773DF-0D9C-EE3F-758D-483B90AF94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66A896-B013-DCE7-1254-CFD485F3CF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3E6B67-45CF-1172-89D3-B0D0E1BA7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077D5-CC82-4D35-974C-995AF7B4C17B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2315B9-BAB9-4794-6436-E69BD0E45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C5E776-FEDC-BAA1-CCE8-EE18ECED5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69414-BF7B-4D8F-B6D8-5CC930D45C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72745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5851C-B57E-C486-1890-59820C41F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0B476E-7730-31EA-D319-974C998D7E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6C9B4F-4E3F-D754-82F5-3F2B511173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99737F-95EA-2FCF-B274-D30B5EC020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DF7E18-1D34-EF10-BDAD-CD9626A09F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CFF792-FCC5-2B6B-2769-1D5F168AF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077D5-CC82-4D35-974C-995AF7B4C17B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691FDD-8180-05F7-9F9A-84A02E689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440DD7-8A89-8E1F-0896-A4BF96B8F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69414-BF7B-4D8F-B6D8-5CC930D45C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3975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CDDC5-506A-0ED4-E6A0-7EB08C644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D7322D-7088-9F57-44FE-DF243B491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077D5-CC82-4D35-974C-995AF7B4C17B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EC9847-E2AF-99C7-9AF8-7096ADAFA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253F28-6E90-D13A-414F-EB7B3F510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69414-BF7B-4D8F-B6D8-5CC930D45C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20058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D439E7-88AF-5E8B-2CFE-9846BE805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077D5-CC82-4D35-974C-995AF7B4C17B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B72B04-C2C0-94BD-7D34-F63D88A8A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8EF72D-574A-0A39-5A28-EF6143E8E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69414-BF7B-4D8F-B6D8-5CC930D45C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05737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6710E-C698-A402-0718-98D91173B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898DB0-9CCC-C171-69B8-1949B8E7CB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FD8114-F8A4-3718-FD8E-E528DC4BD3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C703DC-84B7-7E46-B641-B0BAB67ED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077D5-CC82-4D35-974C-995AF7B4C17B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44A17F-2792-3456-8ED6-9F5D58AE4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BEDE4B-ECC5-986C-33AC-95B0FFB25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69414-BF7B-4D8F-B6D8-5CC930D45C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43197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B7231-D0DC-348D-DC35-8540EC71C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D8BAFD-4859-4D98-C3D0-C5E5526CFC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4C2A1D-6D7B-989C-F60E-DEF5862F99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9C2027-E03F-4250-C6C5-8455EAC49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077D5-CC82-4D35-974C-995AF7B4C17B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8BC965-4092-1159-89A3-4EBC56BD1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94BE84-4A5A-687E-2E1E-9064CA40D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69414-BF7B-4D8F-B6D8-5CC930D45C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59114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B4954-AACD-CB5C-4F61-074C02929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3D5C84-0E0A-34A3-9F6E-62D1356DCA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7F272A-1024-8AA0-0F9A-0CEAFB1E3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077D5-CC82-4D35-974C-995AF7B4C17B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2F3F47-DEA5-DDFB-150E-7831F7054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6DB5E8-0842-A533-3680-F70674A55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69414-BF7B-4D8F-B6D8-5CC930D45C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12963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5DD77A-0F00-131B-3237-BD32981E41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5FF2E7-11C4-B223-D023-CB7BB37154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0B3D6E-3011-5DBC-13D5-B9475CFB6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077D5-CC82-4D35-974C-995AF7B4C17B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DBCC48-C918-ED3F-BFC2-26E18224F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279A67-0D2E-DAA8-1AF8-C68828DDF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69414-BF7B-4D8F-B6D8-5CC930D45C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9607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864EBA-E934-D274-B5DE-8FEB03013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4A46EE-567F-711D-3FF5-A6EE6F537F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A5CBAC-E8B2-FDCB-1FBE-8EE5FB0DA5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A077D5-CC82-4D35-974C-995AF7B4C17B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AF0B2-007A-9F0B-8AC9-FF197E275E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530B42-5B77-4090-F21D-BA5CAFBA4D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669414-BF7B-4D8F-B6D8-5CC930D45C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7725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FB9E2-F2AF-9CF2-CD83-A5F2462274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2505" y="1"/>
            <a:ext cx="10475495" cy="1892968"/>
          </a:xfrm>
        </p:spPr>
        <p:txBody>
          <a:bodyPr/>
          <a:lstStyle/>
          <a:p>
            <a:r>
              <a:rPr lang="en-IN" b="1" dirty="0"/>
              <a:t>AWS S3 Bucket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8BE152-E6C3-AB84-396A-9D74AB9CDB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2505" y="1732547"/>
            <a:ext cx="10475495" cy="3525253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What is Amazon S3?</a:t>
            </a:r>
          </a:p>
          <a:p>
            <a:pPr algn="l"/>
            <a:r>
              <a:rPr lang="en-US" b="1" dirty="0"/>
              <a:t>WHAT:</a:t>
            </a:r>
            <a:endParaRPr lang="en-US" dirty="0"/>
          </a:p>
          <a:p>
            <a:pPr algn="l"/>
            <a:r>
              <a:rPr lang="en-US" dirty="0"/>
              <a:t>A cloud-based </a:t>
            </a:r>
            <a:r>
              <a:rPr lang="en-US" b="1" dirty="0"/>
              <a:t>object storage service</a:t>
            </a:r>
            <a:r>
              <a:rPr lang="en-US" dirty="0"/>
              <a:t> from AWS.</a:t>
            </a:r>
          </a:p>
          <a:p>
            <a:pPr algn="l"/>
            <a:r>
              <a:rPr lang="en-US" dirty="0"/>
              <a:t>Stores files (objects) in </a:t>
            </a:r>
            <a:r>
              <a:rPr lang="en-US" b="1" dirty="0"/>
              <a:t>Buckets</a:t>
            </a:r>
            <a:r>
              <a:rPr lang="en-US" dirty="0"/>
              <a:t>.</a:t>
            </a:r>
          </a:p>
          <a:p>
            <a:pPr algn="l"/>
            <a:r>
              <a:rPr lang="en-US" dirty="0"/>
              <a:t>Designed for high durability (99.999999999%), scalability, and security.</a:t>
            </a:r>
          </a:p>
          <a:p>
            <a:pPr algn="l"/>
            <a:r>
              <a:rPr lang="en-US" dirty="0"/>
              <a:t>Used for backups, logs, static files, big data, ML datasets.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589247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D1005-4674-3A91-49F3-BD0E21E73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an S3 Bucket?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DD9A9E-591A-4C80-4952-8F984BB0FD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WHAT:</a:t>
            </a:r>
            <a:endParaRPr lang="en-US" dirty="0"/>
          </a:p>
          <a:p>
            <a:r>
              <a:rPr lang="en-US" dirty="0"/>
              <a:t>A container used to store objects (files, data, metadata).</a:t>
            </a:r>
          </a:p>
          <a:p>
            <a:r>
              <a:rPr lang="en-US" dirty="0"/>
              <a:t>Each bucket has a </a:t>
            </a:r>
            <a:r>
              <a:rPr lang="en-US" b="1" dirty="0"/>
              <a:t>unique global name</a:t>
            </a:r>
            <a:r>
              <a:rPr lang="en-US" dirty="0"/>
              <a:t>.</a:t>
            </a:r>
          </a:p>
          <a:p>
            <a:r>
              <a:rPr lang="en-US" dirty="0"/>
              <a:t>Supports folders, lifecycle rules, permissions, and versioning.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395136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2DE74-0C0C-E901-125F-7428F19D8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– Why S3 Buckets Are Used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00064C-0B9A-A4FE-E716-73C9D6D743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WHY:</a:t>
            </a:r>
            <a:endParaRPr lang="en-US" dirty="0"/>
          </a:p>
          <a:p>
            <a:r>
              <a:rPr lang="en-US" dirty="0"/>
              <a:t>Cheap &amp; infinite storage.</a:t>
            </a:r>
          </a:p>
          <a:p>
            <a:r>
              <a:rPr lang="en-US" dirty="0"/>
              <a:t>Highly durable and always available.</a:t>
            </a:r>
          </a:p>
          <a:p>
            <a:r>
              <a:rPr lang="en-US" dirty="0"/>
              <a:t>Accessible from anywhere (URL, SDK, CLI).</a:t>
            </a:r>
          </a:p>
          <a:p>
            <a:r>
              <a:rPr lang="en-US" dirty="0"/>
              <a:t>Stores raw/trusted/refined layers in data lakes.</a:t>
            </a:r>
          </a:p>
          <a:p>
            <a:r>
              <a:rPr lang="en-US" dirty="0"/>
              <a:t>Integrates with AWS services (Lambda, Glue, Athena, Redshift).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875322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0F226-2AB7-53AA-51A4-E4B12326E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S3 Buckets Store Data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BD5321-84B1-AE9C-3905-6C9A8E582F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HOW:</a:t>
            </a:r>
            <a:endParaRPr lang="en-US" dirty="0"/>
          </a:p>
          <a:p>
            <a:r>
              <a:rPr lang="en-US" dirty="0"/>
              <a:t>Data stored as </a:t>
            </a:r>
            <a:r>
              <a:rPr lang="en-US" b="1" dirty="0"/>
              <a:t>objects</a:t>
            </a:r>
            <a:r>
              <a:rPr lang="en-US" dirty="0"/>
              <a:t> (file + metadata).</a:t>
            </a:r>
          </a:p>
          <a:p>
            <a:r>
              <a:rPr lang="en-US" dirty="0"/>
              <a:t>Each object has a </a:t>
            </a:r>
            <a:r>
              <a:rPr lang="en-US" b="1" dirty="0"/>
              <a:t>key</a:t>
            </a:r>
            <a:r>
              <a:rPr lang="en-US" dirty="0"/>
              <a:t> (path).</a:t>
            </a:r>
          </a:p>
          <a:p>
            <a:r>
              <a:rPr lang="en-US" dirty="0"/>
              <a:t>Buckets use regions to store data close to users.</a:t>
            </a:r>
          </a:p>
          <a:p>
            <a:r>
              <a:rPr lang="en-US" dirty="0"/>
              <a:t>Data accessed via HTTPS or AWS SDK.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007073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7EFD0-875F-350D-6EC7-0A920505D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S3 Storage Classes (What)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58EE9-7B02-9F26-12E3-49406A9C0C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dirty="0"/>
              <a:t>WHAT:</a:t>
            </a:r>
            <a:endParaRPr lang="en-IN" dirty="0"/>
          </a:p>
          <a:p>
            <a:r>
              <a:rPr lang="en-IN" dirty="0"/>
              <a:t>Standard</a:t>
            </a:r>
          </a:p>
          <a:p>
            <a:r>
              <a:rPr lang="en-IN" dirty="0"/>
              <a:t>Intelligent-Tiering</a:t>
            </a:r>
          </a:p>
          <a:p>
            <a:r>
              <a:rPr lang="en-IN" dirty="0"/>
              <a:t>Standard-IA / One-Zone IA</a:t>
            </a:r>
          </a:p>
          <a:p>
            <a:r>
              <a:rPr lang="en-IN" dirty="0"/>
              <a:t>Glacier (Archive)</a:t>
            </a:r>
          </a:p>
          <a:p>
            <a:r>
              <a:rPr lang="en-IN" dirty="0"/>
              <a:t>Glacier Deep Archive</a:t>
            </a:r>
          </a:p>
          <a:p>
            <a:r>
              <a:rPr lang="en-IN" dirty="0"/>
              <a:t>Different classes = different cost vs retrieval speed.</a:t>
            </a:r>
          </a:p>
          <a:p>
            <a:br>
              <a:rPr lang="en-IN" dirty="0"/>
            </a:b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673127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F9075-7F97-31D5-4541-31A78B1FD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Why Storage Classes Matter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87DA0-D218-E13C-B177-0B332F8450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WHY:</a:t>
            </a:r>
            <a:endParaRPr lang="en-US" dirty="0"/>
          </a:p>
          <a:p>
            <a:r>
              <a:rPr lang="en-US" dirty="0"/>
              <a:t>Helps reduce storage cost.</a:t>
            </a:r>
          </a:p>
          <a:p>
            <a:r>
              <a:rPr lang="en-US" dirty="0"/>
              <a:t>Lets you store rarely accessed data cheaply.</a:t>
            </a:r>
          </a:p>
          <a:p>
            <a:r>
              <a:rPr lang="en-US" dirty="0"/>
              <a:t>Enables automatic lifecycle transitions.</a:t>
            </a:r>
          </a:p>
          <a:p>
            <a:r>
              <a:rPr lang="en-US" dirty="0"/>
              <a:t>Example:</a:t>
            </a:r>
            <a:br>
              <a:rPr lang="en-US" dirty="0"/>
            </a:br>
            <a:r>
              <a:rPr lang="en-US" dirty="0"/>
              <a:t>Logs → move to Glacier after 90 days.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42305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03301-88EA-292A-36BA-9E6B2497B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How S3 Security Works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1E7A59-C3D6-6107-BF3B-15506BC7BE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HOW:</a:t>
            </a:r>
            <a:endParaRPr lang="en-US" dirty="0"/>
          </a:p>
          <a:p>
            <a:r>
              <a:rPr lang="en-US" dirty="0"/>
              <a:t>IAM policies (who can access bucket).</a:t>
            </a:r>
          </a:p>
          <a:p>
            <a:r>
              <a:rPr lang="en-US" dirty="0"/>
              <a:t>Bucket Policies (public/private control).</a:t>
            </a:r>
          </a:p>
          <a:p>
            <a:r>
              <a:rPr lang="en-US" dirty="0"/>
              <a:t>ACLs (object-level permissions).</a:t>
            </a:r>
          </a:p>
          <a:p>
            <a:r>
              <a:rPr lang="en-US" dirty="0"/>
              <a:t>Encryption (SSE-S3, SSE-KMS).</a:t>
            </a:r>
          </a:p>
          <a:p>
            <a:r>
              <a:rPr lang="en-US" dirty="0"/>
              <a:t>Block Public Access by default.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369562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7D095-BFDC-A28B-839E-0D5979D47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S3 Key Features (Why It’s Powerful)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7F898-7479-2503-222B-0ECFB07615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WHY:</a:t>
            </a:r>
            <a:endParaRPr lang="en-IN" dirty="0"/>
          </a:p>
          <a:p>
            <a:r>
              <a:rPr lang="en-IN" dirty="0"/>
              <a:t>Versioning</a:t>
            </a:r>
          </a:p>
          <a:p>
            <a:r>
              <a:rPr lang="en-IN" dirty="0"/>
              <a:t>Lifecycle Management</a:t>
            </a:r>
          </a:p>
          <a:p>
            <a:r>
              <a:rPr lang="en-IN" dirty="0"/>
              <a:t>Cross-Region Replication</a:t>
            </a:r>
          </a:p>
          <a:p>
            <a:r>
              <a:rPr lang="en-IN" dirty="0"/>
              <a:t>Event Notifications (trigger Lambda/SQS)</a:t>
            </a:r>
          </a:p>
          <a:p>
            <a:r>
              <a:rPr lang="en-IN" dirty="0"/>
              <a:t>Static Website Hosting</a:t>
            </a:r>
          </a:p>
          <a:p>
            <a:r>
              <a:rPr lang="en-IN" dirty="0"/>
              <a:t>Integration with analytics (Glue &amp; Athena)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926235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667CC-417E-D59C-367E-C676059F3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Summary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7DC657-BEDE-A23D-EFAF-D98E1AD35E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S3 is AWS's object storage system.</a:t>
            </a:r>
          </a:p>
          <a:p>
            <a:r>
              <a:rPr lang="en-US" dirty="0"/>
              <a:t>Buckets store files with unlimited scale.</a:t>
            </a:r>
          </a:p>
          <a:p>
            <a:r>
              <a:rPr lang="en-US" dirty="0"/>
              <a:t>Used for data lakes, big data, ML, backups, and analytics.</a:t>
            </a:r>
          </a:p>
          <a:p>
            <a:r>
              <a:rPr lang="en-US" dirty="0"/>
              <a:t>Secure, durable, and low-cost.</a:t>
            </a:r>
          </a:p>
          <a:p>
            <a:r>
              <a:rPr lang="en-US" dirty="0"/>
              <a:t>Easy to integrate into any AWS architecture.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233032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9F41B-4357-E886-A8DE-8B1C9D5C5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8A795A-6722-0299-4D68-0D0BCDBF65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47405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380</Words>
  <Application>Microsoft Office PowerPoint</Application>
  <PresentationFormat>Widescreen</PresentationFormat>
  <Paragraphs>61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AWS S3 Bucket </vt:lpstr>
      <vt:lpstr>What is an S3 Bucket? </vt:lpstr>
      <vt:lpstr>– Why S3 Buckets Are Used</vt:lpstr>
      <vt:lpstr>How S3 Buckets Store Data</vt:lpstr>
      <vt:lpstr>S3 Storage Classes (What) </vt:lpstr>
      <vt:lpstr>Why Storage Classes Matter </vt:lpstr>
      <vt:lpstr>How S3 Security Works </vt:lpstr>
      <vt:lpstr>S3 Key Features (Why It’s Powerful) </vt:lpstr>
      <vt:lpstr>Summary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Rahamatunnisa Abdul</dc:creator>
  <cp:lastModifiedBy>Rahamatunnisa Abdul</cp:lastModifiedBy>
  <cp:revision>1</cp:revision>
  <dcterms:created xsi:type="dcterms:W3CDTF">2025-11-20T06:11:12Z</dcterms:created>
  <dcterms:modified xsi:type="dcterms:W3CDTF">2025-11-20T06:11:58Z</dcterms:modified>
</cp:coreProperties>
</file>