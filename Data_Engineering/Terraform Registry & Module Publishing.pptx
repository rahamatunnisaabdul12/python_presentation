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B84C-1B88-98A9-0D51-BA85B98C0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7816D-21B7-7DC3-BE9F-78397BBD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177A7-E627-1207-6A85-1349C261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33E22-55FD-61B7-44E4-48000E58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92838-BEFF-898C-AAB6-71769D34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03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F122-CB12-D874-C15F-5F6D3C73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1904-FAE0-CA28-F33D-A6B0315E2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A212-E7F3-91B3-0B9C-2C334A5E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D5E17-6F87-CF51-3216-009438C9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49209-8278-F0C9-4A26-3803869C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88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162E-D7C0-9F32-DA97-A7D336917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B92F9-DCD8-F2AF-B2E7-2BD854A3E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9B5F1-072F-460F-1405-A1BC8E7F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55423-F4C9-2086-5703-FB4CD379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0C02-444B-422D-A972-68E30F2D2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12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776A-57A6-C0B2-BF99-E89C1F74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49532-4E26-1442-ECF4-83B1A73AF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2FE02-3A37-46A3-76A4-CB48D5A0A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A7177-D3EE-6021-62DF-E144FB7E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327E1-E99B-2602-6E7E-6A1623E2C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5A49F-E383-2B14-B648-4196A0FA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61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9CA2-0873-9378-6F3F-2B84C51E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DA08D-DD9F-8E4A-63C1-995814343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269BD-0121-A61C-FC3F-E57A8A52A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25B6F-B192-A6C6-79BB-90C686588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69998C-6EEE-02A3-96FF-AB0AAC417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3E484-8570-F916-0268-6C7F5ACC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E22E3-4EAB-AF25-CFB7-29672173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8E151C-88CD-224C-FF3A-FA476F0C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91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C5A4-5176-E08D-B02A-C5CC57625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91EC5-2DD3-7FEF-A615-FB9C3B21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FAECD-0DEF-B9A8-B530-3D149AB04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5E7A-5B06-9C36-0CE6-2458B94C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09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29E72-1BFE-E950-EC81-4D2D9E98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07B52-ED4E-FC53-03B5-ECA6787F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42B7F-0114-97B7-5562-87AA8A47E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50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3DDF-B0B6-FE59-52B3-70CCD756B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CC9D-90BA-BDAC-BB60-35813D503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DED7A-96D1-C86F-8004-883090650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319F8-D937-DD7B-29CC-38B6174EC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3197A-0329-261A-D0AB-D3DB6E7E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6B144-66C0-DD55-52D5-5E6CBC09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63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F9DB-F260-715A-2EF2-F5D786D7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53950-5CDC-3636-8DAE-7DB86A143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15765-F1E2-BC08-5089-B622A3B12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B6172-7048-9B65-B2A4-26E801A0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5A290-4B93-3051-EAF4-163E39C1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40803-6F87-306B-C487-45AA5F037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8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6F06-0F25-B3C5-3819-EA8E8E0B2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9E0F8-D1D5-262A-F9CF-EC125C382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B0CA2-CD53-8290-4755-C4F8AC3C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97319-8075-1845-5004-7823C0D5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E91C7-EC67-CBC4-4DA5-5CE7C82E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15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6767D-9D1F-C3F4-4CC8-286B46936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3A9B4-5D0C-573D-4EC5-17AFB3641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05BEB-E336-3054-7D58-CEB9862D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B70C1-9D04-1285-80D6-B77BD297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0622A-0159-0B1D-A2E4-E3DB1E16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479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C7869-4967-2A30-CB6E-936DF4E9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6281C-3595-438E-1BC6-E96B20914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A83AD-00FD-FF9B-280B-1E13AD89E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A2DB9-2023-4D48-9EA8-5D5F2E6E8DA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1407D-60F8-F0CE-9BD2-0B7B38500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3647-A294-EADC-A62E-DFFB87E55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C6877-3B47-470B-BF94-557FABB6F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12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47CA-ABAF-1FA7-2342-9C41CB95A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84" y="320843"/>
            <a:ext cx="10026316" cy="218172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Terraform Registry &amp; Module Publishing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87327-E8B8-45E7-70EC-6E14422F1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759" y="1748589"/>
            <a:ext cx="10379242" cy="4138864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Is the Terraform Registry?</a:t>
            </a:r>
          </a:p>
          <a:p>
            <a:pPr algn="l"/>
            <a:r>
              <a:rPr lang="en-IN" dirty="0"/>
              <a:t>A public or private platform to </a:t>
            </a:r>
            <a:r>
              <a:rPr lang="en-IN" b="1" dirty="0"/>
              <a:t>discover, share, and reuse</a:t>
            </a:r>
            <a:r>
              <a:rPr lang="en-IN" dirty="0"/>
              <a:t> Terraform modules.</a:t>
            </a:r>
          </a:p>
          <a:p>
            <a:pPr algn="l"/>
            <a:r>
              <a:rPr lang="en-IN" dirty="0"/>
              <a:t>Similar to a package library for infrastructure.</a:t>
            </a:r>
          </a:p>
          <a:p>
            <a:pPr algn="l"/>
            <a:r>
              <a:rPr lang="en-IN" dirty="0"/>
              <a:t>Supports:</a:t>
            </a:r>
          </a:p>
          <a:p>
            <a:pPr lvl="1" algn="l"/>
            <a:r>
              <a:rPr lang="en-IN" dirty="0"/>
              <a:t>Public registry (registry.terraform.io)</a:t>
            </a:r>
          </a:p>
          <a:p>
            <a:pPr lvl="1" algn="l"/>
            <a:r>
              <a:rPr lang="en-IN" dirty="0"/>
              <a:t>Private registry (Terraform Cloud/Enterprise)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21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9139A-2873-D5A2-48D8-60155591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Terraform Registry Is Useful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78C5F-E103-DABC-E467-1374DC6BC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Reuse infrastructure templates</a:t>
            </a:r>
          </a:p>
          <a:p>
            <a:r>
              <a:rPr lang="en-US" dirty="0"/>
              <a:t>Standardize deployments across teams</a:t>
            </a:r>
          </a:p>
          <a:p>
            <a:r>
              <a:rPr lang="en-US" dirty="0"/>
              <a:t>Reduce duplication</a:t>
            </a:r>
          </a:p>
          <a:p>
            <a:r>
              <a:rPr lang="en-US" dirty="0"/>
              <a:t>Improve security &amp; consistency</a:t>
            </a:r>
          </a:p>
          <a:p>
            <a:r>
              <a:rPr lang="en-US" dirty="0"/>
              <a:t>Speed up provisioning</a:t>
            </a:r>
          </a:p>
          <a:p>
            <a:r>
              <a:rPr lang="en-US" dirty="0"/>
              <a:t>Enable modular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59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4466B-C962-3568-30D3-1E37A440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Terraform Modules?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2F8B2-E146-94A8-1826-9CDBAEB23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collection of Terraform files packaged together.</a:t>
            </a:r>
          </a:p>
          <a:p>
            <a:r>
              <a:rPr lang="en-US" dirty="0"/>
              <a:t>Represents a reusable piece of infrastructure such as:</a:t>
            </a:r>
          </a:p>
          <a:p>
            <a:pPr lvl="1"/>
            <a:r>
              <a:rPr lang="en-US" dirty="0"/>
              <a:t>VPC module</a:t>
            </a:r>
          </a:p>
          <a:p>
            <a:pPr lvl="1"/>
            <a:r>
              <a:rPr lang="en-US" dirty="0"/>
              <a:t>EC2 module</a:t>
            </a:r>
          </a:p>
          <a:p>
            <a:pPr lvl="1"/>
            <a:r>
              <a:rPr lang="en-US" dirty="0"/>
              <a:t>RDS module</a:t>
            </a:r>
          </a:p>
          <a:p>
            <a:pPr lvl="1"/>
            <a:r>
              <a:rPr lang="en-US" dirty="0"/>
              <a:t>IAM module</a:t>
            </a:r>
          </a:p>
          <a:p>
            <a:r>
              <a:rPr lang="en-US" dirty="0"/>
              <a:t>Modules help build infra using </a:t>
            </a:r>
            <a:r>
              <a:rPr lang="en-US" b="1" dirty="0"/>
              <a:t>building blocks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948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7EEDF-BE1A-8EC9-7FFB-CAAEF940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Publish Terraform Modules?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54723-9D29-888F-63CC-9FE95E0EC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team collaboration</a:t>
            </a:r>
          </a:p>
          <a:p>
            <a:r>
              <a:rPr lang="en-US" dirty="0"/>
              <a:t>Ensures best practices are followed</a:t>
            </a:r>
          </a:p>
          <a:p>
            <a:r>
              <a:rPr lang="en-US" dirty="0"/>
              <a:t>Provides versioning (v1.0, v1.1, etc.)</a:t>
            </a:r>
          </a:p>
          <a:p>
            <a:r>
              <a:rPr lang="en-US" dirty="0"/>
              <a:t>Allows secure sharing between teams/projects</a:t>
            </a:r>
          </a:p>
          <a:p>
            <a:r>
              <a:rPr lang="en-US" dirty="0"/>
              <a:t>Helps enterprise governance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2034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27C13-776B-F9CB-1E98-CE3FB1BAA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Module Publishing Works (High-Level)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77CD3C-0BFC-D899-260A-C647A3A48E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173861"/>
            <a:ext cx="5025106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module folder (with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main.tf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variables.tf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outputs.tf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 it to GitHub/GitLab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 a version (e.g.,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v1.0.0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Registry automatically detects the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consume it via: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source = "my-org/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vpc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version = "1.0.0"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923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7F64-D0CA-ABAD-CA0B-95AECA2C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Private Registry (Terraform Cloud / Enterprise)</a:t>
            </a:r>
            <a:br>
              <a:rPr lang="nb-NO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5C6A4-C19F-A772-5055-0C3D55B94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Features:</a:t>
            </a:r>
          </a:p>
          <a:p>
            <a:r>
              <a:rPr lang="en-US" dirty="0"/>
              <a:t>Private module sharing</a:t>
            </a:r>
          </a:p>
          <a:p>
            <a:r>
              <a:rPr lang="en-US" dirty="0"/>
              <a:t>Internal-only access</a:t>
            </a:r>
          </a:p>
          <a:p>
            <a:r>
              <a:rPr lang="en-US" dirty="0"/>
              <a:t>Version control</a:t>
            </a:r>
          </a:p>
          <a:p>
            <a:r>
              <a:rPr lang="en-US" dirty="0"/>
              <a:t>Audit logging</a:t>
            </a:r>
          </a:p>
          <a:p>
            <a:r>
              <a:rPr lang="en-US" dirty="0"/>
              <a:t>Organization-level permissions</a:t>
            </a:r>
          </a:p>
          <a:p>
            <a:r>
              <a:rPr lang="en-US" b="1" dirty="0"/>
              <a:t>Why use it?</a:t>
            </a:r>
          </a:p>
          <a:p>
            <a:r>
              <a:rPr lang="en-US" dirty="0"/>
              <a:t>For confidential corporate infrastructure</a:t>
            </a:r>
          </a:p>
          <a:p>
            <a:r>
              <a:rPr lang="en-US" dirty="0"/>
              <a:t>To maintain internal standards</a:t>
            </a:r>
          </a:p>
          <a:p>
            <a:r>
              <a:rPr lang="en-US" dirty="0"/>
              <a:t>To avoid exposing modules publicly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98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2B06-1AC9-BD91-EA50-F8762CE5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for Module Publishing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77238-D92F-8F6D-3028-F43EE84E1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Use clear variable names &amp; descriptions</a:t>
            </a:r>
          </a:p>
          <a:p>
            <a:r>
              <a:rPr lang="en-IN" dirty="0"/>
              <a:t>Keep modules small and focused</a:t>
            </a:r>
          </a:p>
          <a:p>
            <a:r>
              <a:rPr lang="en-IN" dirty="0"/>
              <a:t>Follow semantic versioning (v1, v2, etc.)</a:t>
            </a:r>
          </a:p>
          <a:p>
            <a:r>
              <a:rPr lang="en-IN" dirty="0"/>
              <a:t>Add examples in README</a:t>
            </a:r>
          </a:p>
          <a:p>
            <a:r>
              <a:rPr lang="en-IN" dirty="0"/>
              <a:t>Enforce linting (</a:t>
            </a:r>
            <a:r>
              <a:rPr lang="en-IN" dirty="0" err="1"/>
              <a:t>tflint</a:t>
            </a:r>
            <a:r>
              <a:rPr lang="en-IN" dirty="0"/>
              <a:t>, terraform validate)</a:t>
            </a:r>
          </a:p>
          <a:p>
            <a:r>
              <a:rPr lang="en-IN" dirty="0"/>
              <a:t>Avoid hardcoded values</a:t>
            </a:r>
          </a:p>
          <a:p>
            <a:r>
              <a:rPr lang="en-IN" dirty="0"/>
              <a:t>Document module outputs clearly</a:t>
            </a:r>
          </a:p>
          <a:p>
            <a:r>
              <a:rPr lang="en-IN" dirty="0"/>
              <a:t>Add CI/CD automation for:</a:t>
            </a:r>
          </a:p>
          <a:p>
            <a:pPr lvl="1"/>
            <a:r>
              <a:rPr lang="en-IN" dirty="0" err="1"/>
              <a:t>fmt</a:t>
            </a:r>
            <a:endParaRPr lang="en-IN" dirty="0"/>
          </a:p>
          <a:p>
            <a:pPr lvl="1"/>
            <a:r>
              <a:rPr lang="en-IN" dirty="0"/>
              <a:t>validate</a:t>
            </a:r>
          </a:p>
          <a:p>
            <a:pPr lvl="1"/>
            <a:r>
              <a:rPr lang="en-IN" dirty="0" err="1"/>
              <a:t>checkov</a:t>
            </a:r>
            <a:endParaRPr lang="en-IN" dirty="0"/>
          </a:p>
          <a:p>
            <a:pPr lvl="1"/>
            <a:r>
              <a:rPr lang="en-IN" dirty="0"/>
              <a:t>auto-release on Git tags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799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C41A-91F9-1D82-BE92-233AA92B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E74DD-0CF9-5460-DF81-33A3C0096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Registry enables discovering and sharing reusable modules.</a:t>
            </a:r>
          </a:p>
          <a:p>
            <a:r>
              <a:rPr lang="en-IN" dirty="0"/>
              <a:t>Modules allow consistent, scalable infrastructure architecture.</a:t>
            </a:r>
          </a:p>
          <a:p>
            <a:r>
              <a:rPr lang="en-IN" dirty="0"/>
              <a:t>Publishing requires proper structure + versioning.</a:t>
            </a:r>
          </a:p>
          <a:p>
            <a:r>
              <a:rPr lang="en-IN" dirty="0"/>
              <a:t>Public and private registries support enterprise workflows.</a:t>
            </a:r>
          </a:p>
          <a:p>
            <a:r>
              <a:rPr lang="en-IN" dirty="0"/>
              <a:t>Following best practices ensures high-quality reusable </a:t>
            </a:r>
            <a:r>
              <a:rPr lang="en-IN" dirty="0" err="1"/>
              <a:t>IaC</a:t>
            </a:r>
            <a:r>
              <a:rPr lang="en-IN"/>
              <a:t> modules.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878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Office Theme</vt:lpstr>
      <vt:lpstr>Terraform Registry &amp; Module Publishing </vt:lpstr>
      <vt:lpstr>Why Terraform Registry Is Useful </vt:lpstr>
      <vt:lpstr>What Are Terraform Modules? </vt:lpstr>
      <vt:lpstr>Why Publish Terraform Modules? </vt:lpstr>
      <vt:lpstr>How Module Publishing Works (High-Level) </vt:lpstr>
      <vt:lpstr>Private Registry (Terraform Cloud / Enterprise) </vt:lpstr>
      <vt:lpstr>Best Practices for Module Publishing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2025-11-21T08:57:27Z</dcterms:created>
  <dcterms:modified xsi:type="dcterms:W3CDTF">2025-11-21T08:57:36Z</dcterms:modified>
</cp:coreProperties>
</file>