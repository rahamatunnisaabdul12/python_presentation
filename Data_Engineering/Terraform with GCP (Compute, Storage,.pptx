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C5E16-C3A1-0A20-6736-B3D7F303FA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EC98E-D69E-72E9-1031-5C46834A2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FCEC3-41CE-D14B-D5A9-45F55B23A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E925-6B87-4E30-BB03-F0B8C7E25B3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715A5-E956-52C5-BFD8-D705B0D6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877EC-2451-4376-843A-1D2F4E6CA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27B-9549-4EBB-98A3-4F425B14F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152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915F-744A-4A74-5613-6040FBB5B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6F957-C44C-CF15-AFB7-6C9E30924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ABE6B-3E2B-81D1-E306-3735C05D0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E925-6B87-4E30-BB03-F0B8C7E25B3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939F4-85CD-95E6-A956-82AB794EA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B9582-CD2A-4981-1305-7C4C7D271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27B-9549-4EBB-98A3-4F425B14F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776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2A0D8-74BA-5E77-94A3-4184CF670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6E0B8-5E90-CA55-5CD9-12C8FF8A1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11F4F-02E8-05D6-7A84-7F3D173FC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E925-6B87-4E30-BB03-F0B8C7E25B3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8E3C7-474A-4A7B-4B57-095F3170E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03759-C38A-0CE7-8EBE-80645A8ED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27B-9549-4EBB-98A3-4F425B14F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387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CF5E7-3902-FB14-9AE4-4579BA22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ADB5A-BFD7-59B7-CD4C-DBB3F1198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4375C-F4B5-EB40-38BE-B4F32F33C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831F6-DB9E-30F0-5F52-4B0ABC12A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E925-6B87-4E30-BB03-F0B8C7E25B3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2814F-9693-4746-D537-379078D65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B4FDD-5EDB-715C-A90A-AB7E506D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27B-9549-4EBB-98A3-4F425B14F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69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98288-7C09-C7EB-F80E-AA99494E1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5B41B-1E02-2E63-99F7-4AF37683F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B7430-519B-1BDC-A345-8AECF6587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350F3-81B4-26AA-11F2-2BC0197322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14E90A-727F-76D3-7E36-C73610DF7C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45BC4A-FDBE-A95E-D35D-1A5CC662B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E925-6B87-4E30-BB03-F0B8C7E25B3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E1CB11-69CE-FC38-2709-2D4CC67C0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5473BF-C2AA-52FF-E99C-E1196C4E9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27B-9549-4EBB-98A3-4F425B14F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06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D11D5-A684-B436-4F06-C113C5A89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AF1AAE-B923-30D4-9C11-256CB3539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E925-6B87-4E30-BB03-F0B8C7E25B3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E16F3-493C-3D9C-FA59-01206BAB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C0FFD-1DED-BF16-73D6-59BCBCFD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27B-9549-4EBB-98A3-4F425B14F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804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E1FED0-B861-046D-3171-E27CA09FB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E925-6B87-4E30-BB03-F0B8C7E25B3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B4B554-9762-8C51-68B0-B3B17BB27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15480-B1BB-CBCC-F4BD-3E19D94BF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27B-9549-4EBB-98A3-4F425B14F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321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C5482-954A-62E9-3FA6-F95D9B073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32555-E26B-C166-623E-8C8A93EB5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F9B8C-D400-79FF-FFC3-6D59F1377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0C2395-3817-0191-2147-B7CCE9DA1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E925-6B87-4E30-BB03-F0B8C7E25B3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984A4-E7A2-084D-2341-60916829B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09E9E-BA87-59C9-1D8D-69BC9AC1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27B-9549-4EBB-98A3-4F425B14F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68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9BFE6-E10C-72FA-A2DB-8A0631F98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C3C90F-8647-79F3-6342-6C8DD5FCD7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0E23C-1EC9-737A-BC25-926282C28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3264E-221F-032E-9FD1-7B9FF3D00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E925-6B87-4E30-BB03-F0B8C7E25B3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9D0AA-2FFE-9BBC-8F02-B84E7B64D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E1E237-54CA-DCF4-C13A-BAC0D33D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27B-9549-4EBB-98A3-4F425B14F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947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B11E-FAD7-29CE-330B-674E4022F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8BAE3C-5B25-E4C4-5ED8-11B2B79545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F1E6D-15A7-F366-1045-000FFC416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E925-6B87-4E30-BB03-F0B8C7E25B3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03851-22F7-D7E5-6E84-EF27D5CB4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0C084-8B61-933E-4F04-F74E83469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27B-9549-4EBB-98A3-4F425B14F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910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526A70-3690-3310-F889-0DC76DBAB1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35C38-474A-DCDB-10E6-4651917D3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53EC-1776-9180-4597-CD1000A7E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2E925-6B87-4E30-BB03-F0B8C7E25B3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ADF20-0250-D45C-E0B1-5DC0093B3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DFAB7-FCBE-8C73-C612-755718B03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DD27B-9549-4EBB-98A3-4F425B14F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698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C1A763-9474-6C64-D640-6EEA8ACB6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C3E9E-6D9D-A5AB-0E30-E7FC8A4CC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C609D-E3CB-756D-0479-722398BA53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2E925-6B87-4E30-BB03-F0B8C7E25B39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37976-9402-A98D-8CF8-91351C5F4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C445D-B667-9CAB-F5E9-F29DD84FD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DD27B-9549-4EBB-98A3-4F425B14F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772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3582-E302-5C25-91E6-23D0CBE76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474" y="1"/>
            <a:ext cx="10106526" cy="248652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Terraform with GCP (Compute, Storage, IAM)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ACA61-00DE-251B-2033-5FA1D6B00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8968" y="1524000"/>
            <a:ext cx="10299032" cy="3733800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What Is Terraform for GCP?</a:t>
            </a:r>
          </a:p>
          <a:p>
            <a:pPr algn="l"/>
            <a:r>
              <a:rPr lang="en-IN" dirty="0"/>
              <a:t>Terraform is an </a:t>
            </a:r>
            <a:r>
              <a:rPr lang="en-IN" b="1" dirty="0"/>
              <a:t>Infrastructure as Code (</a:t>
            </a:r>
            <a:r>
              <a:rPr lang="en-IN" b="1" dirty="0" err="1"/>
              <a:t>IaC</a:t>
            </a:r>
            <a:r>
              <a:rPr lang="en-IN" b="1" dirty="0"/>
              <a:t>)</a:t>
            </a:r>
            <a:r>
              <a:rPr lang="en-IN" dirty="0"/>
              <a:t> tool.</a:t>
            </a:r>
          </a:p>
          <a:p>
            <a:pPr algn="l"/>
            <a:r>
              <a:rPr lang="en-IN" dirty="0"/>
              <a:t>Used to create and manage GCP resources through .</a:t>
            </a:r>
            <a:r>
              <a:rPr lang="en-IN" dirty="0" err="1"/>
              <a:t>tf</a:t>
            </a:r>
            <a:r>
              <a:rPr lang="en-IN" dirty="0"/>
              <a:t> files.</a:t>
            </a:r>
          </a:p>
          <a:p>
            <a:pPr algn="l"/>
            <a:r>
              <a:rPr lang="en-IN" dirty="0"/>
              <a:t>Works with all GCP services (compute, storage, networking, IAM).</a:t>
            </a:r>
          </a:p>
          <a:p>
            <a:pPr algn="l"/>
            <a:r>
              <a:rPr lang="en-IN" dirty="0"/>
              <a:t>Ensures consistent provisioning across environments.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494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DBEA5-F739-3867-197A-3AF27CE0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Terraform with GCP?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190CF-7747-E261-A738-3EAD62DEA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Avoid manual GCP Console deployments</a:t>
            </a:r>
          </a:p>
          <a:p>
            <a:r>
              <a:rPr lang="en-IN" dirty="0"/>
              <a:t>Automate infrastructure creation &amp; updates</a:t>
            </a:r>
          </a:p>
          <a:p>
            <a:r>
              <a:rPr lang="en-IN" dirty="0"/>
              <a:t>Version-control your GCP resources</a:t>
            </a:r>
          </a:p>
          <a:p>
            <a:r>
              <a:rPr lang="en-IN" dirty="0"/>
              <a:t>Manage dev → stage → prod environments consistently</a:t>
            </a:r>
          </a:p>
          <a:p>
            <a:r>
              <a:rPr lang="en-IN" dirty="0"/>
              <a:t>Reduce errors with repeatable </a:t>
            </a:r>
            <a:r>
              <a:rPr lang="en-IN" dirty="0" err="1"/>
              <a:t>IaC</a:t>
            </a:r>
            <a:r>
              <a:rPr lang="en-IN" dirty="0"/>
              <a:t> modules</a:t>
            </a:r>
          </a:p>
          <a:p>
            <a:r>
              <a:rPr lang="en-IN" dirty="0"/>
              <a:t>Integrates smoothly with CI/CD tools (GitHub/GitLab/Cloud Build)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1993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3F10A-9C18-DA67-6159-EE4CB1FC9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 Terraform Workflow for GCP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19300-EB90-96F2-1DB2-0F7B1606C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Steps:</a:t>
            </a:r>
          </a:p>
          <a:p>
            <a:r>
              <a:rPr lang="en-IN" b="1" dirty="0"/>
              <a:t>Write</a:t>
            </a:r>
            <a:r>
              <a:rPr lang="en-IN" dirty="0"/>
              <a:t> Terraform .</a:t>
            </a:r>
            <a:r>
              <a:rPr lang="en-IN" dirty="0" err="1"/>
              <a:t>tf</a:t>
            </a:r>
            <a:r>
              <a:rPr lang="en-IN" dirty="0"/>
              <a:t> configuration</a:t>
            </a:r>
          </a:p>
          <a:p>
            <a:r>
              <a:rPr lang="en-IN" b="1" dirty="0"/>
              <a:t>Initialize</a:t>
            </a:r>
            <a:r>
              <a:rPr lang="en-IN" dirty="0"/>
              <a:t> GCP provider</a:t>
            </a:r>
          </a:p>
          <a:p>
            <a:r>
              <a:rPr lang="en-IN" b="1" dirty="0"/>
              <a:t>Plan</a:t>
            </a:r>
            <a:r>
              <a:rPr lang="en-IN" dirty="0"/>
              <a:t> → preview changes</a:t>
            </a:r>
          </a:p>
          <a:p>
            <a:r>
              <a:rPr lang="en-IN" b="1" dirty="0"/>
              <a:t>Apply</a:t>
            </a:r>
            <a:r>
              <a:rPr lang="en-IN" dirty="0"/>
              <a:t> → deploy resources</a:t>
            </a:r>
          </a:p>
          <a:p>
            <a:r>
              <a:rPr lang="en-IN" b="1" dirty="0"/>
              <a:t>State</a:t>
            </a:r>
            <a:r>
              <a:rPr lang="en-IN" dirty="0"/>
              <a:t> stored in backend (GCS bucket)</a:t>
            </a:r>
          </a:p>
          <a:p>
            <a:r>
              <a:rPr lang="en-IN" b="1" dirty="0"/>
              <a:t>Destroy</a:t>
            </a:r>
            <a:r>
              <a:rPr lang="en-IN" dirty="0"/>
              <a:t> when no longer needed</a:t>
            </a:r>
          </a:p>
          <a:p>
            <a:r>
              <a:rPr lang="en-IN" dirty="0"/>
              <a:t>Provides predictable, controlled GCP deployments.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0711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EC38-2ECE-DD2F-1B93-06EBF92E3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GCP Compute Engine with Terraform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BF85A-6725-3FF0-09A0-9D91F91F3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What?</a:t>
            </a:r>
          </a:p>
          <a:p>
            <a:r>
              <a:rPr lang="en-IN" dirty="0"/>
              <a:t>Virtual Machine instances on GCP.</a:t>
            </a:r>
          </a:p>
          <a:p>
            <a:r>
              <a:rPr lang="en-IN" b="1" dirty="0"/>
              <a:t>Why?</a:t>
            </a:r>
          </a:p>
          <a:p>
            <a:r>
              <a:rPr lang="en-IN" dirty="0"/>
              <a:t>Scalable compute for applications</a:t>
            </a:r>
          </a:p>
          <a:p>
            <a:r>
              <a:rPr lang="en-IN" dirty="0"/>
              <a:t>Highly customizable (machine type, disk, OS)</a:t>
            </a:r>
          </a:p>
          <a:p>
            <a:r>
              <a:rPr lang="en-IN" b="1" dirty="0"/>
              <a:t>How?</a:t>
            </a:r>
          </a:p>
          <a:p>
            <a:r>
              <a:rPr lang="en-IN" dirty="0"/>
              <a:t>Terraform provisions:</a:t>
            </a:r>
          </a:p>
          <a:p>
            <a:r>
              <a:rPr lang="en-IN" dirty="0" err="1"/>
              <a:t>google_compute_instance</a:t>
            </a:r>
            <a:endParaRPr lang="en-IN" dirty="0"/>
          </a:p>
          <a:p>
            <a:r>
              <a:rPr lang="en-IN" dirty="0"/>
              <a:t>Boot disk</a:t>
            </a:r>
          </a:p>
          <a:p>
            <a:r>
              <a:rPr lang="en-IN" dirty="0"/>
              <a:t>Network interface</a:t>
            </a:r>
          </a:p>
          <a:p>
            <a:r>
              <a:rPr lang="en-IN" dirty="0"/>
              <a:t>Firewall rules</a:t>
            </a:r>
          </a:p>
          <a:p>
            <a:r>
              <a:rPr lang="en-IN" dirty="0"/>
              <a:t>Metadata startup scripts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6546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203B8-1CC1-D41D-B873-401A092DB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GCP Cloud Storage with Terraform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43814-EF51-2577-DA5B-21C0CCCDF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What?</a:t>
            </a:r>
          </a:p>
          <a:p>
            <a:r>
              <a:rPr lang="en-IN" dirty="0"/>
              <a:t>Object storage for files, logs, datasets.</a:t>
            </a:r>
          </a:p>
          <a:p>
            <a:r>
              <a:rPr lang="en-IN" b="1" dirty="0"/>
              <a:t>Why?</a:t>
            </a:r>
          </a:p>
          <a:p>
            <a:r>
              <a:rPr lang="en-IN" dirty="0"/>
              <a:t>Durability, low cost, easy access</a:t>
            </a:r>
          </a:p>
          <a:p>
            <a:r>
              <a:rPr lang="en-IN" dirty="0"/>
              <a:t>Used for Data Lake</a:t>
            </a:r>
          </a:p>
          <a:p>
            <a:r>
              <a:rPr lang="en-IN" dirty="0"/>
              <a:t>Used for Terraform </a:t>
            </a:r>
            <a:r>
              <a:rPr lang="en-IN" b="1" dirty="0"/>
              <a:t>remote backend state</a:t>
            </a:r>
            <a:endParaRPr lang="en-IN" dirty="0"/>
          </a:p>
          <a:p>
            <a:r>
              <a:rPr lang="en-IN" b="1" dirty="0"/>
              <a:t>How?</a:t>
            </a:r>
          </a:p>
          <a:p>
            <a:r>
              <a:rPr lang="en-IN" dirty="0"/>
              <a:t>Terraform creates:</a:t>
            </a:r>
          </a:p>
          <a:p>
            <a:r>
              <a:rPr lang="en-IN" dirty="0"/>
              <a:t>Buckets</a:t>
            </a:r>
          </a:p>
          <a:p>
            <a:r>
              <a:rPr lang="en-IN" dirty="0"/>
              <a:t>Lifecycle rules</a:t>
            </a:r>
          </a:p>
          <a:p>
            <a:r>
              <a:rPr lang="en-IN" dirty="0"/>
              <a:t>Versioning</a:t>
            </a:r>
          </a:p>
          <a:p>
            <a:r>
              <a:rPr lang="en-IN" dirty="0"/>
              <a:t>Encryption (KMS)</a:t>
            </a:r>
          </a:p>
          <a:p>
            <a:r>
              <a:rPr lang="en-IN" dirty="0"/>
              <a:t>Access policies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538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810E0-FF38-7DAD-11B2-B6F87116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GCP IAM with Terraform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1A3D6-3251-0269-4CDB-F4B8EE8DB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What?</a:t>
            </a:r>
          </a:p>
          <a:p>
            <a:r>
              <a:rPr lang="en-US" dirty="0"/>
              <a:t>Identity and Access Management (roles, permissions).</a:t>
            </a:r>
          </a:p>
          <a:p>
            <a:r>
              <a:rPr lang="en-US" b="1" dirty="0"/>
              <a:t>Why?</a:t>
            </a:r>
          </a:p>
          <a:p>
            <a:r>
              <a:rPr lang="en-US" dirty="0"/>
              <a:t>Secure access control</a:t>
            </a:r>
          </a:p>
          <a:p>
            <a:r>
              <a:rPr lang="en-US" dirty="0"/>
              <a:t>Enforces least privilege</a:t>
            </a:r>
          </a:p>
          <a:p>
            <a:r>
              <a:rPr lang="en-US" dirty="0"/>
              <a:t>Ensures consistent role-based access</a:t>
            </a:r>
          </a:p>
          <a:p>
            <a:r>
              <a:rPr lang="en-US" b="1" dirty="0"/>
              <a:t>How?</a:t>
            </a:r>
          </a:p>
          <a:p>
            <a:r>
              <a:rPr lang="en-US" dirty="0"/>
              <a:t>Terraform manages:</a:t>
            </a:r>
          </a:p>
          <a:p>
            <a:r>
              <a:rPr lang="en-US" dirty="0"/>
              <a:t>IAM roles</a:t>
            </a:r>
          </a:p>
          <a:p>
            <a:r>
              <a:rPr lang="en-US" dirty="0"/>
              <a:t>IAM bindings</a:t>
            </a:r>
          </a:p>
          <a:p>
            <a:r>
              <a:rPr lang="en-US" dirty="0"/>
              <a:t>Service accounts</a:t>
            </a:r>
          </a:p>
          <a:p>
            <a:r>
              <a:rPr lang="en-US" dirty="0"/>
              <a:t>Assigning roles to users/VMs/projects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586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C864-850C-1A19-11A1-E4ABACCB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GCP Provider Authentication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3416C-C478-D4D8-6386-92E34163D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supports:</a:t>
            </a:r>
          </a:p>
          <a:p>
            <a:r>
              <a:rPr lang="en-US" b="1" dirty="0"/>
              <a:t>Service Account Key JSON file</a:t>
            </a:r>
            <a:r>
              <a:rPr lang="en-US" dirty="0"/>
              <a:t> (most common)</a:t>
            </a:r>
          </a:p>
          <a:p>
            <a:r>
              <a:rPr lang="en-US" b="1" dirty="0"/>
              <a:t>Application Default Credentials (ADC)</a:t>
            </a:r>
            <a:endParaRPr lang="en-US" dirty="0"/>
          </a:p>
          <a:p>
            <a:r>
              <a:rPr lang="en-US" b="1" dirty="0"/>
              <a:t>Workload Identity Federation</a:t>
            </a:r>
            <a:r>
              <a:rPr lang="en-US" dirty="0"/>
              <a:t> (secure, keyless)</a:t>
            </a:r>
          </a:p>
          <a:p>
            <a:r>
              <a:rPr lang="en-US" b="1" dirty="0"/>
              <a:t>Best Practices:</a:t>
            </a:r>
          </a:p>
          <a:p>
            <a:r>
              <a:rPr lang="en-US" dirty="0"/>
              <a:t>Store keys in CI/CD secrets, not repos</a:t>
            </a:r>
          </a:p>
          <a:p>
            <a:r>
              <a:rPr lang="en-US" dirty="0"/>
              <a:t>Use least-privilege service account</a:t>
            </a:r>
          </a:p>
          <a:p>
            <a:r>
              <a:rPr lang="en-US" dirty="0"/>
              <a:t>Rotate keys regularly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73022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B57A3-56EE-A6E0-BB16-F07EF7585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Backend with GCP (GCS Bucket)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E5011-8C23-D97B-7DC6-5C3AD6F23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Terraform state can be stored in:</a:t>
            </a:r>
          </a:p>
          <a:p>
            <a:r>
              <a:rPr lang="en-IN" dirty="0"/>
              <a:t>Google Cloud Storage (GCS) bucket</a:t>
            </a:r>
          </a:p>
          <a:p>
            <a:r>
              <a:rPr lang="en-IN" b="1" dirty="0"/>
              <a:t>Benefits:</a:t>
            </a:r>
          </a:p>
          <a:p>
            <a:r>
              <a:rPr lang="en-IN" dirty="0"/>
              <a:t>Centralized state</a:t>
            </a:r>
          </a:p>
          <a:p>
            <a:r>
              <a:rPr lang="en-IN" dirty="0"/>
              <a:t>State locking (via Google Cloud)</a:t>
            </a:r>
          </a:p>
          <a:p>
            <a:r>
              <a:rPr lang="en-IN" dirty="0"/>
              <a:t>Team collaboration</a:t>
            </a:r>
          </a:p>
          <a:p>
            <a:r>
              <a:rPr lang="en-IN" dirty="0"/>
              <a:t>Safe multi-developer workflows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0183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D360F-4C89-9529-8453-D6FCBB20C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82E41-7D88-00AB-50C1-06206EF95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Terraform automates core GCP services: Compute, Storage, IAM.</a:t>
            </a:r>
          </a:p>
          <a:p>
            <a:r>
              <a:rPr lang="en-IN" dirty="0"/>
              <a:t>Provides consistent and repeatable deployments.</a:t>
            </a:r>
          </a:p>
          <a:p>
            <a:r>
              <a:rPr lang="en-IN" dirty="0"/>
              <a:t>Uses secure authentication via Service Accounts or ADC.</a:t>
            </a:r>
          </a:p>
          <a:p>
            <a:r>
              <a:rPr lang="en-IN" dirty="0"/>
              <a:t>GCS bucket used for reliable Terraform remote state.</a:t>
            </a:r>
          </a:p>
          <a:p>
            <a:r>
              <a:rPr lang="en-IN"/>
              <a:t>Ideal for scalable cloud deployments across teams.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044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431</Words>
  <Application>Microsoft Office PowerPoint</Application>
  <PresentationFormat>Widescreen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Terraform with GCP (Compute, Storage, IAM) </vt:lpstr>
      <vt:lpstr>Why Use Terraform with GCP?</vt:lpstr>
      <vt:lpstr>: Terraform Workflow for GCP</vt:lpstr>
      <vt:lpstr>GCP Compute Engine with Terraform</vt:lpstr>
      <vt:lpstr>GCP Cloud Storage with Terraform</vt:lpstr>
      <vt:lpstr>GCP IAM with Terraform </vt:lpstr>
      <vt:lpstr>GCP Provider Authentication </vt:lpstr>
      <vt:lpstr>Remote Backend with GCP (GCS Bucket)</vt:lpstr>
      <vt:lpstr>Summary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2025-11-21T07:43:07Z</dcterms:created>
  <dcterms:modified xsi:type="dcterms:W3CDTF">2025-11-21T07:43:11Z</dcterms:modified>
</cp:coreProperties>
</file>