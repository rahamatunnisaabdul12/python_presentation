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EFD1D-A7C6-F092-3586-0B9CE2D29E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DF2E19-56EE-41E7-9368-83600AB2F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C0B9C-7FF5-9466-AB01-C7FBF2774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531C-7B7B-40A1-ABDD-F4A03D25780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BD549-2E50-4CD9-74C5-F78DA2A02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F5414-F2B4-BC8D-E176-0FB59AA8C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79934-17AD-4AC4-AFC2-F0BBE8E5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423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F6CEC-9B16-A7AF-A885-E3C38505D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82130-5E89-455C-FA0E-BC5D71326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A453F-5D27-861E-757E-C111ACBE9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531C-7B7B-40A1-ABDD-F4A03D25780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69C67-ADBD-F1C6-3061-D62C3B703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B56F3-623D-3724-CB0B-23505D86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79934-17AD-4AC4-AFC2-F0BBE8E5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27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AFED8-942E-4767-720D-CB3960B39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A50DE-F1B9-3C3E-DD28-7BDAAD0B9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FB3E0-D5D6-ADCB-3F74-7CD2DA6AE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531C-7B7B-40A1-ABDD-F4A03D25780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6E7AD-457A-C45C-C421-789771AD8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68CE0-0D2D-0B9C-DADB-9B751DF60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79934-17AD-4AC4-AFC2-F0BBE8E5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941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B17E2-BDFF-4219-6809-B12F8B15C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0E895-8725-21C1-4D6F-0FD1BF849E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03DF8-DF7D-FD87-01CA-B4E1339AB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B388D-6245-5B25-6C3B-DD400A285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531C-7B7B-40A1-ABDD-F4A03D25780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0FCDE-F9C1-40DE-4418-2DBCC2D2B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FD785-C227-A619-65F0-3A29E8419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79934-17AD-4AC4-AFC2-F0BBE8E5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049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8230E-E5A1-5E4E-B813-B9FB1054C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000B4-C5DE-DD1A-3402-0F8BB63FE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64838-1490-AE94-6611-5B979885E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C78D5C-182F-8B9F-0A79-B8C73F34B6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BA4D6A-91AB-953E-6ECE-C1E8ACE756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46D373-B3EA-F111-85BD-A8123F619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531C-7B7B-40A1-ABDD-F4A03D25780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7ACC53-0E0B-DC0C-AA28-0644DA2F0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15949C-43AB-8040-74FE-53EF61F4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79934-17AD-4AC4-AFC2-F0BBE8E5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856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22C1C-8F4E-74B5-8CEA-601DE3A16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22AEB-00AA-5F1B-76C2-D21EFD234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531C-7B7B-40A1-ABDD-F4A03D25780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CFB182-CFC4-28FD-24EC-2D7797B12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2302F9-701B-9665-E7E1-00D77DF0C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79934-17AD-4AC4-AFC2-F0BBE8E5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45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B384C5-7037-6F8C-540D-821B0BFDD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531C-7B7B-40A1-ABDD-F4A03D25780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0D68EF-1BBA-5B36-48FE-922E61803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9FDB6-DAA3-01B9-C3C5-03240E476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79934-17AD-4AC4-AFC2-F0BBE8E5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633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BCA66-3694-2CD9-E77A-B095165C8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9441A-0AC1-FC93-F1C0-147728E97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5747A2-F9A4-DF3A-7B12-F7CB8038B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46B05-7CD6-BAE0-8DD0-20BE7D69B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531C-7B7B-40A1-ABDD-F4A03D25780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7EB8E0-EDBB-020E-A36D-71F3D242E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346E49-62B9-1C64-B796-412B5D0A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79934-17AD-4AC4-AFC2-F0BBE8E5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504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716F8-3EE9-365A-ADE9-1D67DEBDA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C864C6-E8B4-C77E-1298-789FC108F3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2BA6CE-4427-2553-EAFE-0355825FA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5C37D8-FF4E-5155-52B2-68BA1D87B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531C-7B7B-40A1-ABDD-F4A03D25780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3E7E9E-F393-79DC-40B3-6B87F9341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46147-5BF7-8B5A-061D-603FF0A4D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79934-17AD-4AC4-AFC2-F0BBE8E5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990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9C8C9-8C76-5970-79D7-2F43C85DC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F15FC-8DF0-F631-F73D-EC678A6CB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814A0-026A-13D4-B114-E68521FA6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531C-7B7B-40A1-ABDD-F4A03D25780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40E8B-3757-8DC9-BEFC-64CE0CEAE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B6119-1247-571D-C76A-0424AD4F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79934-17AD-4AC4-AFC2-F0BBE8E5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342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9CEE5E-F102-2DC1-EE67-7D3660CCBB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F89C4B-7584-8FDB-E255-A5DA6C461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48140-ED98-B8D7-765E-2FB0AA75E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531C-7B7B-40A1-ABDD-F4A03D25780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8EA38-28DD-824C-B3EB-787263883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3B722-937D-3930-92BB-4784804FD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79934-17AD-4AC4-AFC2-F0BBE8E5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910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543BD-840A-2C73-1B5C-525525286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9985C-EF2B-69FF-C656-370B25578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7310A-C074-DF49-7368-DEB63832FC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0531C-7B7B-40A1-ABDD-F4A03D25780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704B9-DCAD-FC94-0445-EFC1BEC20F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419AB-8D59-42EB-0132-2205D6ABD2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79934-17AD-4AC4-AFC2-F0BBE8E5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433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73C79-9A84-1899-8B18-7565501C3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504" y="0"/>
            <a:ext cx="10475495" cy="1989221"/>
          </a:xfrm>
        </p:spPr>
        <p:txBody>
          <a:bodyPr/>
          <a:lstStyle/>
          <a:p>
            <a:r>
              <a:rPr lang="en-IN" b="1" dirty="0"/>
              <a:t>AWS </a:t>
            </a:r>
            <a:r>
              <a:rPr lang="en-IN" b="1" dirty="0" err="1"/>
              <a:t>EventBridge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15D1E6-14F6-BD3A-28B8-52A984F77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737" y="1844842"/>
            <a:ext cx="10106526" cy="3765884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What is </a:t>
            </a:r>
            <a:r>
              <a:rPr lang="en-IN" b="1" dirty="0" err="1"/>
              <a:t>EventBridge</a:t>
            </a:r>
            <a:r>
              <a:rPr lang="en-IN" b="1" dirty="0"/>
              <a:t>? (WHAT)</a:t>
            </a:r>
          </a:p>
          <a:p>
            <a:pPr algn="l"/>
            <a:r>
              <a:rPr lang="en-IN" dirty="0"/>
              <a:t>A </a:t>
            </a:r>
            <a:r>
              <a:rPr lang="en-IN" b="1" dirty="0"/>
              <a:t>serverless event bus</a:t>
            </a:r>
            <a:r>
              <a:rPr lang="en-IN" dirty="0"/>
              <a:t> service from AWS.</a:t>
            </a:r>
          </a:p>
          <a:p>
            <a:pPr algn="l"/>
            <a:r>
              <a:rPr lang="en-IN" dirty="0"/>
              <a:t>Captures events from AWS services, custom applications, and SaaS apps.</a:t>
            </a:r>
          </a:p>
          <a:p>
            <a:pPr algn="l"/>
            <a:r>
              <a:rPr lang="en-IN" dirty="0"/>
              <a:t>Routes events to targets like Lambda, SQS, Step Functions, SNS, Kinesis, etc.</a:t>
            </a:r>
          </a:p>
          <a:p>
            <a:pPr algn="l"/>
            <a:r>
              <a:rPr lang="en-IN" dirty="0"/>
              <a:t>Uses </a:t>
            </a:r>
            <a:r>
              <a:rPr lang="en-IN" b="1" dirty="0"/>
              <a:t>JSON event format</a:t>
            </a:r>
            <a:r>
              <a:rPr lang="en-IN" dirty="0"/>
              <a:t> for interoperability.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93407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FA0F9-2BD1-3829-FB4A-BBB19EDAE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EventBridge</a:t>
            </a:r>
            <a:r>
              <a:rPr lang="en-US" dirty="0"/>
              <a:t> is Used? (WHY)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10627-2374-D944-F19B-2C4E44E8B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Enables </a:t>
            </a:r>
            <a:r>
              <a:rPr lang="en-IN" b="1" dirty="0"/>
              <a:t>event-driven architectures</a:t>
            </a:r>
            <a:r>
              <a:rPr lang="en-IN" dirty="0"/>
              <a:t> with minimal integration effort.</a:t>
            </a:r>
          </a:p>
          <a:p>
            <a:r>
              <a:rPr lang="en-IN" dirty="0"/>
              <a:t>Eliminates polling → reacts instantly when events occur.</a:t>
            </a:r>
          </a:p>
          <a:p>
            <a:r>
              <a:rPr lang="en-IN" dirty="0"/>
              <a:t>Decouples services → makes systems scalable &amp; modular.</a:t>
            </a:r>
          </a:p>
          <a:p>
            <a:r>
              <a:rPr lang="en-IN" dirty="0"/>
              <a:t>Supports complex routing based on event patterns.</a:t>
            </a:r>
          </a:p>
          <a:p>
            <a:r>
              <a:rPr lang="en-IN" dirty="0"/>
              <a:t>Integrates seamlessly across AWS ecosystem.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399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D8FDC-BF55-64FC-A424-7218559D8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</a:t>
            </a:r>
            <a:r>
              <a:rPr lang="en-IN" b="1" dirty="0" err="1"/>
              <a:t>EventBridge</a:t>
            </a:r>
            <a:r>
              <a:rPr lang="en-IN" b="1" dirty="0"/>
              <a:t> Works (HOW)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C95D2-8CC4-7131-F604-BEA6EEB54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service or application publishes an event.</a:t>
            </a:r>
          </a:p>
          <a:p>
            <a:r>
              <a:rPr lang="en-US" dirty="0" err="1"/>
              <a:t>EventBridge</a:t>
            </a:r>
            <a:r>
              <a:rPr lang="en-US" dirty="0"/>
              <a:t> receives it in an event bus.</a:t>
            </a:r>
          </a:p>
          <a:p>
            <a:r>
              <a:rPr lang="en-US" dirty="0"/>
              <a:t>Rules check for matching patterns (e.g., specific field values).</a:t>
            </a:r>
          </a:p>
          <a:p>
            <a:r>
              <a:rPr lang="en-US" dirty="0"/>
              <a:t>Matching events are delivered to target services.</a:t>
            </a:r>
          </a:p>
          <a:p>
            <a:r>
              <a:rPr lang="en-US" dirty="0"/>
              <a:t>Targets process the event (e.g., Lambda runs a function).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1517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AC375-CD1A-77A4-1DB7-8D4143B4C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EventBridge</a:t>
            </a:r>
            <a:r>
              <a:rPr lang="en-IN" b="1" dirty="0"/>
              <a:t> Architecture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B1E10-FE65-736A-ED6A-C549DD8E1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Event Sources:</a:t>
            </a:r>
            <a:r>
              <a:rPr lang="en-IN" dirty="0"/>
              <a:t> AWS services, custom apps, SaaS providers.</a:t>
            </a:r>
          </a:p>
          <a:p>
            <a:r>
              <a:rPr lang="en-IN" b="1" dirty="0"/>
              <a:t>Event Buses:</a:t>
            </a:r>
            <a:endParaRPr lang="en-IN" dirty="0"/>
          </a:p>
          <a:p>
            <a:pPr lvl="1"/>
            <a:r>
              <a:rPr lang="en-IN" i="1" dirty="0"/>
              <a:t>Default bus</a:t>
            </a:r>
            <a:r>
              <a:rPr lang="en-IN" dirty="0"/>
              <a:t> → AWS service events</a:t>
            </a:r>
          </a:p>
          <a:p>
            <a:pPr lvl="1"/>
            <a:r>
              <a:rPr lang="en-IN" i="1" dirty="0"/>
              <a:t>Custom bus</a:t>
            </a:r>
            <a:r>
              <a:rPr lang="en-IN" dirty="0"/>
              <a:t> → application-specific</a:t>
            </a:r>
          </a:p>
          <a:p>
            <a:pPr lvl="1"/>
            <a:r>
              <a:rPr lang="en-IN" i="1" dirty="0"/>
              <a:t>Partner bus</a:t>
            </a:r>
            <a:r>
              <a:rPr lang="en-IN" dirty="0"/>
              <a:t> → third-party SaaS</a:t>
            </a:r>
          </a:p>
          <a:p>
            <a:r>
              <a:rPr lang="en-IN" b="1" dirty="0"/>
              <a:t>Rules:</a:t>
            </a:r>
            <a:r>
              <a:rPr lang="en-IN" dirty="0"/>
              <a:t> Pattern matching &amp; routing.</a:t>
            </a:r>
          </a:p>
          <a:p>
            <a:r>
              <a:rPr lang="en-IN" b="1" dirty="0"/>
              <a:t>Targets:</a:t>
            </a:r>
            <a:r>
              <a:rPr lang="en-IN" dirty="0"/>
              <a:t> Lambda, SQS, Kinesis, Step Functions, SNS, Glue,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7859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EF7F9-C3C1-B7C4-5DA9-2DB564BEE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EventBridge</a:t>
            </a:r>
            <a:r>
              <a:rPr lang="en-US" dirty="0"/>
              <a:t> is Powerful (WHY)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4DFFD-FB9A-6E6C-6061-D7EB3744F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Fully serverless → no infrastructure to manage.</a:t>
            </a:r>
          </a:p>
          <a:p>
            <a:r>
              <a:rPr lang="en-US" dirty="0"/>
              <a:t>Handles millions of events per second.</a:t>
            </a:r>
          </a:p>
          <a:p>
            <a:r>
              <a:rPr lang="en-US" dirty="0"/>
              <a:t>Supports schema registry for validation.</a:t>
            </a:r>
          </a:p>
          <a:p>
            <a:r>
              <a:rPr lang="en-US" dirty="0"/>
              <a:t>Allows cross-account event routing.</a:t>
            </a:r>
          </a:p>
          <a:p>
            <a:r>
              <a:rPr lang="en-US" dirty="0"/>
              <a:t>Guaranteed event delivery with retry policies.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5321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E2DA3-4E20-3368-8C0C-A6CB782A6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Use </a:t>
            </a:r>
            <a:r>
              <a:rPr lang="en-US" b="1" dirty="0" err="1"/>
              <a:t>EventBridge</a:t>
            </a:r>
            <a:r>
              <a:rPr lang="en-US" b="1" dirty="0"/>
              <a:t> Rules (HOW)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7B2C5-C146-CDB9-CC0A-4F50C18B6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rule with a </a:t>
            </a:r>
            <a:r>
              <a:rPr lang="en-US" b="1" dirty="0"/>
              <a:t>JSON event pattern</a:t>
            </a:r>
            <a:r>
              <a:rPr lang="en-US" dirty="0"/>
              <a:t>, e.g.:</a:t>
            </a:r>
          </a:p>
          <a:p>
            <a:pPr lvl="1"/>
            <a:r>
              <a:rPr lang="en-US" dirty="0"/>
              <a:t>When S3 object created</a:t>
            </a:r>
          </a:p>
          <a:p>
            <a:pPr lvl="1"/>
            <a:r>
              <a:rPr lang="en-US" dirty="0"/>
              <a:t>When an EC2 instance stops</a:t>
            </a:r>
          </a:p>
          <a:p>
            <a:pPr lvl="1"/>
            <a:r>
              <a:rPr lang="en-US" dirty="0"/>
              <a:t>When API call fails</a:t>
            </a:r>
          </a:p>
          <a:p>
            <a:r>
              <a:rPr lang="en-US" dirty="0"/>
              <a:t>Configure one or multiple </a:t>
            </a:r>
            <a:r>
              <a:rPr lang="en-US" b="1" dirty="0"/>
              <a:t>targets</a:t>
            </a:r>
            <a:r>
              <a:rPr lang="en-US" dirty="0"/>
              <a:t>.</a:t>
            </a:r>
          </a:p>
          <a:p>
            <a:r>
              <a:rPr lang="en-US" dirty="0"/>
              <a:t>Optionally add </a:t>
            </a:r>
            <a:r>
              <a:rPr lang="en-US" b="1" dirty="0"/>
              <a:t>input transformers</a:t>
            </a:r>
            <a:r>
              <a:rPr lang="en-US" dirty="0"/>
              <a:t> to shape payload.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4936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80ACF-DE3A-3AF8-4E02-19887C9AE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 Use Cases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F1068-D248-BE55-A0A8-28E3732C1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Auto-trigger Lambda ETL pipelines when S3 files arrive.</a:t>
            </a:r>
          </a:p>
          <a:p>
            <a:r>
              <a:rPr lang="en-IN" dirty="0"/>
              <a:t>Notify via SNS when an EC2 instance changes state.</a:t>
            </a:r>
          </a:p>
          <a:p>
            <a:r>
              <a:rPr lang="en-IN" dirty="0"/>
              <a:t>Start Glue job when a partition is added.</a:t>
            </a:r>
          </a:p>
          <a:p>
            <a:r>
              <a:rPr lang="en-IN" dirty="0"/>
              <a:t>Trigger Step Functions workflows based on application events.</a:t>
            </a:r>
          </a:p>
          <a:p>
            <a:r>
              <a:rPr lang="en-IN" dirty="0"/>
              <a:t>Integrate CRM/ERP events with AWS workflows.</a:t>
            </a:r>
          </a:p>
          <a:p>
            <a:pPr marL="0" indent="0">
              <a:buNone/>
            </a:pPr>
            <a:endParaRPr lang="en-IN" baseline="-25000" dirty="0"/>
          </a:p>
        </p:txBody>
      </p:sp>
    </p:spTree>
    <p:extLst>
      <p:ext uri="{BB962C8B-B14F-4D97-AF65-F5344CB8AC3E}">
        <p14:creationId xmlns:p14="http://schemas.microsoft.com/office/powerpoint/2010/main" val="2642924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C3A4A-E720-D99E-FD15-00AD3ACE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(WHY)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AB057C-6946-DCAF-D99E-941C8B5474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24024"/>
            <a:ext cx="1121550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Decouples system components → easier scaling.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manual triggers &amp;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jobs.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across multi-account architectures.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Integrates with more than 200+ AWS services &amp; SaaS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automation and monitoring.</a:t>
            </a:r>
          </a:p>
        </p:txBody>
      </p:sp>
    </p:spTree>
    <p:extLst>
      <p:ext uri="{BB962C8B-B14F-4D97-AF65-F5344CB8AC3E}">
        <p14:creationId xmlns:p14="http://schemas.microsoft.com/office/powerpoint/2010/main" val="978020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3DA17-1B53-4514-C029-6BECE8E3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EA8C4-39DA-2383-A267-B08576E47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EventBridge</a:t>
            </a:r>
            <a:r>
              <a:rPr lang="en-US" dirty="0"/>
              <a:t> enables </a:t>
            </a:r>
            <a:r>
              <a:rPr lang="en-US" b="1" dirty="0"/>
              <a:t>event-driven, automated, scalable</a:t>
            </a:r>
            <a:r>
              <a:rPr lang="en-US" dirty="0"/>
              <a:t> architectures.</a:t>
            </a:r>
          </a:p>
          <a:p>
            <a:r>
              <a:rPr lang="en-US" dirty="0"/>
              <a:t>Ideal for workflows like ETL pipelines, alerts, automation, and orchestration.</a:t>
            </a:r>
          </a:p>
          <a:p>
            <a:r>
              <a:rPr lang="en-US"/>
              <a:t>Simple to configure, highly scalable, and fully serverless.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8093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AWS EventBridge </vt:lpstr>
      <vt:lpstr>Why EventBridge is Used? (WHY)</vt:lpstr>
      <vt:lpstr>How EventBridge Works (HOW) </vt:lpstr>
      <vt:lpstr>EventBridge Architecture (WHAT) </vt:lpstr>
      <vt:lpstr>Why EventBridge is Powerful (WHY)</vt:lpstr>
      <vt:lpstr>How to Use EventBridge Rules (HOW) </vt:lpstr>
      <vt:lpstr>Real Use Cases (WHAT) </vt:lpstr>
      <vt:lpstr>Benefits (WHY)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2025-11-20T06:53:24Z</dcterms:created>
  <dcterms:modified xsi:type="dcterms:W3CDTF">2025-11-20T06:53:37Z</dcterms:modified>
</cp:coreProperties>
</file>