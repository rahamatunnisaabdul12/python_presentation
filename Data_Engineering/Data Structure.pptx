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852E6-BC6C-C50E-9B4F-3A8315908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658CD-D96A-41C0-8ED9-CA5ED3C11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E129D-3CBB-F627-D17E-E5D18A488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2F0B5-9953-DD29-FCC4-EAF8A7EB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69D97-C3D9-81B2-B40D-6E4D655D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259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4D98-F103-E7E5-4836-13B956C7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6B035-CCD4-06D0-6339-702D26995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FC412-ACF5-ADB3-BCFD-F35B019E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4B5D-3944-6328-6243-32C9ED61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C22C9-FAF9-EDAB-2CD1-830CE0D3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52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3A3AC-1DA1-A987-6A05-97C9C575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CFF09-5CEF-1EC5-E982-137B88815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1F1DF-90FC-86D3-50C6-E0ADFC83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05682-FC90-6507-5D5B-CB2B3B66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F7836-C2FE-75C6-3119-BF5706EF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67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211E-EFB1-D29E-C416-4D207300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5BC8-2BCA-58D4-5B15-24276143A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B6F59-A7D0-171E-C144-C278A9EA0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CA9FC-6C40-6F1A-D832-41D246913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28C0A-A855-6675-870A-0D357215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8B17B-86B7-D1A7-BB3C-AD7E637A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6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15EE-2800-ACA4-FB25-AC87D8DF8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A36C-ACC6-D1B0-6F47-0C4625DC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B9F46-DB6F-1D81-0C25-3A1241188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4B152-4A46-22C1-5AE0-47B785AD8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092DE-7CF4-B27D-72C5-888D07B09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12227-01DC-1A76-5921-32A7998F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AAF3E-E8FC-0BA2-274E-441E3F43B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FFAFCF-01A8-44F8-2593-54D3F53C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59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DB3C-A0E0-F563-7B89-A03703FE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859148-0374-E385-FD21-EBA3ACE1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5D095-96A7-1CD8-ABCB-5D8CAB4D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55A44-BE67-290D-009F-79557644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1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822E0-2F7B-82EA-01B0-E068C379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882085-4BF5-3BDD-CF80-2A71C3ED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0898E-38D7-B966-0F8A-01F7A9CF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70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D808-6010-1431-049D-FB1BC66D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34C32-4574-4FA1-3CB3-DD875FEEA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DE26F-1E22-4A19-B15D-350FECC31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B7D09-6BFE-87D0-1790-1AA2DFE4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12DCD-F800-29FB-BC5E-9DE7FD14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D2886-5BFA-196D-8EBA-E0A00B9A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3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CCD6-4847-6125-6F2F-98DE28CE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F6AA6E-F27C-A8FB-3AD5-D0910C74F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F5999-0612-B9C8-C518-C9CA755A9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B7848-C363-196E-849B-8F92DB8B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B9ABE-C1B1-95C9-D169-C4749D2E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A6148-50B8-791A-A026-316F9858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196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F75B-0F14-986F-866B-FF2FFC74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4685B-86C5-D13A-C4A4-8C70EA3CC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6D4C0-7AFD-F5F0-74DC-822D9136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2D329-FD7B-73DF-6C0C-11170426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A5F74-A2B5-0AA6-C186-25AAF1E2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16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1759A-934C-492E-56D5-1E41EEB80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5EC05-5657-D535-B6F2-E3F63CD00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1BA11-5FE0-AD40-AED9-01C6C3717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D052-FA73-B03A-F791-9493180BD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90826-9FA9-2AF0-5AC1-2AFC0C3B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88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62929-ECEB-77A2-F166-449E01DC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05E16-3619-728C-7DF9-026ABD839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F6C46-6E2A-A6DA-5331-AFE872482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891AF-0B2C-474F-A1F6-B8D0DB5B1FD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68B0D-5C18-F183-F2DB-E269A84E73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3176F-19B2-1140-56C9-FBDC50F90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7D47D-FCAB-447A-8963-C8BF0B47F5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5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E4254-59E4-743D-C6FF-5EF4922B8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053" y="128337"/>
            <a:ext cx="10266947" cy="231006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Database – Structured &amp; Unstructured Data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78C06-31FB-D2C8-58B0-868AB14BA3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/>
              <a:t>Database: Structured &amp; Unstructured Data</a:t>
            </a:r>
            <a:br>
              <a:rPr lang="en-US" dirty="0"/>
            </a:br>
            <a:r>
              <a:rPr lang="en-US" b="1" dirty="0"/>
              <a:t>Subtopic: Data Structure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24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28CB-9B7B-82F7-A335-537035365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Data Structure?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E1CB7-7CE6-5686-0481-382796F8B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way data is </a:t>
            </a:r>
            <a:r>
              <a:rPr lang="en-US" b="1" dirty="0"/>
              <a:t>organized, stored, and accessed</a:t>
            </a:r>
            <a:endParaRPr lang="en-US" dirty="0"/>
          </a:p>
          <a:p>
            <a:r>
              <a:rPr lang="en-US" dirty="0"/>
              <a:t>Defines how information is arranged inside a database or system</a:t>
            </a:r>
          </a:p>
          <a:p>
            <a:r>
              <a:rPr lang="en-US" dirty="0"/>
              <a:t>Determines speed of search, processing, and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57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6C85-5C09-DC64-5037-64422698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Data Structure Matters</a:t>
            </a:r>
            <a:br>
              <a:rPr lang="en-IN" b="1" dirty="0"/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9FCFB-0F25-3730-A680-0ECF3F310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Helps maintain data consistency.</a:t>
            </a:r>
          </a:p>
          <a:p>
            <a:r>
              <a:rPr lang="en-US" dirty="0"/>
              <a:t>Makes searching, loading, processing, and storing faster.</a:t>
            </a:r>
          </a:p>
          <a:p>
            <a:r>
              <a:rPr lang="en-US" dirty="0"/>
              <a:t>Ensures databases can handle large volume efficiently.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86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F88EF-BE2C-340A-2E46-224D51AD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Data Structure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780C-F5F3-9C17-7DB8-F3143B6A5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By defining schema, data types, relationships, or formats.</a:t>
            </a:r>
          </a:p>
          <a:p>
            <a:r>
              <a:rPr lang="en-US" dirty="0"/>
              <a:t>By choosing the correct model: tables, documents, files, or objects.</a:t>
            </a:r>
          </a:p>
          <a:p>
            <a:r>
              <a:rPr lang="en-US" dirty="0"/>
              <a:t>Through tools like SQL, NoSQL, and Data Lakes.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18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F4E58-217D-1DA6-B35F-A128E75E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Structured Data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9FE0-E886-5D6D-0721-C70737A56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querying</a:t>
            </a:r>
          </a:p>
          <a:p>
            <a:r>
              <a:rPr lang="en-US" dirty="0"/>
              <a:t>Easy validation</a:t>
            </a:r>
          </a:p>
          <a:p>
            <a:r>
              <a:rPr lang="en-US" dirty="0"/>
              <a:t>Supports relationships via keys</a:t>
            </a:r>
          </a:p>
          <a:p>
            <a:r>
              <a:rPr lang="en-US" dirty="0"/>
              <a:t>Ideal for analytics and reporting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73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1984-D580-D6FA-4558-593D3CD8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Structured Data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C745-C931-317E-E086-2DC502D90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Accurate reporting and analytics.</a:t>
            </a:r>
          </a:p>
          <a:p>
            <a:r>
              <a:rPr lang="en-US" dirty="0"/>
              <a:t>Fast, predictable queries.</a:t>
            </a:r>
          </a:p>
          <a:p>
            <a:r>
              <a:rPr lang="en-US" dirty="0"/>
              <a:t>Ideal for business operations like finance, HR, sales.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426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69C5-5BA7-2692-DB63-7505B9B6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Structured Data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6A6A-DC26-B34C-4F56-2221BA2E9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Stored in SQL systems: MySQL, Postgres, Oracle, SQL Server.</a:t>
            </a:r>
          </a:p>
          <a:p>
            <a:r>
              <a:rPr lang="en-US" dirty="0"/>
              <a:t>Managed using SELECT, JOIN, INSERT, UPDATE.</a:t>
            </a:r>
          </a:p>
          <a:p>
            <a:r>
              <a:rPr lang="en-US" dirty="0"/>
              <a:t>Schema defined through constraints &amp; data types.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044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CBFE5-8F95-E94F-23AB-AA0001437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Unstructured Data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52D07-76A8-8A64-0F4C-53959D7B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endParaRPr lang="en-US" dirty="0"/>
          </a:p>
          <a:p>
            <a:r>
              <a:rPr lang="en-US" dirty="0"/>
              <a:t>Data without a fixed structure or predefined format.</a:t>
            </a:r>
          </a:p>
          <a:p>
            <a:r>
              <a:rPr lang="en-US" dirty="0"/>
              <a:t>Includes text, images, PDFs, videos, sensor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57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273C-CDFE-2F7B-E11D-B83DB608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Unstructured Data (Why)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694A-934C-8A97-AB5E-EC36F8F52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WHY:</a:t>
            </a:r>
            <a:endParaRPr lang="en-US" dirty="0"/>
          </a:p>
          <a:p>
            <a:r>
              <a:rPr lang="en-US" dirty="0"/>
              <a:t>Represents 80–90% of today’s enterprise data.</a:t>
            </a:r>
          </a:p>
          <a:p>
            <a:r>
              <a:rPr lang="en-US" dirty="0"/>
              <a:t>Useful for AI, analytics, customer insights.</a:t>
            </a:r>
          </a:p>
          <a:p>
            <a:r>
              <a:rPr lang="en-US" dirty="0"/>
              <a:t>Captures real-world, human-generated information.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3979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4743-3935-D25E-6268-5529CDD7A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Unstructured Data (How)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750D6-B961-F547-1315-8E39AD0E0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HOW:</a:t>
            </a:r>
            <a:endParaRPr lang="en-IN" dirty="0"/>
          </a:p>
          <a:p>
            <a:r>
              <a:rPr lang="en-IN" dirty="0"/>
              <a:t>Stored in data lakes: AWS S3, Azure Blob, GCP Storage.</a:t>
            </a:r>
          </a:p>
          <a:p>
            <a:r>
              <a:rPr lang="en-IN" dirty="0"/>
              <a:t>Processed using AI/ML, OCR, NLP, computer vision.</a:t>
            </a:r>
          </a:p>
          <a:p>
            <a:r>
              <a:rPr lang="en-IN"/>
              <a:t>Accessed with NoSQL (MongoDB), search engines (Elasticsearch).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18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Database – Structured &amp; Unstructured Data </vt:lpstr>
      <vt:lpstr>What is Data Structure? </vt:lpstr>
      <vt:lpstr>Why Data Structure Matters  </vt:lpstr>
      <vt:lpstr>How Data Structure Works </vt:lpstr>
      <vt:lpstr>Structured Data (Why) </vt:lpstr>
      <vt:lpstr>Structured Data (Why) </vt:lpstr>
      <vt:lpstr>Structured Data (How) </vt:lpstr>
      <vt:lpstr>Unstructured Data (What) </vt:lpstr>
      <vt:lpstr>Unstructured Data (Why) </vt:lpstr>
      <vt:lpstr>Unstructured Data (How)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2025-11-19T10:02:31Z</dcterms:created>
  <dcterms:modified xsi:type="dcterms:W3CDTF">2025-11-19T10:02:49Z</dcterms:modified>
</cp:coreProperties>
</file>