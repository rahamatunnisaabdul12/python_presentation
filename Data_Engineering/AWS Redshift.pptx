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32D1-D539-6985-25D8-BB4201A2A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42391-764A-2E6D-01AD-AFEE0BCE9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B95E4-D0A5-B92E-FBC5-DC1DD72A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B50B4-CC95-C2F1-949D-9F5105BA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1F70-F742-5209-4CBF-E1627569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1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C256-7936-7708-6E03-0B8FA3DC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5F79-B781-14F0-DFC5-A33FE51BA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6B66E-D451-22C8-2FE7-10BAFFAB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9196D-F685-DD9B-3A9A-8EC6DCD6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D1C5-44A0-E4DC-8B61-95D13283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02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4C4D-4C6F-8C22-09CB-9F5887B5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35980-8E5F-E1BC-AC12-B69A92736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7341-CD09-8326-23BE-23ED0B82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D1A7-D61E-12FC-7591-41E29A94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018E-EFC6-97B3-231B-B350E07E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68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A555-3CB1-4B57-6C09-89EFDB95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05067-F207-6935-93AF-609F67A48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AFBAA-F7C1-B114-B75A-C2A610153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253B5-EEB5-D285-AD8E-EBD5D258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2A60E-CBA4-B9F8-6160-75E8FCC4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B68CC-9FA2-B655-3ED8-08715A4E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61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30BD-1199-A91A-52D7-DF13924E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601A6-E565-849A-60A6-549C15104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05BA4-0147-68FE-7A21-0CCD608D6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93E42-D087-462C-E26B-44A497F17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E9073-70F5-9261-D95C-940556E7E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2BAF9-3D46-4077-68CF-F03BCD0B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D96CD-5895-3B30-1B44-8C97559F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055EF-6F90-68A9-D1E0-3E0532A4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6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44246-DE44-8F97-2374-947EB81D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81F80-3524-205B-3536-46D683103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BF375-4595-C576-A589-9DA24B29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CDF88-98C2-9BB3-4061-5ECA9D06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01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71099-C9DC-E96A-C725-ADA701F5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6541C-90E8-99E3-F7CE-F4C78C2E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6297-6ECB-B5B6-A52C-9D910963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88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A111-970F-B254-6361-C83BAF33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AC25-5B60-DB91-537E-C4CCE61DA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B7C14-61AF-437D-7CEE-1B3A33E75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95754-5313-B93F-DBB1-D665B5CAF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982F8-E5DE-9FFC-16AA-A964730F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E9D1D-4872-1ECB-C922-A8481AB2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2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DC7B-F79D-7790-FE10-6B1621E02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84C87-D94D-B525-A6E5-996C58980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0B1FE-6E93-D3F6-1C05-A47BDF12B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2E158-99F0-2BC0-F8A3-35B94F89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9F123-B496-DA00-370E-CE9FC141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932F4-CE74-3415-0D6F-E8F8E51B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CB4D-777A-9D98-BB90-CEC155AA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CA174-AF11-7A36-A148-EF095980F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F5F92-4A45-2AE9-023D-905E0B91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99B7-BF55-4D10-E027-2F044C1F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26CC-63AE-FB7A-11D7-6B3C23C4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22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2415C-732E-7B85-0C43-21F844506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65105-9A80-CF84-B195-8436AD35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232CA-4211-3A9C-13F4-8A6D691F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574B-5214-FFB4-3839-48DA331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9D678-3782-87F6-B7D1-16F8712C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86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D7B9B-5D15-7DFF-2ABA-4A23E287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2439-AD7D-A410-1CBF-2BC7AD19D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4BE48-84BA-9FAB-7B4A-F4F2D394C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ED5F5-80C0-4094-89AF-59C4A2CBCFF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F6E1B-F9D5-DD44-A412-304634FBA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DD8A6-416B-DEB1-2F50-3CBCCD4E4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FE5C2-E34F-4C05-B595-B674F97C0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47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9FF6-DB9A-77BB-64D8-BA114B5D3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558" y="1"/>
            <a:ext cx="10074442" cy="1796716"/>
          </a:xfrm>
        </p:spPr>
        <p:txBody>
          <a:bodyPr/>
          <a:lstStyle/>
          <a:p>
            <a:r>
              <a:rPr lang="en-IN" b="1" dirty="0"/>
              <a:t>AWS Redshift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3F86D-0499-40F1-EED4-3054E1FEE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994611"/>
            <a:ext cx="9897979" cy="4263189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Amazon Redshift? (WHAT)</a:t>
            </a:r>
          </a:p>
          <a:p>
            <a:pPr algn="l"/>
            <a:r>
              <a:rPr lang="en-IN" dirty="0"/>
              <a:t>A </a:t>
            </a:r>
            <a:r>
              <a:rPr lang="en-IN" b="1" dirty="0"/>
              <a:t>fully managed cloud data warehouse</a:t>
            </a:r>
            <a:r>
              <a:rPr lang="en-IN" dirty="0"/>
              <a:t> from AWS.</a:t>
            </a:r>
          </a:p>
          <a:p>
            <a:pPr algn="l"/>
            <a:r>
              <a:rPr lang="en-IN" dirty="0"/>
              <a:t>Stores large-scale structured data for analytics.</a:t>
            </a:r>
          </a:p>
          <a:p>
            <a:pPr algn="l"/>
            <a:r>
              <a:rPr lang="en-IN" dirty="0"/>
              <a:t>Uses </a:t>
            </a:r>
            <a:r>
              <a:rPr lang="en-IN" b="1" dirty="0"/>
              <a:t>columnar storage</a:t>
            </a:r>
            <a:r>
              <a:rPr lang="en-IN" dirty="0"/>
              <a:t>, </a:t>
            </a:r>
            <a:r>
              <a:rPr lang="en-IN" b="1" dirty="0"/>
              <a:t>MPP architecture</a:t>
            </a:r>
            <a:r>
              <a:rPr lang="en-IN" dirty="0"/>
              <a:t>, and </a:t>
            </a:r>
            <a:r>
              <a:rPr lang="en-IN" b="1" dirty="0"/>
              <a:t>SQL-based querying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Integrates with S3, Glue, Kinesis, Lambda, and BI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49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46FE-5E16-A2BD-A8F1-FF024172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Redshift?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3790E-7893-8171-07E3-A66D1045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for </a:t>
            </a:r>
            <a:r>
              <a:rPr lang="en-US" b="1" dirty="0"/>
              <a:t>high-performance analytical queries</a:t>
            </a:r>
            <a:r>
              <a:rPr lang="en-US" dirty="0"/>
              <a:t>.</a:t>
            </a:r>
          </a:p>
          <a:p>
            <a:r>
              <a:rPr lang="en-US" dirty="0"/>
              <a:t>Handles terabytes–petabytes scale easily.</a:t>
            </a:r>
          </a:p>
          <a:p>
            <a:r>
              <a:rPr lang="en-US" dirty="0"/>
              <a:t>Faster querying due to columnar design &amp; data compression.</a:t>
            </a:r>
          </a:p>
          <a:p>
            <a:r>
              <a:rPr lang="en-US" dirty="0"/>
              <a:t>Cheaper than on-premise warehouses (pay-as-you-go).</a:t>
            </a:r>
          </a:p>
          <a:p>
            <a:r>
              <a:rPr lang="en-US" dirty="0"/>
              <a:t>Supports ML, federated queries, and real-time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16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6C76-6F46-4FDC-6C7C-A5C2F367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Redshift Works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7F8D1-ADCE-DDA5-3404-AF00BBA32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ingested from </a:t>
            </a:r>
            <a:r>
              <a:rPr lang="en-US" b="1" dirty="0"/>
              <a:t>S3, Glue ETL, Kinesis, or JDBC apps</a:t>
            </a:r>
            <a:r>
              <a:rPr lang="en-US" dirty="0"/>
              <a:t>.</a:t>
            </a:r>
          </a:p>
          <a:p>
            <a:r>
              <a:rPr lang="en-US" dirty="0"/>
              <a:t>Cluster nodes store data in columnar format.</a:t>
            </a:r>
          </a:p>
          <a:p>
            <a:r>
              <a:rPr lang="en-US" dirty="0"/>
              <a:t>Queries run in parallel across compute nodes.</a:t>
            </a:r>
          </a:p>
          <a:p>
            <a:r>
              <a:rPr lang="en-US" dirty="0"/>
              <a:t>Query results return via the leader node.</a:t>
            </a:r>
          </a:p>
          <a:p>
            <a:r>
              <a:rPr lang="en-US" dirty="0"/>
              <a:t>Data can be exported back to S3 or shared with other accounts.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60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7FBD-2CD3-D0D7-51AC-7F791787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Redshift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0DCA-2355-81DC-991F-419AD438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Leader Node</a:t>
            </a:r>
            <a:r>
              <a:rPr lang="en-IN" dirty="0"/>
              <a:t> → receives queries, distributes tasks.</a:t>
            </a:r>
          </a:p>
          <a:p>
            <a:r>
              <a:rPr lang="en-IN" b="1" dirty="0"/>
              <a:t>Compute Nodes</a:t>
            </a:r>
            <a:r>
              <a:rPr lang="en-IN" dirty="0"/>
              <a:t> → store data, run parallel operations.</a:t>
            </a:r>
          </a:p>
          <a:p>
            <a:r>
              <a:rPr lang="en-IN" b="1" dirty="0"/>
              <a:t>Node Types</a:t>
            </a:r>
            <a:r>
              <a:rPr lang="en-IN" dirty="0"/>
              <a:t>: RA3, DC2 (depending on performance needs).</a:t>
            </a:r>
          </a:p>
          <a:p>
            <a:r>
              <a:rPr lang="en-IN" b="1" dirty="0"/>
              <a:t>Redshift Serverless</a:t>
            </a:r>
            <a:r>
              <a:rPr lang="en-IN" dirty="0"/>
              <a:t> → no cluster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56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7F75-568A-B465-CFE4-CA796A3E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Redshift is Fast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2E66-2803-A1A1-C579-8C37AB8AD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Columnar storage reduces disk I/O.</a:t>
            </a:r>
          </a:p>
          <a:p>
            <a:r>
              <a:rPr lang="en-IN" dirty="0"/>
              <a:t>MPP — each node processes data simultaneously.</a:t>
            </a:r>
          </a:p>
          <a:p>
            <a:r>
              <a:rPr lang="en-IN" dirty="0"/>
              <a:t>Advanced compression &amp; encoding schemes.</a:t>
            </a:r>
          </a:p>
          <a:p>
            <a:r>
              <a:rPr lang="en-IN" dirty="0"/>
              <a:t>Zone maps enable skipping unnecessary blocks.</a:t>
            </a:r>
          </a:p>
          <a:p>
            <a:r>
              <a:rPr lang="en-IN" dirty="0"/>
              <a:t>Result caching returns repeated queries instantly.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96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3CDF-6EFD-D633-9F0D-BBF63367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Load Data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F631C-5E5B-4E3A-2294-3C907A1FB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ingestion methods:</a:t>
            </a:r>
          </a:p>
          <a:p>
            <a:r>
              <a:rPr lang="en-IN" b="1" dirty="0"/>
              <a:t>COPY</a:t>
            </a:r>
            <a:r>
              <a:rPr lang="en-IN" dirty="0"/>
              <a:t> command from S3 (fastest).</a:t>
            </a:r>
          </a:p>
          <a:p>
            <a:r>
              <a:rPr lang="en-IN" dirty="0"/>
              <a:t>Glue ETL → Redshift.</a:t>
            </a:r>
          </a:p>
          <a:p>
            <a:r>
              <a:rPr lang="en-IN" dirty="0"/>
              <a:t>Kinesis Firehose streaming inserts.</a:t>
            </a:r>
          </a:p>
          <a:p>
            <a:r>
              <a:rPr lang="en-IN" dirty="0"/>
              <a:t>Lambda micro-ingestions.</a:t>
            </a:r>
          </a:p>
          <a:p>
            <a:r>
              <a:rPr lang="en-IN" dirty="0"/>
              <a:t>Federated queries (Query S3, RDS, Aurora).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926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F48A-D9A0-60DA-BC60-13185BDC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6E3C-EC51-C11B-44F7-9234FBAE6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BI dashboards.</a:t>
            </a:r>
          </a:p>
          <a:p>
            <a:r>
              <a:rPr lang="en-US" dirty="0"/>
              <a:t>Supply chain analytics (forecast, SLA, shipments).</a:t>
            </a:r>
          </a:p>
          <a:p>
            <a:r>
              <a:rPr lang="en-US" dirty="0"/>
              <a:t>Financial and invoicing analytics.</a:t>
            </a:r>
          </a:p>
          <a:p>
            <a:r>
              <a:rPr lang="en-US" dirty="0"/>
              <a:t>Marketing clickstream workloads.</a:t>
            </a:r>
          </a:p>
          <a:p>
            <a:r>
              <a:rPr lang="en-US" dirty="0"/>
              <a:t>Product analytics &amp; operational reporting.</a:t>
            </a:r>
          </a:p>
          <a:p>
            <a:r>
              <a:rPr lang="en-US" dirty="0"/>
              <a:t>ML feature store backend.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520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22C-937B-AEFD-D898-39F12D74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079F0-5714-655D-F15F-075771AF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Scalable to petabytes.</a:t>
            </a:r>
          </a:p>
          <a:p>
            <a:r>
              <a:rPr lang="en-IN" dirty="0"/>
              <a:t>High performance &amp; low latency.</a:t>
            </a:r>
          </a:p>
          <a:p>
            <a:r>
              <a:rPr lang="en-IN" dirty="0"/>
              <a:t>Deep AWS ecosystem integration.</a:t>
            </a:r>
          </a:p>
          <a:p>
            <a:r>
              <a:rPr lang="en-IN" dirty="0"/>
              <a:t>Secure (IAM, VPC, encryption).</a:t>
            </a:r>
          </a:p>
          <a:p>
            <a:r>
              <a:rPr lang="en-IN" dirty="0"/>
              <a:t>Redshift Serverless → zero maintenance.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59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1852-555C-5607-F7D5-CFDFF5C5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C2E8-E6A4-4934-70CF-8C3A1D466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Redshift is a </a:t>
            </a:r>
            <a:r>
              <a:rPr lang="en-US" b="1" dirty="0"/>
              <a:t>scalable, fast, cloud data warehouse</a:t>
            </a:r>
            <a:r>
              <a:rPr lang="en-US" dirty="0"/>
              <a:t>.</a:t>
            </a:r>
          </a:p>
          <a:p>
            <a:r>
              <a:rPr lang="en-US" dirty="0"/>
              <a:t>Designed for heavy analytics &amp; BI workloads.</a:t>
            </a:r>
          </a:p>
          <a:p>
            <a:r>
              <a:rPr lang="en-US" dirty="0"/>
              <a:t>Flexible ingest options (S3 COPY, Glue, Kinesis).</a:t>
            </a:r>
          </a:p>
          <a:p>
            <a:r>
              <a:rPr lang="en-US"/>
              <a:t>Ideal for organizations requiring real-time and batch analytics.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27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Redshift </vt:lpstr>
      <vt:lpstr>Why We Use Redshift? (WHY)</vt:lpstr>
      <vt:lpstr>How Redshift Works (HOW)</vt:lpstr>
      <vt:lpstr>Redshift Architecture (WHAT) </vt:lpstr>
      <vt:lpstr>Why Redshift is Fast (WHY)</vt:lpstr>
      <vt:lpstr>How to Load Data (HOW) </vt:lpstr>
      <vt:lpstr>Use Cases (WHAT) </vt:lpstr>
      <vt:lpstr>Benefits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2025-11-20T06:43:30Z</dcterms:created>
  <dcterms:modified xsi:type="dcterms:W3CDTF">2025-11-20T06:43:34Z</dcterms:modified>
</cp:coreProperties>
</file>