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BF1C-375B-1740-4E21-73733A18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2F5AC-5DE4-A65E-5DAB-9F6FC409D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D5089-137C-F7B7-04CF-F11219D38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42DD3-DC0A-3632-ECD3-FEFA2705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94DA0-A0A0-05D7-56BB-A7E9621B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85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0F0EB-572C-BC68-B3F6-CFCA532F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D616-8A2A-2987-C793-CF0BDED16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384C0-AEDF-2223-786E-5418F6F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53D4-DEC8-6F9A-56E5-4181733E2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DD7B8-D2C6-4220-5960-B533C7F6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46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C14B-C3BC-1820-E6D9-87C11073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1E746-1790-116F-912B-3F1D72280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92406-8C0D-FBC4-CABC-DEA6EC77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8AEC-15E4-756B-D231-813C5B70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59FF8-A9FC-7A0B-9820-6B6B0E55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41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8643C-C470-EB8E-6829-46C721FB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4F16-91E6-5532-CED9-3304DF770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76F7F-B00E-CC1C-32E6-976C56D4A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7CB72-811D-01E5-301D-1DD955E6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F7192-DA1D-A634-3E8C-4398DA9D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E1EDC-CCE4-EED0-6D6C-DF3529B1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9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E9A8-8B18-96D1-6B03-E2C52E0EC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0BF4-5B6B-F68C-32C8-7457D86A8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78FAC-3976-21FA-8C21-868DB6AB2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7B9C29-E39F-CE79-AC24-42DE9D16E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B7A7A-A2D3-B18A-3105-AF74F4353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FD2E7B-92FA-2004-126C-5B038A49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787148-EFB7-FDFB-4A79-9388DE27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4D18B-D3DF-2CFC-CFC9-247CFA3A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64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35C0-457B-6FF5-41C1-D4C7BF35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CDCBE-D6C3-9243-F782-6369C95E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838E7-454E-296E-E2E5-F3D26C843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41B56-CA4A-2298-28DC-BAA21831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21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C08E13-A9E0-1AB7-659F-D126B915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7CD538-86A3-6903-5447-A132F07C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D307A-3CD2-AEB8-18DC-7A996612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0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47E5-EB36-23E9-87CC-7A41809F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B48F5-B794-4AD7-1759-DA18BAB36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4525E-23EF-4763-EB7E-1E110E81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71C54-ADC4-8872-A999-BACE7100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DF6A-FEB5-7D2D-4607-34985462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5A8E5-6EEA-4242-F05A-2AAD9AEA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208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A922-6B91-566E-8A00-901313F90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455C2-FABC-80DC-A64A-7CE444DC1C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9606C-DE46-7CEC-A624-282CD8FD8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D1BDA-B0C7-E64F-2435-32430E74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68D86-95B3-93D0-BE9D-234666BD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074DF-A341-F782-C43D-F8B7E9C9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52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6607-B7E9-FF1A-9495-92B26DDC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2701A-A582-C9D7-B117-F883E4135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2FBF5-375A-34D9-F7C3-DD4282D9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68655-634B-6D54-605A-E1B87F764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9B4A7-7D07-4A76-4F84-4727D8229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978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9DBE4-C5F4-C85E-6FB1-1FBC0CCE0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46E04-A8B7-AF84-A989-3FC3DD4BC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D74D1-1C9C-3545-A759-98324BD59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4C1CE-7D32-9E16-D562-04F88439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6043C-100E-BE2A-97A5-B355D1FF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10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489894-6746-7B7C-A76E-4B5930CB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37209-6733-9C17-740D-42E2529EE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C1B88-9CDE-A67D-F299-1BC2A1333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041D9-54A1-4C26-9C59-87B43A9CAE6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65B4C-CA99-2284-9C45-06A9A58F96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9B761-8365-EC46-9221-D5F7B8DE3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C407E-F1F5-444E-9028-DFF358B2E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16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D845-89BC-D88F-823C-0E2DBC28A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8337" y="0"/>
            <a:ext cx="10796337" cy="2582779"/>
          </a:xfrm>
        </p:spPr>
        <p:txBody>
          <a:bodyPr>
            <a:normAutofit/>
          </a:bodyPr>
          <a:lstStyle/>
          <a:p>
            <a:r>
              <a:rPr lang="en-IN" b="1" dirty="0"/>
              <a:t>Terraform Remote Backend (S3, Azure Blob, etc.)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77331-90E0-7CE6-2752-F0E33D10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926" y="1989221"/>
            <a:ext cx="10315074" cy="326857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: What Is a Remote Backend?</a:t>
            </a:r>
          </a:p>
          <a:p>
            <a:pPr algn="l"/>
            <a:r>
              <a:rPr lang="en-US" dirty="0"/>
              <a:t>A storage location where Terraform </a:t>
            </a:r>
            <a:r>
              <a:rPr lang="en-US" b="1" dirty="0"/>
              <a:t>keeps the state file (</a:t>
            </a:r>
            <a:r>
              <a:rPr lang="en-US" b="1" dirty="0" err="1"/>
              <a:t>terraform.tfstate</a:t>
            </a:r>
            <a:r>
              <a:rPr lang="en-US" b="1" dirty="0"/>
              <a:t>)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State tracks the </a:t>
            </a:r>
            <a:r>
              <a:rPr lang="en-US" b="1" dirty="0"/>
              <a:t>current infrastructure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Remote backend means the file is </a:t>
            </a:r>
            <a:r>
              <a:rPr lang="en-US" b="1" dirty="0"/>
              <a:t>not saved locally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82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1665-40B9-FF4B-0D63-45690E26C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Remote Backends Are Needed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9A296-7907-37E1-3CC5-10BD4ECDB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Enables </a:t>
            </a:r>
            <a:r>
              <a:rPr lang="en-US" b="1" dirty="0"/>
              <a:t>team collaboration</a:t>
            </a:r>
            <a:endParaRPr lang="en-US" dirty="0"/>
          </a:p>
          <a:p>
            <a:r>
              <a:rPr lang="en-US" dirty="0"/>
              <a:t>Avoids local state corruption</a:t>
            </a:r>
          </a:p>
          <a:p>
            <a:r>
              <a:rPr lang="en-US" dirty="0"/>
              <a:t>Ensures </a:t>
            </a:r>
            <a:r>
              <a:rPr lang="en-US" b="1" dirty="0"/>
              <a:t>single source of truth</a:t>
            </a:r>
            <a:endParaRPr lang="en-US" dirty="0"/>
          </a:p>
          <a:p>
            <a:r>
              <a:rPr lang="en-US" dirty="0"/>
              <a:t>Enables state locking (avoids parallel updates)</a:t>
            </a:r>
          </a:p>
          <a:p>
            <a:r>
              <a:rPr lang="en-US" dirty="0"/>
              <a:t>Supports CI/CD and automation flows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92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B493-D81F-16DE-E965-4855ACB5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Remote Backends Work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12697-785B-02E7-1BEC-E7D6D6F6B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reads/writes state from a remote store</a:t>
            </a:r>
          </a:p>
          <a:p>
            <a:r>
              <a:rPr lang="en-US" dirty="0"/>
              <a:t>State is locked during operations (apply/plan)</a:t>
            </a:r>
          </a:p>
          <a:p>
            <a:r>
              <a:rPr lang="en-US" dirty="0"/>
              <a:t>Remote storage keeps versions/history</a:t>
            </a:r>
          </a:p>
          <a:p>
            <a:r>
              <a:rPr lang="en-US" dirty="0"/>
              <a:t>Team members share the same backend configuration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14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B23F-F9AA-43D8-9D1E-EF179A53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Remote Backend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A723E-42D4-735F-B1C3-9E4E4D27C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AWS S3 + DynamoDB (locking)</a:t>
            </a:r>
            <a:endParaRPr lang="en-IN" dirty="0"/>
          </a:p>
          <a:p>
            <a:r>
              <a:rPr lang="en-IN" b="1" dirty="0"/>
              <a:t>Azure Blob Storage</a:t>
            </a:r>
            <a:endParaRPr lang="en-IN" dirty="0"/>
          </a:p>
          <a:p>
            <a:r>
              <a:rPr lang="en-IN" b="1" dirty="0"/>
              <a:t>Google Cloud Storage (GCS)</a:t>
            </a:r>
            <a:endParaRPr lang="en-IN" dirty="0"/>
          </a:p>
          <a:p>
            <a:r>
              <a:rPr lang="en-IN" b="1" dirty="0"/>
              <a:t>Terraform Cloud</a:t>
            </a:r>
            <a:endParaRPr lang="en-IN" dirty="0"/>
          </a:p>
          <a:p>
            <a:r>
              <a:rPr lang="en-IN" b="1" dirty="0"/>
              <a:t>Consul backend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4894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6AD7-2EEA-34C2-310A-B7F240C2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S3 Backend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99AF0-B23D-881A-5EC8-3B94E7EEC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S3 bucket stores the state file</a:t>
            </a:r>
          </a:p>
          <a:p>
            <a:r>
              <a:rPr lang="en-US" dirty="0"/>
              <a:t>DynamoDB table provides state locking</a:t>
            </a:r>
          </a:p>
          <a:p>
            <a:r>
              <a:rPr lang="en-US" dirty="0"/>
              <a:t>Config defined inside .</a:t>
            </a:r>
            <a:r>
              <a:rPr lang="en-US" dirty="0" err="1"/>
              <a:t>tf</a:t>
            </a:r>
            <a:r>
              <a:rPr lang="en-US" dirty="0"/>
              <a:t> file</a:t>
            </a:r>
          </a:p>
          <a:p>
            <a:r>
              <a:rPr lang="en-US" dirty="0"/>
              <a:t>Use case: Enterprise AWS deployments with multiple developers.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267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C84D-1FF2-B46A-01E4-468C5323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Azure Blob Backend –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492C6-4549-0FB2-7339-A82E6554F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Blob storage container holds .</a:t>
            </a:r>
            <a:r>
              <a:rPr lang="en-US" dirty="0" err="1"/>
              <a:t>tfstate</a:t>
            </a:r>
            <a:endParaRPr lang="en-US" dirty="0"/>
          </a:p>
          <a:p>
            <a:r>
              <a:rPr lang="en-US" dirty="0"/>
              <a:t>Supports SAS tokens &amp; RBAC</a:t>
            </a:r>
          </a:p>
          <a:p>
            <a:r>
              <a:rPr lang="en-US" dirty="0"/>
              <a:t>Works well with Azure DevOps pipelines</a:t>
            </a:r>
          </a:p>
          <a:p>
            <a:r>
              <a:rPr lang="en-US" dirty="0"/>
              <a:t>Use case: Azure environment with enterprise authentication.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290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1F0DE-866D-AEC3-2CC5-57C37A373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Remote Backends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4CF83-E1A7-7CA6-FE19-B1B54B8A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Safe, centralized state</a:t>
            </a:r>
          </a:p>
          <a:p>
            <a:r>
              <a:rPr lang="en-US" dirty="0"/>
              <a:t>Version control of state changes</a:t>
            </a:r>
          </a:p>
          <a:p>
            <a:r>
              <a:rPr lang="en-US" dirty="0"/>
              <a:t>Team collaboration</a:t>
            </a:r>
          </a:p>
          <a:p>
            <a:r>
              <a:rPr lang="en-US" dirty="0"/>
              <a:t>Supports automation &amp; pipelines</a:t>
            </a:r>
          </a:p>
          <a:p>
            <a:r>
              <a:rPr lang="en-US" dirty="0"/>
              <a:t>Disaster recovery via replication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6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E13C-1CBA-F9A3-F672-A2F5219A4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FB6A-FB0A-715A-8CAC-0FE45A001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encryption</a:t>
            </a:r>
          </a:p>
          <a:p>
            <a:r>
              <a:rPr lang="en-US" dirty="0"/>
              <a:t>Enable versioning</a:t>
            </a:r>
          </a:p>
          <a:p>
            <a:r>
              <a:rPr lang="en-US" dirty="0"/>
              <a:t>Always use locking (S3 + DynamoDB)</a:t>
            </a:r>
          </a:p>
          <a:p>
            <a:r>
              <a:rPr lang="en-US" dirty="0"/>
              <a:t>Manage backend config per environment</a:t>
            </a:r>
          </a:p>
          <a:p>
            <a:r>
              <a:rPr lang="en-US" dirty="0"/>
              <a:t>Never store secrets in state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6484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F196-72CF-516A-F82D-87FFDAC9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E2AB-46FB-3840-6199-9B5BA9EE9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Remote backends ensure safe, shareable, consistent Terraform state — essential for team-based </a:t>
            </a:r>
            <a:r>
              <a:rPr lang="en-US" dirty="0" err="1"/>
              <a:t>IaC</a:t>
            </a:r>
            <a:r>
              <a:rPr lang="en-US"/>
              <a:t> workflows.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98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Remote Backend (S3, Azure Blob, etc.) </vt:lpstr>
      <vt:lpstr>Why Remote Backends Are Needed</vt:lpstr>
      <vt:lpstr>How Remote Backends Work </vt:lpstr>
      <vt:lpstr>Common Remote Backend Types</vt:lpstr>
      <vt:lpstr>AWS S3 Backend – Overview</vt:lpstr>
      <vt:lpstr>Azure Blob Backend – Overview </vt:lpstr>
      <vt:lpstr>Benefits of Remote Backends</vt:lpstr>
      <vt:lpstr>Best Practices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2025-11-21T06:47:48Z</dcterms:created>
  <dcterms:modified xsi:type="dcterms:W3CDTF">2025-11-21T06:47:55Z</dcterms:modified>
</cp:coreProperties>
</file>