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72" autoAdjust="0"/>
    <p:restoredTop sz="94660"/>
  </p:normalViewPr>
  <p:slideViewPr>
    <p:cSldViewPr snapToGrid="0">
      <p:cViewPr varScale="1">
        <p:scale>
          <a:sx n="48" d="100"/>
          <a:sy n="48" d="100"/>
        </p:scale>
        <p:origin x="67" y="989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41AB97-E5E2-4D6E-AA41-022FC94213C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A345192-94E6-BAAF-3DB6-E2806BC5AD3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036A3DD-A0F6-6DE0-6598-386BB15228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1EA4E2-22FE-4D8C-B4C7-01AB6DE47A33}" type="datetimeFigureOut">
              <a:rPr lang="en-IN" smtClean="0"/>
              <a:t>19-11-2025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61B272E-D273-F883-AC7E-65AF8495E5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2381E14-44F4-83F3-5C4C-164E36350C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D73F9D-101A-46EF-A385-23577B77645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443809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DB7099-2465-0FCB-4E6E-C04BDB0E55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04798BC-B510-CA24-4455-BD8812A3CB0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528A95D-E88D-0B2D-A253-97F30DA188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1EA4E2-22FE-4D8C-B4C7-01AB6DE47A33}" type="datetimeFigureOut">
              <a:rPr lang="en-IN" smtClean="0"/>
              <a:t>19-11-2025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0AC459B-2E4D-FDBE-9CE7-4FB1DCAF64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081C631-3956-35C6-E1BD-822D99F62E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D73F9D-101A-46EF-A385-23577B77645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7445448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EE3044-EEB6-66FC-8A94-E00356EBF6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98440E1-0078-09FD-2AE7-1C3587CBBC2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C890759-1DB1-B706-9ED7-7FF3054CF9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1EA4E2-22FE-4D8C-B4C7-01AB6DE47A33}" type="datetimeFigureOut">
              <a:rPr lang="en-IN" smtClean="0"/>
              <a:t>19-11-2025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93FB9FB-5C45-2812-478C-50A4E3F9FF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BAD9C66-EF70-16C1-986A-C260CFE1F6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D73F9D-101A-46EF-A385-23577B77645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1453402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38EEC4-3D95-4A03-8BFC-48B5206CCA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274FDEE-9691-84ED-8D1C-985E6AC5F03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01305F0-83BD-7573-E563-03FCF3C7D9D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9C99B67-66DB-9B5A-7F2F-50A34CD944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1EA4E2-22FE-4D8C-B4C7-01AB6DE47A33}" type="datetimeFigureOut">
              <a:rPr lang="en-IN" smtClean="0"/>
              <a:t>19-11-2025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2FAE4F4-FE59-A974-F7A5-CB3B7C14D5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573C1B5-64A2-ACDC-11F3-A55A8AC45E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D73F9D-101A-46EF-A385-23577B77645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8426458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B8919E-E264-4820-9BB0-9963FC67BE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A784727-1C60-D59A-EB6B-3582DB9BBB7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87AFDAE-3006-80D9-58D8-301E1BB2782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060F1BB-6D00-C25E-F239-10917B63B98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9003A1E-6B48-F093-5D0E-2A1B11D1616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3D524B6-CB44-808A-A05A-B4BCB51A2F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1EA4E2-22FE-4D8C-B4C7-01AB6DE47A33}" type="datetimeFigureOut">
              <a:rPr lang="en-IN" smtClean="0"/>
              <a:t>19-11-2025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B4E5059-6853-2EE7-31AA-B9CED697DD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2516F9F-C627-4012-26AF-B69511B4CB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D73F9D-101A-46EF-A385-23577B77645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5901338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4B2349-8DBC-C85F-EA9E-ECE2896764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3CF72AE-A2F8-5A4A-62A1-B539DCD8A9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1EA4E2-22FE-4D8C-B4C7-01AB6DE47A33}" type="datetimeFigureOut">
              <a:rPr lang="en-IN" smtClean="0"/>
              <a:t>19-11-2025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39A88B3-2EAB-B340-F689-4F604293B3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63B22B2-9791-AD9C-42A4-1DCC42998C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D73F9D-101A-46EF-A385-23577B77645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2667481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05C6482-09DD-F5F7-9750-DDC893B503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1EA4E2-22FE-4D8C-B4C7-01AB6DE47A33}" type="datetimeFigureOut">
              <a:rPr lang="en-IN" smtClean="0"/>
              <a:t>19-11-2025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803D2ED-5303-708D-0F00-9A15184FDA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32D310D-26EA-6723-DC66-D397C4F7FA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D73F9D-101A-46EF-A385-23577B77645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5718901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C15DE1-C0B2-7E64-8F1C-5C4F2B129B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A28195B-17AA-8937-E997-C463C314E93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DD572E2-736E-2EB1-E73A-F7DC6ABABC2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FC0460F-9551-5DEC-8033-80B926516B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1EA4E2-22FE-4D8C-B4C7-01AB6DE47A33}" type="datetimeFigureOut">
              <a:rPr lang="en-IN" smtClean="0"/>
              <a:t>19-11-2025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2B155EB-259C-154E-FEE3-19C3A5FA0F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ED8A6CA-F80C-9AD6-63E9-6BF44A9A04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D73F9D-101A-46EF-A385-23577B77645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6814051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D44491-C678-5BA6-4C47-0BFF296CBB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6E3CC6B-259D-66F0-6E1C-5733B6DE2DA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FFE1F54-F8A5-5B4D-91FC-6D8F26B3C4B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02BCA2C-A605-13B5-D405-44B0A10CC5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1EA4E2-22FE-4D8C-B4C7-01AB6DE47A33}" type="datetimeFigureOut">
              <a:rPr lang="en-IN" smtClean="0"/>
              <a:t>19-11-2025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8EE0B74-B3A6-5499-BC85-64C67EC933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4C55847-5912-43A0-2FA4-3ED9C3DD0A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D73F9D-101A-46EF-A385-23577B77645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2388663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E66E38-B599-FA3D-8CFA-876CD304F7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8EF7CFB-4653-DDF8-7199-D7D963BA09F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37AC360-2D67-D7F1-3024-EF4F8A5D82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1EA4E2-22FE-4D8C-B4C7-01AB6DE47A33}" type="datetimeFigureOut">
              <a:rPr lang="en-IN" smtClean="0"/>
              <a:t>19-11-2025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9DE4E76-0FC2-E453-420B-9029B9E148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A9FE1E3-9BB3-C874-7A47-BE97C5DE31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D73F9D-101A-46EF-A385-23577B77645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489031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2F81C83-FFBE-65B1-176E-4A522E3C31F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85F1A21-6FD5-1547-5E98-E78D0733BBE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1A067E0-4EBA-1B46-7635-9A95EBEDD2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1EA4E2-22FE-4D8C-B4C7-01AB6DE47A33}" type="datetimeFigureOut">
              <a:rPr lang="en-IN" smtClean="0"/>
              <a:t>19-11-2025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76FEB90-52EE-93C6-6F53-B497B9C29D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26D403C-95FF-0086-2F2B-6727B5ABA8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D73F9D-101A-46EF-A385-23577B77645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4620315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E524FA2-3444-23BE-1760-9F4761A93F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8612A4C-83B6-1DED-4A1F-F1C0004E234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9A7DC15-22D3-B4AA-2C08-3F16AF75652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21EA4E2-22FE-4D8C-B4C7-01AB6DE47A33}" type="datetimeFigureOut">
              <a:rPr lang="en-IN" smtClean="0"/>
              <a:t>19-11-2025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63A46BF-3DB7-4E53-F70A-8A350A87EBE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1EF4619-4195-1403-2795-C995BAAEFC2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BD73F9D-101A-46EF-A385-23577B77645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9338719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B6605C-77AB-8A96-5318-79EB23A9E73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0"/>
            <a:ext cx="10668000" cy="2903621"/>
          </a:xfrm>
        </p:spPr>
        <p:txBody>
          <a:bodyPr>
            <a:normAutofit/>
          </a:bodyPr>
          <a:lstStyle/>
          <a:p>
            <a:r>
              <a:rPr lang="en-IN" b="1" dirty="0"/>
              <a:t>Python Programming Tool — GitHub</a:t>
            </a:r>
            <a:br>
              <a:rPr lang="en-IN" b="1" dirty="0"/>
            </a:br>
            <a:endParaRPr lang="en-IN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A482041-C4AF-CF40-4E8D-69F3A2495B1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56674" y="1844842"/>
            <a:ext cx="10411326" cy="5013158"/>
          </a:xfrm>
        </p:spPr>
        <p:txBody>
          <a:bodyPr>
            <a:normAutofit/>
          </a:bodyPr>
          <a:lstStyle/>
          <a:p>
            <a:pPr algn="l"/>
            <a:r>
              <a:rPr lang="en-IN" b="1" dirty="0"/>
              <a:t>1. What is GitHub?</a:t>
            </a:r>
          </a:p>
          <a:p>
            <a:pPr algn="l"/>
            <a:r>
              <a:rPr lang="en-IN" b="1" dirty="0"/>
              <a:t>What:</a:t>
            </a:r>
            <a:br>
              <a:rPr lang="en-IN" dirty="0"/>
            </a:br>
            <a:r>
              <a:rPr lang="en-IN" dirty="0"/>
              <a:t>GitHub is a cloud platform for hosting code using Git version control.</a:t>
            </a:r>
          </a:p>
          <a:p>
            <a:pPr algn="l"/>
            <a:r>
              <a:rPr lang="en-IN" b="1" dirty="0"/>
              <a:t>Why:</a:t>
            </a:r>
            <a:endParaRPr lang="en-IN" dirty="0"/>
          </a:p>
          <a:p>
            <a:pPr algn="l"/>
            <a:r>
              <a:rPr lang="en-IN" dirty="0"/>
              <a:t>Keeps all your project versions safe</a:t>
            </a:r>
          </a:p>
          <a:p>
            <a:pPr algn="l"/>
            <a:r>
              <a:rPr lang="en-IN" dirty="0"/>
              <a:t>Helps teams collaborate</a:t>
            </a:r>
          </a:p>
          <a:p>
            <a:pPr algn="l"/>
            <a:r>
              <a:rPr lang="en-IN" dirty="0"/>
              <a:t>Supports CI/CD, issue tracking, documentation</a:t>
            </a:r>
          </a:p>
          <a:p>
            <a:pPr algn="l"/>
            <a:r>
              <a:rPr lang="en-IN" dirty="0"/>
              <a:t>Integrates with </a:t>
            </a:r>
            <a:r>
              <a:rPr lang="en-IN" dirty="0" err="1"/>
              <a:t>VSCode</a:t>
            </a:r>
            <a:r>
              <a:rPr lang="en-IN" dirty="0"/>
              <a:t>, PyCharm, </a:t>
            </a:r>
            <a:r>
              <a:rPr lang="en-IN" dirty="0" err="1"/>
              <a:t>Jupyter</a:t>
            </a:r>
            <a:r>
              <a:rPr lang="en-IN" dirty="0"/>
              <a:t>, etc.</a:t>
            </a:r>
          </a:p>
          <a:p>
            <a:pPr algn="l"/>
            <a:r>
              <a:rPr lang="en-IN" b="1" dirty="0"/>
              <a:t>How:</a:t>
            </a:r>
            <a:br>
              <a:rPr lang="en-IN" dirty="0"/>
            </a:br>
            <a:r>
              <a:rPr lang="en-IN" dirty="0"/>
              <a:t>Push your code → store in repositories → collaborate with branches &amp; pull requests.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62846160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F94DC4-AE55-D6F9-1EA4-2CFC8F88C0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2. Key Concepts in GitHub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63DE4CE-AD17-F2DF-DD8A-203BC03069E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IN" b="1" dirty="0"/>
              <a:t>Repository (repo)</a:t>
            </a:r>
            <a:r>
              <a:rPr lang="en-IN" dirty="0"/>
              <a:t> → Folder that stores your code online</a:t>
            </a:r>
            <a:br>
              <a:rPr lang="en-IN" dirty="0"/>
            </a:br>
            <a:r>
              <a:rPr lang="en-IN" b="1" dirty="0"/>
              <a:t>Commit</a:t>
            </a:r>
            <a:r>
              <a:rPr lang="en-IN" dirty="0"/>
              <a:t> → A saved change</a:t>
            </a:r>
            <a:br>
              <a:rPr lang="en-IN" dirty="0"/>
            </a:br>
            <a:r>
              <a:rPr lang="en-IN" b="1" dirty="0"/>
              <a:t>Branch</a:t>
            </a:r>
            <a:r>
              <a:rPr lang="en-IN" dirty="0"/>
              <a:t> → A separate development line</a:t>
            </a:r>
            <a:br>
              <a:rPr lang="en-IN" dirty="0"/>
            </a:br>
            <a:r>
              <a:rPr lang="en-IN" b="1" dirty="0"/>
              <a:t>Pull Request (PR)</a:t>
            </a:r>
            <a:r>
              <a:rPr lang="en-IN" dirty="0"/>
              <a:t> → Asking to merge changes</a:t>
            </a:r>
            <a:br>
              <a:rPr lang="en-IN" dirty="0"/>
            </a:br>
            <a:r>
              <a:rPr lang="en-IN" b="1" dirty="0"/>
              <a:t>Merge</a:t>
            </a:r>
            <a:r>
              <a:rPr lang="en-IN" dirty="0"/>
              <a:t> → Bringing code to main branch</a:t>
            </a:r>
            <a:br>
              <a:rPr lang="en-IN" dirty="0"/>
            </a:br>
            <a:r>
              <a:rPr lang="en-IN" b="1" dirty="0"/>
              <a:t>Clone</a:t>
            </a:r>
            <a:r>
              <a:rPr lang="en-IN" dirty="0"/>
              <a:t> → Copy repo to your machine</a:t>
            </a:r>
            <a:br>
              <a:rPr lang="en-IN" dirty="0"/>
            </a:br>
            <a:r>
              <a:rPr lang="en-IN" b="1" dirty="0"/>
              <a:t>Push &amp; Pull</a:t>
            </a:r>
            <a:r>
              <a:rPr lang="en-IN" dirty="0"/>
              <a:t> → Sync changes with GitHub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65831498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891F5E-C7DA-D4A0-327B-22E15FB6DF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3. Why Developers Use GitHub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0723A1A-00DB-E613-5820-48655017BCD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Backup of all code</a:t>
            </a:r>
          </a:p>
          <a:p>
            <a:r>
              <a:rPr lang="en-US" dirty="0"/>
              <a:t>Track every change</a:t>
            </a:r>
          </a:p>
          <a:p>
            <a:r>
              <a:rPr lang="en-US" dirty="0"/>
              <a:t>Team collaboration</a:t>
            </a:r>
          </a:p>
          <a:p>
            <a:r>
              <a:rPr lang="en-US" dirty="0"/>
              <a:t>Version control</a:t>
            </a:r>
          </a:p>
          <a:p>
            <a:r>
              <a:rPr lang="en-US" dirty="0"/>
              <a:t>CI/CD automation</a:t>
            </a:r>
          </a:p>
          <a:p>
            <a:r>
              <a:rPr lang="en-US" dirty="0"/>
              <a:t>Open-source contributions</a:t>
            </a:r>
          </a:p>
          <a:p>
            <a:r>
              <a:rPr lang="en-US" dirty="0"/>
              <a:t>Seamless DevOps workflow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86136916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680FB6-3D7B-158F-7C55-BF7A47EF69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Git + GitHub Workflow (Simple)</a:t>
            </a:r>
            <a:br>
              <a:rPr lang="en-IN" b="1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C170144-73FC-7DA3-1B1A-8CCDD8C9139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Clone repo</a:t>
            </a:r>
          </a:p>
          <a:p>
            <a:r>
              <a:rPr lang="en-US" dirty="0"/>
              <a:t>Create branch</a:t>
            </a:r>
          </a:p>
          <a:p>
            <a:r>
              <a:rPr lang="en-US" dirty="0"/>
              <a:t>Make changes</a:t>
            </a:r>
          </a:p>
          <a:p>
            <a:r>
              <a:rPr lang="en-US" dirty="0"/>
              <a:t>Commit changes</a:t>
            </a:r>
          </a:p>
          <a:p>
            <a:r>
              <a:rPr lang="en-US" dirty="0"/>
              <a:t>Push branch</a:t>
            </a:r>
          </a:p>
          <a:p>
            <a:r>
              <a:rPr lang="en-US" dirty="0"/>
              <a:t>Create Pull Request</a:t>
            </a:r>
          </a:p>
          <a:p>
            <a:r>
              <a:rPr lang="en-US" dirty="0"/>
              <a:t>Review &amp; Merge</a:t>
            </a:r>
          </a:p>
          <a:p>
            <a:r>
              <a:rPr lang="en-US" dirty="0"/>
              <a:t>Main branch updated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03540332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7C0053-9D00-0900-2BFF-8A03833C3D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GitHub for Python Developers</a:t>
            </a:r>
            <a:br>
              <a:rPr lang="en-IN" b="1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BB2C438-E7C4-422D-6933-7A5D30BD4A9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Store .</a:t>
            </a:r>
            <a:r>
              <a:rPr lang="en-IN" dirty="0" err="1"/>
              <a:t>py</a:t>
            </a:r>
            <a:r>
              <a:rPr lang="en-IN" dirty="0"/>
              <a:t> scripts, notebooks</a:t>
            </a:r>
          </a:p>
          <a:p>
            <a:r>
              <a:rPr lang="en-IN" dirty="0"/>
              <a:t>Share modules, tools, packages</a:t>
            </a:r>
          </a:p>
          <a:p>
            <a:r>
              <a:rPr lang="en-IN" dirty="0"/>
              <a:t>Host ML models and datasets</a:t>
            </a:r>
          </a:p>
          <a:p>
            <a:r>
              <a:rPr lang="en-IN" dirty="0"/>
              <a:t>Track ETL pipelines</a:t>
            </a:r>
          </a:p>
          <a:p>
            <a:r>
              <a:rPr lang="en-IN" dirty="0"/>
              <a:t>Use GitHub Actions for automation</a:t>
            </a:r>
          </a:p>
          <a:p>
            <a:r>
              <a:rPr lang="en-IN" dirty="0"/>
              <a:t>Publish Python packages</a:t>
            </a:r>
          </a:p>
          <a:p>
            <a:r>
              <a:rPr lang="en-IN" dirty="0"/>
              <a:t>Maintain documentation (README.md)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03779898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BF32D1-EAF8-AD9F-2A64-CD562074FB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GitHub Desktop &amp; GitHub CLI</a:t>
            </a:r>
            <a:br>
              <a:rPr lang="en-IN" b="1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1046280-EA7B-BFBE-85C9-3D20A27F687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GitHub offers tools to simplify workflow:</a:t>
            </a:r>
          </a:p>
          <a:p>
            <a:r>
              <a:rPr lang="en-IN" b="1" dirty="0"/>
              <a:t>GitHub Desktop</a:t>
            </a:r>
            <a:r>
              <a:rPr lang="en-IN" dirty="0"/>
              <a:t> → UI for beginners</a:t>
            </a:r>
          </a:p>
          <a:p>
            <a:r>
              <a:rPr lang="en-IN" b="1" dirty="0"/>
              <a:t>GitHub CLI</a:t>
            </a:r>
            <a:r>
              <a:rPr lang="en-IN" dirty="0"/>
              <a:t> → Command-line interaction</a:t>
            </a:r>
          </a:p>
          <a:p>
            <a:r>
              <a:rPr lang="en-IN" b="1" dirty="0"/>
              <a:t>GitHub Actions</a:t>
            </a:r>
            <a:r>
              <a:rPr lang="en-IN" dirty="0"/>
              <a:t> → CI/CD automation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30345596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0AAE67-4C03-89CB-688B-4DACF85188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GitHub Branching Strategy</a:t>
            </a:r>
            <a:br>
              <a:rPr lang="en-IN" b="1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881A8B1-9AAF-1997-9E1A-D55CF8BC1EE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Common strategies:</a:t>
            </a:r>
          </a:p>
          <a:p>
            <a:r>
              <a:rPr lang="en-US" b="1" dirty="0"/>
              <a:t>Feature Branching</a:t>
            </a:r>
            <a:endParaRPr lang="en-US" dirty="0"/>
          </a:p>
          <a:p>
            <a:r>
              <a:rPr lang="en-US" b="1" dirty="0"/>
              <a:t>Git Flow</a:t>
            </a:r>
            <a:endParaRPr lang="en-US" dirty="0"/>
          </a:p>
          <a:p>
            <a:r>
              <a:rPr lang="en-US" b="1" dirty="0"/>
              <a:t>Trunk-Based Development</a:t>
            </a:r>
            <a:endParaRPr lang="en-US" dirty="0"/>
          </a:p>
          <a:p>
            <a:r>
              <a:rPr lang="en-US" dirty="0"/>
              <a:t>Why needed:</a:t>
            </a:r>
            <a:br>
              <a:rPr lang="en-US" dirty="0"/>
            </a:br>
            <a:r>
              <a:rPr lang="en-US" dirty="0"/>
              <a:t>Keeps development controlled, avoids breaking main code.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58068756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A955BA-C4B0-12B2-342F-C43E82CDB1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Issues &amp; Project Boards</a:t>
            </a:r>
            <a:br>
              <a:rPr lang="en-IN" b="1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014E769-46DA-969D-2632-CB8D0ADB116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GitHub helps with:</a:t>
            </a:r>
          </a:p>
          <a:p>
            <a:r>
              <a:rPr lang="en-US" dirty="0"/>
              <a:t>Bug tracking</a:t>
            </a:r>
          </a:p>
          <a:p>
            <a:r>
              <a:rPr lang="en-US" dirty="0"/>
              <a:t>Feature requests</a:t>
            </a:r>
          </a:p>
          <a:p>
            <a:r>
              <a:rPr lang="en-US" dirty="0"/>
              <a:t>Sprint planning</a:t>
            </a:r>
          </a:p>
          <a:p>
            <a:r>
              <a:rPr lang="en-US" dirty="0"/>
              <a:t>Kanban boards</a:t>
            </a:r>
          </a:p>
          <a:p>
            <a:r>
              <a:rPr lang="en-US" dirty="0"/>
              <a:t>Ideal for team planning and task management.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68530832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78AC2D-6379-D577-AA31-781AD4D12F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Security &amp; Access Control</a:t>
            </a:r>
            <a:br>
              <a:rPr lang="en-IN" b="1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CB76AAC-055E-B09A-ED92-74EEE26459A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GitHub supports:</a:t>
            </a:r>
          </a:p>
          <a:p>
            <a:r>
              <a:rPr lang="en-IN" dirty="0"/>
              <a:t>Private vs public repos</a:t>
            </a:r>
          </a:p>
          <a:p>
            <a:r>
              <a:rPr lang="en-IN" dirty="0"/>
              <a:t>Branch protection</a:t>
            </a:r>
          </a:p>
          <a:p>
            <a:r>
              <a:rPr lang="en-IN" dirty="0"/>
              <a:t>Role-based access</a:t>
            </a:r>
          </a:p>
          <a:p>
            <a:r>
              <a:rPr lang="en-IN" dirty="0"/>
              <a:t>Secret management (API keys)</a:t>
            </a:r>
          </a:p>
          <a:p>
            <a:r>
              <a:rPr lang="en-IN" dirty="0"/>
              <a:t>Code scanning for vulnerabilities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58621558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4C7DD9-71A6-3C87-AB6B-5FFD101C91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Summary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5057111-21D5-FB72-85CC-C9E6A89025C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GitHub = Code storage + Version control + Collaboration</a:t>
            </a:r>
          </a:p>
          <a:p>
            <a:r>
              <a:rPr lang="en-US" dirty="0"/>
              <a:t>Essential for Python, Data Engineering, DevOps</a:t>
            </a:r>
          </a:p>
          <a:p>
            <a:r>
              <a:rPr lang="en-US" dirty="0"/>
              <a:t>Helps teams work together smoothly</a:t>
            </a:r>
          </a:p>
          <a:p>
            <a:r>
              <a:rPr lang="en-US" dirty="0"/>
              <a:t>Supports automation, security, CI/CD</a:t>
            </a:r>
          </a:p>
          <a:p>
            <a:r>
              <a:rPr lang="en-US"/>
              <a:t>Must-have skill for industry roles</a:t>
            </a:r>
          </a:p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7340574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379</Words>
  <Application>Microsoft Office PowerPoint</Application>
  <PresentationFormat>Widescreen</PresentationFormat>
  <Paragraphs>67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Arial</vt:lpstr>
      <vt:lpstr>Calibri</vt:lpstr>
      <vt:lpstr>Calibri Light</vt:lpstr>
      <vt:lpstr>Office Theme</vt:lpstr>
      <vt:lpstr>Python Programming Tool — GitHub </vt:lpstr>
      <vt:lpstr>2. Key Concepts in GitHub</vt:lpstr>
      <vt:lpstr>3. Why Developers Use GitHub</vt:lpstr>
      <vt:lpstr>Git + GitHub Workflow (Simple) </vt:lpstr>
      <vt:lpstr>GitHub for Python Developers </vt:lpstr>
      <vt:lpstr>GitHub Desktop &amp; GitHub CLI </vt:lpstr>
      <vt:lpstr>GitHub Branching Strategy </vt:lpstr>
      <vt:lpstr>Issues &amp; Project Boards </vt:lpstr>
      <vt:lpstr>Security &amp; Access Control </vt:lpstr>
      <vt:lpstr>Summary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Rahamatunnisa Abdul</dc:creator>
  <cp:lastModifiedBy>Rahamatunnisa Abdul</cp:lastModifiedBy>
  <cp:revision>1</cp:revision>
  <dcterms:created xsi:type="dcterms:W3CDTF">2025-11-19T06:08:27Z</dcterms:created>
  <dcterms:modified xsi:type="dcterms:W3CDTF">2025-11-19T06:08:49Z</dcterms:modified>
</cp:coreProperties>
</file>