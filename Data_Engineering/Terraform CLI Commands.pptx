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C6709-52D7-BA3E-CA52-FB7F24736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0F5535-4434-9AA6-83C1-3DAA60DC85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9789A-C821-10DF-6553-F15774D0F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16A6A-8561-484E-885F-F9F7EA08331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BDAB9-E1A1-6B9E-CAE9-2553B3C18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666CD-6DD0-4B29-8EBC-E4C082CDF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4E85C-12A5-46F1-985C-2BA91E335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21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0850C-7A4F-2A59-4168-74F95FD09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E8AE1-F0FB-CCE4-77C8-D561FED99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A34C9-73AB-3D50-4035-AF645B3D5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16A6A-8561-484E-885F-F9F7EA08331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9FCE0-9581-DD00-903C-CD24CB62A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387CB-376D-1A18-A8B9-9F1EA8E7D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4E85C-12A5-46F1-985C-2BA91E335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624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A414F-B189-272A-A8A7-1DF9797BA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21D97-3ED0-C40F-3242-3FE83B368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85A2C-A957-B15B-3833-ECE63B01F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16A6A-8561-484E-885F-F9F7EA08331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FA458-8718-C191-CDE4-5008AE6F8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E50BB-CC63-02E0-D40C-83E9B6E6E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4E85C-12A5-46F1-985C-2BA91E335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167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57AD5-7663-2058-1D34-C2F09674F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4A81C-AF7D-4C5F-2D90-FE15AF7887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AA832E-501C-AE5F-945C-400DC9025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212FD-C663-A930-FDBE-1FC4BC025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16A6A-8561-484E-885F-F9F7EA08331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7574A-1B66-A6C3-7630-9E171E35C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76BA88-42C0-F460-75AF-ED8F0D662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4E85C-12A5-46F1-985C-2BA91E335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029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13A7-5B23-E641-4427-37650EFF5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698CD-2F62-007F-B0F9-AFFABE99C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CF8BCB-20D7-084E-EEF6-7E11A43CD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3ED6C4-26F3-B2B5-F21C-D1B1F54E1E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380AFE-D4D1-145D-F698-57945A5CC9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23321A-1B79-C959-F5D9-C677B17DD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16A6A-8561-484E-885F-F9F7EA08331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3788C1-0A81-07C6-2C65-F34CE712C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F32BF2-D7DC-8882-85C1-E24E8F86B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4E85C-12A5-46F1-985C-2BA91E335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569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BB07-2C85-8F0B-ED6D-F35291BFB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F47EE-49CE-7058-7300-DA335AFD0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16A6A-8561-484E-885F-F9F7EA08331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4B86D0-79FC-E5E0-EB50-D4C51ABAC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AB17D-1564-BACE-9B98-9154D904A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4E85C-12A5-46F1-985C-2BA91E335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620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16162-85F9-6E15-07FD-6D799E074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16A6A-8561-484E-885F-F9F7EA08331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144289-3995-A350-D12E-EF7332A8D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F03EC-7BC4-D5EA-407B-9749559A4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4E85C-12A5-46F1-985C-2BA91E335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231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1893D-A0F1-B890-2A33-D4A89D19E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03401-10FD-BFD7-B64D-F59B5C762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B8FE68-ED0A-B4CB-E22F-4C473B288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8DC454-0276-96B2-D779-641FD408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16A6A-8561-484E-885F-F9F7EA08331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10DEC-455A-2823-8118-B905AA67D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79936-3DA0-13ED-4A92-6F06F696D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4E85C-12A5-46F1-985C-2BA91E335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200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9EC1D-DCC9-CFA6-8F1B-D0D73D663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2A0940-8D09-3690-8235-4AD30912F1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FF2CCA-739A-F839-A625-3125BB690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9BDAC-017E-DD6A-E00A-A4043C292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16A6A-8561-484E-885F-F9F7EA08331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A14A8-34E5-33B1-4371-A7047FAE4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DE36A-9D38-A1B9-A8FA-E7CFED595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4E85C-12A5-46F1-985C-2BA91E335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99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77375-BA29-913C-8D86-A29917F51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AFADFC-381A-6A36-1E02-4D7214EF9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C2EEF-6B5C-3642-47FB-E32DC943F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16A6A-8561-484E-885F-F9F7EA08331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8EC50-ABD8-E530-A88A-6904FE670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71E95-A620-FE41-5586-2C3B5700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4E85C-12A5-46F1-985C-2BA91E335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53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50E421-5E20-E595-B0BA-27B0DA3478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732360-F444-6217-5E4A-E0FD15F44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60D19-7FA5-C09F-F6E2-8E3DFDBED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16A6A-8561-484E-885F-F9F7EA08331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2FBF2-EC61-F51C-DA14-A4EE24516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45495-0E5B-02AB-0692-48D6557E7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4E85C-12A5-46F1-985C-2BA91E335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283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CAC78E-9BE3-4A35-9618-C61024A14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D0A86-0DBF-BF2B-9E45-EBAC805D2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4EA47-8D70-F0A4-5FB6-EFC8BD150A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16A6A-8561-484E-885F-F9F7EA08331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804D3-92A4-A4FA-4DC4-E9885E48F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BECE5-A144-0114-41EB-C8FB25A1C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4E85C-12A5-46F1-985C-2BA91E335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963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46DAF-1E30-9286-57E0-B84A008A9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7116" y="224589"/>
            <a:ext cx="9480884" cy="1235243"/>
          </a:xfrm>
        </p:spPr>
        <p:txBody>
          <a:bodyPr/>
          <a:lstStyle/>
          <a:p>
            <a:r>
              <a:rPr lang="en-IN" dirty="0"/>
              <a:t>Terraform CLI Commands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7D30F-C2F4-DF64-88BC-32CE76027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0021" y="1459832"/>
            <a:ext cx="9897979" cy="379796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Are Terraform CLI Commands? (WHAT)</a:t>
            </a:r>
          </a:p>
          <a:p>
            <a:pPr algn="l"/>
            <a:r>
              <a:rPr lang="en-US" dirty="0"/>
              <a:t>Terraform CLI commands are the </a:t>
            </a:r>
            <a:r>
              <a:rPr lang="en-US" b="1" dirty="0"/>
              <a:t>core operations</a:t>
            </a:r>
            <a:r>
              <a:rPr lang="en-US" dirty="0"/>
              <a:t> used to initialize, plan, apply, validate, and destroy infrastructure.</a:t>
            </a:r>
          </a:p>
          <a:p>
            <a:pPr algn="l"/>
            <a:r>
              <a:rPr lang="en-US" dirty="0"/>
              <a:t>They control the full lifecycle of Terraform configurations.</a:t>
            </a:r>
          </a:p>
          <a:p>
            <a:pPr algn="l"/>
            <a:r>
              <a:rPr lang="en-US" dirty="0"/>
              <a:t>Executed through the command line (terraform &lt;command&gt;).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2583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C2D3B-BA39-4970-1F66-A2F88EFFC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CLI Commands Are Important? (WHY)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95085-2EEB-EC7B-9A42-6C3163213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 full control over provisioning.</a:t>
            </a:r>
          </a:p>
          <a:p>
            <a:r>
              <a:rPr lang="en-US" dirty="0"/>
              <a:t>Help validate code before deployment.</a:t>
            </a:r>
          </a:p>
          <a:p>
            <a:r>
              <a:rPr lang="en-US" dirty="0"/>
              <a:t>Show changes before applying them.</a:t>
            </a:r>
          </a:p>
          <a:p>
            <a:r>
              <a:rPr lang="en-US" dirty="0"/>
              <a:t>Enable automation in CI/CD pipelines.</a:t>
            </a:r>
          </a:p>
          <a:p>
            <a:r>
              <a:rPr lang="en-US" dirty="0"/>
              <a:t>Make infrastructure predictable and auditable.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6163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41BAA-D34F-EFD3-8130-7C608E253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CLI Commands Work? (HOW)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99F36-7ADE-B29D-9716-C77F4AC59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Terraform reads all .</a:t>
            </a:r>
            <a:r>
              <a:rPr lang="en-US" dirty="0" err="1"/>
              <a:t>tf</a:t>
            </a:r>
            <a:r>
              <a:rPr lang="en-US" dirty="0"/>
              <a:t> files in the folder.</a:t>
            </a:r>
          </a:p>
          <a:p>
            <a:r>
              <a:rPr lang="en-US" dirty="0"/>
              <a:t>Based on the command, Terraform either:</a:t>
            </a:r>
          </a:p>
          <a:p>
            <a:pPr lvl="1"/>
            <a:r>
              <a:rPr lang="en-US" dirty="0"/>
              <a:t>Initializes working directory</a:t>
            </a:r>
          </a:p>
          <a:p>
            <a:pPr lvl="1"/>
            <a:r>
              <a:rPr lang="en-US" dirty="0"/>
              <a:t>Downloads providers</a:t>
            </a:r>
          </a:p>
          <a:p>
            <a:pPr lvl="1"/>
            <a:r>
              <a:rPr lang="en-US" dirty="0"/>
              <a:t>Generates execution plan</a:t>
            </a:r>
          </a:p>
          <a:p>
            <a:pPr lvl="1"/>
            <a:r>
              <a:rPr lang="en-US" dirty="0"/>
              <a:t>Applies infrastructure changes</a:t>
            </a:r>
          </a:p>
          <a:p>
            <a:pPr lvl="1"/>
            <a:r>
              <a:rPr lang="en-US" dirty="0"/>
              <a:t>Updates state file</a:t>
            </a:r>
          </a:p>
          <a:p>
            <a:r>
              <a:rPr lang="en-US" dirty="0"/>
              <a:t>Results are printed in the terminal.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2270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056BC-0FB8-50C4-974C-B9762C383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Command: terraform </a:t>
            </a:r>
            <a:r>
              <a:rPr lang="en-US" b="1" dirty="0" err="1"/>
              <a:t>init</a:t>
            </a:r>
            <a:r>
              <a:rPr lang="en-US" b="1" dirty="0"/>
              <a:t> (WHAT)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61DC0-DCC0-F1EE-B31F-7103AA7A1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Initializes the working directory.</a:t>
            </a:r>
          </a:p>
          <a:p>
            <a:r>
              <a:rPr lang="en-US" dirty="0"/>
              <a:t>Downloads provider plugins.</a:t>
            </a:r>
          </a:p>
          <a:p>
            <a:r>
              <a:rPr lang="en-US" dirty="0"/>
              <a:t>Configures the backend (remote state).</a:t>
            </a:r>
          </a:p>
          <a:p>
            <a:r>
              <a:rPr lang="en-US" dirty="0"/>
              <a:t>Must be run </a:t>
            </a:r>
            <a:r>
              <a:rPr lang="en-US" b="1" dirty="0"/>
              <a:t>before any other command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074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5A229-0F09-05F7-EE96-D92523AC0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Command: terraform plan (WHAT)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6B992-EC50-EF8F-17DB-501EF8903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Shows </a:t>
            </a:r>
            <a:r>
              <a:rPr lang="en-US" b="1" dirty="0"/>
              <a:t>what Terraform will do</a:t>
            </a:r>
            <a:r>
              <a:rPr lang="en-US" dirty="0"/>
              <a:t> before making changes.</a:t>
            </a:r>
          </a:p>
          <a:p>
            <a:r>
              <a:rPr lang="en-US" dirty="0"/>
              <a:t>Compares desired configuration ↔ current state.</a:t>
            </a:r>
          </a:p>
          <a:p>
            <a:r>
              <a:rPr lang="en-US" dirty="0"/>
              <a:t>Helps detect:</a:t>
            </a:r>
          </a:p>
          <a:p>
            <a:pPr lvl="1"/>
            <a:r>
              <a:rPr lang="en-US" dirty="0"/>
              <a:t>Resource additions</a:t>
            </a:r>
          </a:p>
          <a:p>
            <a:pPr lvl="1"/>
            <a:r>
              <a:rPr lang="en-US" dirty="0"/>
              <a:t>Updates</a:t>
            </a:r>
          </a:p>
          <a:p>
            <a:pPr lvl="1"/>
            <a:r>
              <a:rPr lang="en-US" dirty="0"/>
              <a:t>Deletions</a:t>
            </a:r>
          </a:p>
          <a:p>
            <a:r>
              <a:rPr lang="en-US" dirty="0"/>
              <a:t>Prevents accidental infrastructure changes.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0513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D35C8-9453-A663-F82C-116E26E04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Command: terraform apply (HOW)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70F42-CE28-2DDE-1DBD-4DA396DA7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Executes the actions planned in terraform plan.</a:t>
            </a:r>
          </a:p>
          <a:p>
            <a:r>
              <a:rPr lang="en-US" dirty="0"/>
              <a:t>Creates, updates, or deletes resources.</a:t>
            </a:r>
          </a:p>
          <a:p>
            <a:r>
              <a:rPr lang="en-US" dirty="0"/>
              <a:t>Updates the .</a:t>
            </a:r>
            <a:r>
              <a:rPr lang="en-US" dirty="0" err="1"/>
              <a:t>tfstate</a:t>
            </a:r>
            <a:r>
              <a:rPr lang="en-US" dirty="0"/>
              <a:t> file.</a:t>
            </a:r>
          </a:p>
          <a:p>
            <a:r>
              <a:rPr lang="en-US" dirty="0"/>
              <a:t>Produces output values after completion.</a:t>
            </a:r>
          </a:p>
          <a:p>
            <a:r>
              <a:rPr lang="en-US" dirty="0"/>
              <a:t>Supports automation via -auto-approve.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350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2CFA4-779C-CC20-5B98-FB03966B9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Other Important Commands (WHAT)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F41BB-1A6E-1828-778B-529B66DCB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terraform destroy</a:t>
            </a:r>
            <a:endParaRPr lang="en-IN" dirty="0"/>
          </a:p>
          <a:p>
            <a:pPr lvl="1"/>
            <a:r>
              <a:rPr lang="en-IN" dirty="0"/>
              <a:t>Removes all managed resources.</a:t>
            </a:r>
          </a:p>
          <a:p>
            <a:r>
              <a:rPr lang="en-IN" b="1" dirty="0"/>
              <a:t>terraform validate</a:t>
            </a:r>
            <a:endParaRPr lang="en-IN" dirty="0"/>
          </a:p>
          <a:p>
            <a:pPr lvl="1"/>
            <a:r>
              <a:rPr lang="en-IN" dirty="0"/>
              <a:t>Syntax check for .</a:t>
            </a:r>
            <a:r>
              <a:rPr lang="en-IN" dirty="0" err="1"/>
              <a:t>tf</a:t>
            </a:r>
            <a:r>
              <a:rPr lang="en-IN" dirty="0"/>
              <a:t> files.</a:t>
            </a:r>
          </a:p>
          <a:p>
            <a:r>
              <a:rPr lang="en-IN" b="1" dirty="0"/>
              <a:t>terraform </a:t>
            </a:r>
            <a:r>
              <a:rPr lang="en-IN" b="1" dirty="0" err="1"/>
              <a:t>fmt</a:t>
            </a:r>
            <a:endParaRPr lang="en-IN" dirty="0"/>
          </a:p>
          <a:p>
            <a:pPr lvl="1"/>
            <a:r>
              <a:rPr lang="en-IN" dirty="0"/>
              <a:t>Auto-formats Terraform code.</a:t>
            </a:r>
          </a:p>
          <a:p>
            <a:r>
              <a:rPr lang="en-IN" b="1" dirty="0"/>
              <a:t>terraform refresh</a:t>
            </a:r>
            <a:endParaRPr lang="en-IN" dirty="0"/>
          </a:p>
          <a:p>
            <a:pPr lvl="1"/>
            <a:r>
              <a:rPr lang="en-IN" dirty="0"/>
              <a:t>Updates state file with real cloud data.</a:t>
            </a:r>
          </a:p>
          <a:p>
            <a:r>
              <a:rPr lang="en-IN" b="1" dirty="0"/>
              <a:t>terraform output</a:t>
            </a:r>
            <a:endParaRPr lang="en-IN" dirty="0"/>
          </a:p>
          <a:p>
            <a:pPr lvl="1"/>
            <a:r>
              <a:rPr lang="en-IN" dirty="0"/>
              <a:t>Shows output values.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2942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DC50D-64CA-BF15-5C74-0980FBC4F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These Commands Matter?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258DA-A41C-C73B-0D3B-515F3E3AE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Ensure predictable infrastructure changes.</a:t>
            </a:r>
          </a:p>
          <a:p>
            <a:r>
              <a:rPr lang="en-US" dirty="0"/>
              <a:t>Reduce human errors through planning &amp; validation.</a:t>
            </a:r>
          </a:p>
          <a:p>
            <a:r>
              <a:rPr lang="en-US" dirty="0"/>
              <a:t>Improve teamwork and CI/CD workflows.</a:t>
            </a:r>
          </a:p>
          <a:p>
            <a:r>
              <a:rPr lang="en-US" dirty="0"/>
              <a:t>Build reliable, repeatable deployments.</a:t>
            </a:r>
          </a:p>
          <a:p>
            <a:r>
              <a:rPr lang="en-US" dirty="0"/>
              <a:t>Maintain clean and formatted </a:t>
            </a:r>
            <a:r>
              <a:rPr lang="en-US" dirty="0" err="1"/>
              <a:t>IaC</a:t>
            </a:r>
            <a:r>
              <a:rPr lang="en-US" dirty="0"/>
              <a:t> code.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5654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D4DD-F230-AEB8-66A0-F2E1902BB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E2485-97D5-32DA-B85C-60A6F9BB9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Terraform CLI commands manage the full </a:t>
            </a:r>
            <a:r>
              <a:rPr lang="en-US" dirty="0" err="1"/>
              <a:t>IaC</a:t>
            </a:r>
            <a:r>
              <a:rPr lang="en-US" dirty="0"/>
              <a:t> lifecycle.</a:t>
            </a:r>
          </a:p>
          <a:p>
            <a:r>
              <a:rPr lang="en-US" dirty="0" err="1"/>
              <a:t>init</a:t>
            </a:r>
            <a:r>
              <a:rPr lang="en-US" dirty="0"/>
              <a:t> → plan → apply → destroy forms the foundation.</a:t>
            </a:r>
          </a:p>
          <a:p>
            <a:r>
              <a:rPr lang="en-US"/>
              <a:t>Validation, formatting, and outputs help maintain clean, safe, scalable infrastructure.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94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Terraform CLI Commands</vt:lpstr>
      <vt:lpstr>Why CLI Commands Are Important? (WHY)</vt:lpstr>
      <vt:lpstr>How CLI Commands Work? (HOW)</vt:lpstr>
      <vt:lpstr>Key Command: terraform init (WHAT) </vt:lpstr>
      <vt:lpstr>Key Command: terraform plan (WHAT) </vt:lpstr>
      <vt:lpstr>Key Command: terraform apply (HOW) </vt:lpstr>
      <vt:lpstr>Other Important Commands (WHAT)</vt:lpstr>
      <vt:lpstr>Why These Commands Matter? (WHY)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2025-11-20T10:45:38Z</dcterms:created>
  <dcterms:modified xsi:type="dcterms:W3CDTF">2025-11-20T10:45:43Z</dcterms:modified>
</cp:coreProperties>
</file>