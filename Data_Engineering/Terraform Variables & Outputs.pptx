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A8AF-4A42-3FF6-448A-F26E6EA82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7D8AB-FEE6-DCB0-D283-933434C10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8303F-E424-43D1-4559-1CB2DF38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1707E-508D-F2AD-0357-34D75DB6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861EE-C560-F143-0F96-592DCC12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57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00B05-9158-E5DA-9FB7-659C75F0D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7BC87-13C3-FE4C-E731-2D8660A17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1CAB-3B02-8D92-48F9-6A94053E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27857-8130-D03E-FB45-3651101E6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78502-C03A-6D55-B64C-D146E7744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4034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3289-62F0-4CAE-A8F9-9D8D72D2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416E1-481B-EB98-C48C-B0E7F9377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61A0A-7BF5-976C-4E16-240C7275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9AE20-D5FA-ADF0-FA28-A3009734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5816B-FD91-73CA-54FD-03ABF78D8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2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972D-485F-640E-E223-102626DBF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66755-5F52-4B34-A8D5-3DE8BD3F6A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E2E59-E121-C0A8-EB76-9E80F5843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DF6F4-1B3D-761C-4903-28B48AC1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B5D7CB-5D80-25BC-8B25-7981AF1D7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CC09C-043A-1143-1999-21B02EDD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84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22BC-BAB4-F4B6-AE80-DEFCD90EF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E7D65-A86D-E522-2F24-6334DD10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916FB-4050-4163-ECE8-0A854B9D4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3B96B2-87B5-2A97-64F7-5053EEFFB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9B6FF-2BE1-02B4-CCDD-3267488F7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F67AA-C347-B914-8935-5435E37B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89B55-943F-5B23-76C1-45E08716B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950BB-03F3-730D-9C4E-241CFFC9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471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B595-130F-0193-A7BB-972034AB0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710F6-9BA9-B213-2006-9014234F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2041E-2F21-72AE-972C-9D5B7EF47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C7059-F71B-7B91-D206-71D73AEE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E8FFC-A5DD-B493-9049-E9A35102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23A59-3A44-9BDD-CC08-27DA122E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A9AF-F4D0-5347-8E19-A5713C42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42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7449-4600-FAB1-99F3-1BCC7526A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79DAE-B779-DE09-38F1-C9A321282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961CE-78EB-F22B-6E1C-83B733955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9A2AA-7A87-797B-3A12-D35AF391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3D59F-5FD4-AFD8-BC33-276A59F0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5FDD5-CA0D-23DA-4AEC-0D14C80B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505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3294-74F7-C4FE-A094-1E110EF8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24028-42DD-1A32-F25C-269CDE493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5E9FF-559D-AEE2-1B22-D37DBB883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2E815-6E7D-5C38-1BDB-5ADB29DD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B6714-CA81-2E98-BA7A-5E459045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2A4A7-4DFE-38C2-9DFD-10AB0882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785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3679-A6D8-7161-FB68-4378AF64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BE3C1-3754-838B-A4F8-9D0D01523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5797E-B8E1-F497-65F2-F5EAF306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34971-57B1-B502-19C7-665AE013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71C2D-669A-4A12-E011-866AB513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37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91184A-0F95-FBA0-9251-79FC5874B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29AB6-CCEA-DF08-C125-004064D80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37EC2-86F9-55A0-5F5C-F156C387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B3518-41FF-AA80-A518-030A5AE6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35158-2147-A725-B31B-A6B496411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645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841EE-82CA-1FDF-0088-3E8BB64A5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94237-9B1A-46C6-6D8C-9323C8675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89A28-7AD8-A1B3-3429-4F4BD7A4B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D6D12-2B54-4068-83A1-EDA28D17CF7D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53BC-28D4-4BD5-0EFF-669A4FDE91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AC6-E757-4177-5E4A-A30A258EB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B0318-95C8-4B90-AE2E-EDED38613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70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0661C-AD94-FFB4-F72F-B26C3CB00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5642" y="208547"/>
            <a:ext cx="10042358" cy="1655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Terraform: Variables &amp; Outputs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FEF07-FC6A-7B95-AE3C-BF89BE220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589" y="1379621"/>
            <a:ext cx="10443411" cy="387817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Are Variables? (WHAT)</a:t>
            </a:r>
          </a:p>
          <a:p>
            <a:pPr algn="l"/>
            <a:r>
              <a:rPr lang="en-US" dirty="0"/>
              <a:t>Variables are </a:t>
            </a:r>
            <a:r>
              <a:rPr lang="en-US" b="1" dirty="0"/>
              <a:t>dynamic input values</a:t>
            </a:r>
            <a:r>
              <a:rPr lang="en-US" dirty="0"/>
              <a:t> used in Terraform configurations.</a:t>
            </a:r>
          </a:p>
          <a:p>
            <a:pPr algn="l"/>
            <a:r>
              <a:rPr lang="en-US" dirty="0"/>
              <a:t>Allow you to parameterize resource definitions instead of hardcoding values.</a:t>
            </a:r>
          </a:p>
          <a:p>
            <a:pPr algn="l"/>
            <a:r>
              <a:rPr lang="en-US" dirty="0"/>
              <a:t>Defined using variable blocks in .</a:t>
            </a:r>
            <a:r>
              <a:rPr lang="en-US" dirty="0" err="1"/>
              <a:t>tf</a:t>
            </a:r>
            <a:r>
              <a:rPr lang="en-US" dirty="0"/>
              <a:t> files.</a:t>
            </a:r>
          </a:p>
          <a:p>
            <a:pPr algn="l"/>
            <a:r>
              <a:rPr lang="en-US" dirty="0"/>
              <a:t>Can accept strings, numbers, lists, maps, objects, and </a:t>
            </a:r>
            <a:r>
              <a:rPr lang="en-US" dirty="0" err="1"/>
              <a:t>booleans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063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9558-19FF-81CC-456B-0D61150A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Variables Are Important?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F586D-00F0-1DBF-2789-12076DD17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configurations </a:t>
            </a:r>
            <a:r>
              <a:rPr lang="en-US" b="1" dirty="0"/>
              <a:t>reusable</a:t>
            </a:r>
            <a:r>
              <a:rPr lang="en-US" dirty="0"/>
              <a:t> across Dev/QA/Prod.</a:t>
            </a:r>
          </a:p>
          <a:p>
            <a:r>
              <a:rPr lang="en-US" dirty="0"/>
              <a:t>Allow environment-based customization without code changes.</a:t>
            </a:r>
          </a:p>
          <a:p>
            <a:r>
              <a:rPr lang="en-US" dirty="0"/>
              <a:t>Improve readability, maintainability, and consistency.</a:t>
            </a:r>
          </a:p>
          <a:p>
            <a:r>
              <a:rPr lang="en-US" dirty="0"/>
              <a:t>Support team collaboration by centralizing configuration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733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7C37-ED15-DC62-D0AB-ECAE04C7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– How Variables Work (HOW)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3FADB-5F3B-2925-257C-91DC55B9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Define variables in variables.tf.</a:t>
            </a:r>
          </a:p>
          <a:p>
            <a:r>
              <a:rPr lang="en-IN" dirty="0"/>
              <a:t>Provide values via:</a:t>
            </a:r>
          </a:p>
          <a:p>
            <a:pPr lvl="1"/>
            <a:r>
              <a:rPr lang="en-IN" dirty="0" err="1"/>
              <a:t>terraform.tfvars</a:t>
            </a:r>
            <a:endParaRPr lang="en-IN" dirty="0"/>
          </a:p>
          <a:p>
            <a:pPr lvl="1"/>
            <a:r>
              <a:rPr lang="en-IN" dirty="0"/>
              <a:t>CLI (-var)</a:t>
            </a:r>
          </a:p>
          <a:p>
            <a:pPr lvl="1"/>
            <a:r>
              <a:rPr lang="en-IN" dirty="0"/>
              <a:t>Environment variables</a:t>
            </a:r>
          </a:p>
          <a:p>
            <a:r>
              <a:rPr lang="en-IN" dirty="0"/>
              <a:t>Terraform injects values during terraform plan and terraform apply.</a:t>
            </a:r>
          </a:p>
          <a:p>
            <a:r>
              <a:rPr lang="en-IN" dirty="0"/>
              <a:t>Resources use them dynamically via ${var.name} format.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367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7849B-CC2A-013E-D82C-34CCAA08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Outputs?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F639-6F4C-9607-1019-732EB5311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Outputs are </a:t>
            </a:r>
            <a:r>
              <a:rPr lang="en-US" b="1" dirty="0"/>
              <a:t>exported values</a:t>
            </a:r>
            <a:r>
              <a:rPr lang="en-US" dirty="0"/>
              <a:t> from a Terraform configuration.</a:t>
            </a:r>
          </a:p>
          <a:p>
            <a:r>
              <a:rPr lang="en-US" dirty="0"/>
              <a:t>Displayed in the CLI after terraform apply.</a:t>
            </a:r>
          </a:p>
          <a:p>
            <a:r>
              <a:rPr lang="en-US" dirty="0"/>
              <a:t>Used to pass values to:</a:t>
            </a:r>
          </a:p>
          <a:p>
            <a:pPr lvl="1"/>
            <a:r>
              <a:rPr lang="en-US" dirty="0"/>
              <a:t>Other Terraform modules</a:t>
            </a:r>
          </a:p>
          <a:p>
            <a:pPr lvl="1"/>
            <a:r>
              <a:rPr lang="en-US" dirty="0"/>
              <a:t>CI/CD pipelines</a:t>
            </a:r>
          </a:p>
          <a:p>
            <a:pPr lvl="1"/>
            <a:r>
              <a:rPr lang="en-US" dirty="0"/>
              <a:t>Developers</a:t>
            </a:r>
          </a:p>
          <a:p>
            <a:pPr lvl="1"/>
            <a:r>
              <a:rPr lang="en-US" dirty="0"/>
              <a:t>External scripts/tools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309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4BCDB-F223-71CB-7485-8D95593A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Outputs Are Useful?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24592-097C-BF16-DD39-3F797018C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important information after deployment:</a:t>
            </a:r>
          </a:p>
          <a:p>
            <a:pPr lvl="1"/>
            <a:r>
              <a:rPr lang="en-US" dirty="0"/>
              <a:t>IP addresses</a:t>
            </a:r>
          </a:p>
          <a:p>
            <a:pPr lvl="1"/>
            <a:r>
              <a:rPr lang="en-US" dirty="0"/>
              <a:t>ARNs</a:t>
            </a:r>
          </a:p>
          <a:p>
            <a:pPr lvl="1"/>
            <a:r>
              <a:rPr lang="en-US" dirty="0"/>
              <a:t>URLs</a:t>
            </a:r>
          </a:p>
          <a:p>
            <a:pPr lvl="1"/>
            <a:r>
              <a:rPr lang="en-US" dirty="0"/>
              <a:t>Resource IDs</a:t>
            </a:r>
          </a:p>
          <a:p>
            <a:r>
              <a:rPr lang="en-US" dirty="0"/>
              <a:t>Help other modules consume values.</a:t>
            </a:r>
          </a:p>
          <a:p>
            <a:r>
              <a:rPr lang="en-US" dirty="0"/>
              <a:t>Improve debugging and verification of deployed infrastructure.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36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B490-C452-7B94-764E-0D0EBF4B2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Outputs Work (HOW)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EC68E49-8530-B1D2-1DBB-C2664B216B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877911"/>
            <a:ext cx="1030442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outputs in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outputs.tf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 attributes from created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Terraform prints them after provisioning.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modules are used, outputs can be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passed across modules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outputs can be hidden using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sensitive = true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480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4A73-9E7D-B949-B360-3212A3E15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 Use Cases (WHAT)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BA07-A71F-32DB-0FD6-75E819975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 VPC ID to an EC2 module.</a:t>
            </a:r>
          </a:p>
          <a:p>
            <a:r>
              <a:rPr lang="en-US" dirty="0"/>
              <a:t>Share DB endpoint with application module.</a:t>
            </a:r>
          </a:p>
          <a:p>
            <a:r>
              <a:rPr lang="en-US" dirty="0"/>
              <a:t>Provide S3 bucket URL to developers.</a:t>
            </a:r>
          </a:p>
          <a:p>
            <a:r>
              <a:rPr lang="en-US" dirty="0"/>
              <a:t>Export Lambda function ARN for </a:t>
            </a:r>
            <a:r>
              <a:rPr lang="en-US" dirty="0" err="1"/>
              <a:t>EventBridge</a:t>
            </a:r>
            <a:r>
              <a:rPr lang="en-US" dirty="0"/>
              <a:t> triggers.</a:t>
            </a:r>
          </a:p>
          <a:p>
            <a:r>
              <a:rPr lang="en-US" dirty="0"/>
              <a:t>Print Load Balancer DNS after apply.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7425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06C9-7547-7D70-5E73-B65704245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Variables &amp; Outputs (WHY)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0786A-1237-6391-AA15-E0D187313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Highly modular infrastructure.</a:t>
            </a:r>
          </a:p>
          <a:p>
            <a:r>
              <a:rPr lang="en-IN" dirty="0"/>
              <a:t>No duplicated values → single source of truth.</a:t>
            </a:r>
          </a:p>
          <a:p>
            <a:r>
              <a:rPr lang="en-IN" dirty="0"/>
              <a:t>Safer code with fewer hardcoded secrets.</a:t>
            </a:r>
          </a:p>
          <a:p>
            <a:r>
              <a:rPr lang="en-IN" dirty="0"/>
              <a:t>Easier environment management (dev/stage/prod).</a:t>
            </a:r>
          </a:p>
          <a:p>
            <a:r>
              <a:rPr lang="en-IN" dirty="0"/>
              <a:t>Smooth integration with DevOps pipelines.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14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B92D-E33C-C6A6-3E4D-7360713E1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80B6-52C5-1F89-8066-53FB7CFD0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Variables</a:t>
            </a:r>
            <a:r>
              <a:rPr lang="en-US" dirty="0"/>
              <a:t> make Terraform dynamic and reusable.</a:t>
            </a:r>
          </a:p>
          <a:p>
            <a:r>
              <a:rPr lang="en-US" b="1" dirty="0"/>
              <a:t>Outputs</a:t>
            </a:r>
            <a:r>
              <a:rPr lang="en-US" dirty="0"/>
              <a:t> share essential deployed information with users, modules, and systems.</a:t>
            </a:r>
          </a:p>
          <a:p>
            <a:r>
              <a:rPr lang="en-US" dirty="0"/>
              <a:t>Together, they enable clean, modular, scalable </a:t>
            </a:r>
            <a:r>
              <a:rPr lang="en-US" dirty="0" err="1"/>
              <a:t>IaC</a:t>
            </a:r>
            <a:r>
              <a:rPr lang="en-US"/>
              <a:t>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48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Calibri</vt:lpstr>
      <vt:lpstr>Calibri Light</vt:lpstr>
      <vt:lpstr>Office Theme</vt:lpstr>
      <vt:lpstr>Terraform: Variables &amp; Outputs </vt:lpstr>
      <vt:lpstr>Why Variables Are Important? (WHY) </vt:lpstr>
      <vt:lpstr>– How Variables Work (HOW)</vt:lpstr>
      <vt:lpstr>What Are Outputs? (WHAT) </vt:lpstr>
      <vt:lpstr>Why Outputs Are Useful? (WHY) </vt:lpstr>
      <vt:lpstr>How Outputs Work (HOW)</vt:lpstr>
      <vt:lpstr>Real Use Cases (WHAT) </vt:lpstr>
      <vt:lpstr>Benefits of Variables &amp; Outputs (WHY)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2025-11-20T10:16:39Z</dcterms:created>
  <dcterms:modified xsi:type="dcterms:W3CDTF">2025-11-20T10:17:06Z</dcterms:modified>
</cp:coreProperties>
</file>