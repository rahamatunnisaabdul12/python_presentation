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5AF58-A5C5-2D9F-A4AE-C71810BC8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653393-6C02-8500-E59B-1464CBAA5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14796-F3E3-9A13-0E07-5A3257CB3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C92-E279-42F6-AA9B-DAD765C8575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7A63D-2798-8D25-4482-AC78C2592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60B06-2FBC-1E8D-9768-F937DA7DA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5CA5-1198-4743-9301-12E81986E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00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C43C9-D577-D0CA-1B11-649C6E851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D58D8-6D30-5C2B-C383-8A8B9F23C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11A0A-3FE8-B556-103E-C09D1C0D8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C92-E279-42F6-AA9B-DAD765C8575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01ACD-41E7-CF61-E5B5-2C6DEF0D3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1763B-7C4D-6F3F-0237-D65DF427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5CA5-1198-4743-9301-12E81986E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574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A96A9-2976-92E3-EEC9-EB12EE899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34B59-0645-A92A-5146-590BF8A11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4E59F-3E81-F8B4-6E44-73217FF38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C92-E279-42F6-AA9B-DAD765C8575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8160D-4A66-B7C4-52B1-07873D0FF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76228-63C9-5262-0022-A9762C01F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5CA5-1198-4743-9301-12E81986E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224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0DC99-D87A-2ECA-5D7B-4B8E103E2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60B87-76E1-A674-7858-6728010E0B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06EAA-A2A3-1BC5-9DCB-14D093E15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C25CB-E798-0B7C-7968-373391B9D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C92-E279-42F6-AA9B-DAD765C8575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6F72A-B90A-319B-3F91-AF8507D60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7C56D-2F15-BC54-7015-E7F876614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5CA5-1198-4743-9301-12E81986E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360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68EBE-BAD1-79D1-DF7B-37DEC2936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3E33B-C460-7410-C0F9-53A3252BF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03B7C-9ED5-5978-E20F-5A395C039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5085DD-8740-8C1E-03AF-F68395AD43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9FD212-A922-7C9B-613A-F480F59975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07BE6A-BD10-EEB5-1BA2-18793D5C8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C92-E279-42F6-AA9B-DAD765C8575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2468CC-5456-D301-591D-286C1C057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87E1C4-3526-ABC0-A406-EA93241EB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5CA5-1198-4743-9301-12E81986E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73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E853-B4C3-5CAE-4DC7-B3B29A899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DA8F2A-E114-17AD-88DE-129181F56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C92-E279-42F6-AA9B-DAD765C8575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991779-528B-329D-AE30-835F8C7C6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C87F4D-B606-AE15-0FF3-D614FC5D6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5CA5-1198-4743-9301-12E81986E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454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4FE49D-B7A2-E4EA-10C1-38CE0DBF2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C92-E279-42F6-AA9B-DAD765C8575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81BA19-534B-F668-F245-33308B384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B1EFE-3EC1-F9F1-C610-DEDB1180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5CA5-1198-4743-9301-12E81986E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585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DFB2-BDF4-BE69-8E00-04B8312C8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CF9D1-0B67-D62A-5FE5-CD98EFE7A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B20B29-A08A-501E-C956-8F960C8ED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70DC3-F28F-D0E9-1823-2DB9C7BB5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C92-E279-42F6-AA9B-DAD765C8575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7A7DC-46A6-B40B-D17E-A853C083C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E66078-5724-7656-FA81-F5EC02539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5CA5-1198-4743-9301-12E81986E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743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49D56-E5F0-1437-13B3-8E9A21682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35F015-C1C7-123E-CED7-0546785D1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B94593-7751-D427-9C56-5DFA0314E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DB3C9-9B46-88B3-E023-6AAFED756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C92-E279-42F6-AA9B-DAD765C8575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A92A7-9FC6-7B63-89B1-893A2DA67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12A2F-280C-BB0C-327A-D1CE987B6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5CA5-1198-4743-9301-12E81986E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528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1A6CC-053B-9EE9-770C-6FF23022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A9B7F-EC3A-D0EA-7A88-0EF28E7E8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2EEB5-4958-EA83-2785-61EE30146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C92-E279-42F6-AA9B-DAD765C8575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69090-6166-4D3B-0669-62CC6B10B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BB2D3-09B0-59EA-812A-22DE6201F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5CA5-1198-4743-9301-12E81986E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592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4FADBC-320E-7956-7248-A4D7A54227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9A5C05-4D69-95F6-9CEB-EC07750DE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889F2-A4B5-2338-B173-C3EFD6191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C92-E279-42F6-AA9B-DAD765C8575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A4322-8BFB-79B7-5A14-FFBB05271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132FA-22D2-BA12-2737-695D5663F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5CA5-1198-4743-9301-12E81986E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776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20ACE7-EA1B-020D-0F51-609389875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183C5-4F4C-8B90-4313-A07D0B6CD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6E6D-927C-146C-FE2A-238222ECB4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1CC92-E279-42F6-AA9B-DAD765C8575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189EC-AD6D-F625-64AA-A37408C80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E4C94-ACDF-2BF4-2499-301C62337A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C5CA5-1198-4743-9301-12E81986E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117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BDE88-9E0D-8670-4E71-2B43388CA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358" y="-224589"/>
            <a:ext cx="9769642" cy="2245894"/>
          </a:xfrm>
        </p:spPr>
        <p:txBody>
          <a:bodyPr/>
          <a:lstStyle/>
          <a:p>
            <a:r>
              <a:rPr lang="en-IN" dirty="0"/>
              <a:t>Terraform Cloud / Terraform Enterprise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719A90-CF75-E053-160E-77909DD37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74" y="1876926"/>
            <a:ext cx="10411326" cy="3380874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Terraform Cloud?</a:t>
            </a:r>
          </a:p>
          <a:p>
            <a:pPr algn="l"/>
            <a:r>
              <a:rPr lang="en-US" dirty="0"/>
              <a:t>A hosted Terraform service by </a:t>
            </a:r>
            <a:r>
              <a:rPr lang="en-US" dirty="0" err="1"/>
              <a:t>HashiCorp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Provides remote execution, state management, collaboration, and secure workflows.</a:t>
            </a:r>
          </a:p>
          <a:p>
            <a:pPr algn="l"/>
            <a:r>
              <a:rPr lang="en-US" dirty="0"/>
              <a:t>Designed for teams building shared infrastructure.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6040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5FA3-1CA4-7D1A-5DDA-7BD685009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Terraform Enterprise?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B2EB32-0F01-00B3-94FF-5B54A9EB74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308796"/>
            <a:ext cx="874303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Self-hosted version of Terraform Cloud.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Installed on your organization’s private infrastructure.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Offers full control, governance, and security.</a:t>
            </a:r>
          </a:p>
        </p:txBody>
      </p:sp>
    </p:spTree>
    <p:extLst>
      <p:ext uri="{BB962C8B-B14F-4D97-AF65-F5344CB8AC3E}">
        <p14:creationId xmlns:p14="http://schemas.microsoft.com/office/powerpoint/2010/main" val="2934141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B5C84-B1D3-FDDC-765C-04DD763E2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Organizations Use Terraform Cloud/Enterprise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7B588-089C-4755-9A15-09D4D801E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Eliminates local state storage risks</a:t>
            </a:r>
          </a:p>
          <a:p>
            <a:r>
              <a:rPr lang="en-IN" dirty="0"/>
              <a:t>Enables large-scale collaboration</a:t>
            </a:r>
          </a:p>
          <a:p>
            <a:r>
              <a:rPr lang="en-IN" dirty="0"/>
              <a:t>Centralizes secrets and policies</a:t>
            </a:r>
          </a:p>
          <a:p>
            <a:r>
              <a:rPr lang="en-IN" dirty="0"/>
              <a:t>Provides role-based access &amp; audit logs</a:t>
            </a:r>
          </a:p>
          <a:p>
            <a:r>
              <a:rPr lang="en-IN" dirty="0"/>
              <a:t>Enables consistent infrastructure deployment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3285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6F1DB-A852-185B-7574-0DFD712FC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52545D-F5A2-9C73-ECDC-A19FE023FB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47132"/>
            <a:ext cx="674415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state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VCS-driven workflow (GitHub/GitLab/Bitbucket)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Policy-as-code with Sentinel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module registry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estimation &amp; drift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&amp; governance controls</a:t>
            </a:r>
          </a:p>
        </p:txBody>
      </p:sp>
    </p:spTree>
    <p:extLst>
      <p:ext uri="{BB962C8B-B14F-4D97-AF65-F5344CB8AC3E}">
        <p14:creationId xmlns:p14="http://schemas.microsoft.com/office/powerpoint/2010/main" val="1529921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7014B-C79C-4A17-0B3F-BA2F42CDF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Remote State Works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DBE47-1236-BD13-89F3-BE75E1F42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Terraform Cloud stores state securely in the backend.</a:t>
            </a:r>
          </a:p>
          <a:p>
            <a:r>
              <a:rPr lang="en-US" dirty="0"/>
              <a:t>Locks state during runs to prevent corruption.</a:t>
            </a:r>
          </a:p>
          <a:p>
            <a:r>
              <a:rPr lang="en-US" dirty="0"/>
              <a:t>Enables shared infrastructure development.</a:t>
            </a:r>
          </a:p>
          <a:p>
            <a:r>
              <a:rPr lang="en-US" dirty="0"/>
              <a:t>Workflow:</a:t>
            </a:r>
          </a:p>
          <a:p>
            <a:r>
              <a:rPr lang="en-US" dirty="0"/>
              <a:t>Developer pushes code →</a:t>
            </a:r>
          </a:p>
          <a:p>
            <a:r>
              <a:rPr lang="en-US" dirty="0"/>
              <a:t>Terraform Cloud plans &amp; applies →</a:t>
            </a:r>
          </a:p>
          <a:p>
            <a:r>
              <a:rPr lang="en-US" dirty="0"/>
              <a:t>State stored securely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2908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FDD4A-ACB8-8991-A6AD-512C49D67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Workspaces in Terraform Cloud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7B05A-D940-AB4C-51E2-6000BEFFA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Logical units that separate environments.</a:t>
            </a:r>
          </a:p>
          <a:p>
            <a:r>
              <a:rPr lang="en-US" dirty="0"/>
              <a:t>Example: dev, stage, prod.</a:t>
            </a:r>
          </a:p>
          <a:p>
            <a:r>
              <a:rPr lang="en-US" dirty="0"/>
              <a:t>Each workspace:</a:t>
            </a:r>
          </a:p>
          <a:p>
            <a:pPr lvl="1"/>
            <a:r>
              <a:rPr lang="en-US" dirty="0"/>
              <a:t>Stores its own state</a:t>
            </a:r>
          </a:p>
          <a:p>
            <a:pPr lvl="1"/>
            <a:r>
              <a:rPr lang="en-US" dirty="0"/>
              <a:t>Has its own variables &amp; secrets</a:t>
            </a:r>
          </a:p>
          <a:p>
            <a:pPr lvl="1"/>
            <a:r>
              <a:rPr lang="en-US" dirty="0"/>
              <a:t>Can connect to VCS repositories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43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16E2-666D-A428-C9D5-EC50C5970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Terraform Runs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E4F79-4D53-6B35-17C4-4D96A22BE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Terraform Cloud automates:</a:t>
            </a:r>
          </a:p>
          <a:p>
            <a:r>
              <a:rPr lang="en-US" b="1" dirty="0"/>
              <a:t>Plan Phase</a:t>
            </a:r>
            <a:r>
              <a:rPr lang="en-US" dirty="0"/>
              <a:t> → Show expected changes</a:t>
            </a:r>
          </a:p>
          <a:p>
            <a:r>
              <a:rPr lang="en-US" b="1" dirty="0"/>
              <a:t>Apply Phase</a:t>
            </a:r>
            <a:r>
              <a:rPr lang="en-US" dirty="0"/>
              <a:t> → Deploy infrastructure</a:t>
            </a:r>
          </a:p>
          <a:p>
            <a:r>
              <a:rPr lang="en-US" b="1" dirty="0"/>
              <a:t>Policy Checks</a:t>
            </a:r>
            <a:r>
              <a:rPr lang="en-US" dirty="0"/>
              <a:t> (if enabled)</a:t>
            </a:r>
          </a:p>
          <a:p>
            <a:r>
              <a:rPr lang="en-US" b="1" dirty="0"/>
              <a:t>Notifications</a:t>
            </a:r>
            <a:r>
              <a:rPr lang="en-US" dirty="0"/>
              <a:t> to Slack, Teams, Email</a:t>
            </a:r>
          </a:p>
          <a:p>
            <a:r>
              <a:rPr lang="en-US" b="1" dirty="0"/>
              <a:t>Audit Logging</a:t>
            </a:r>
            <a:endParaRPr lang="en-US" dirty="0"/>
          </a:p>
          <a:p>
            <a:r>
              <a:rPr lang="en-US" dirty="0"/>
              <a:t>Runs can be triggered by:</a:t>
            </a:r>
          </a:p>
          <a:p>
            <a:r>
              <a:rPr lang="en-US" dirty="0"/>
              <a:t>Git push</a:t>
            </a:r>
          </a:p>
          <a:p>
            <a:r>
              <a:rPr lang="en-US" dirty="0"/>
              <a:t>API call</a:t>
            </a:r>
          </a:p>
          <a:p>
            <a:r>
              <a:rPr lang="en-US" dirty="0"/>
              <a:t>Manual UI run</a:t>
            </a:r>
          </a:p>
          <a:p>
            <a:r>
              <a:rPr lang="en-US" dirty="0"/>
              <a:t>CLI remote execution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7603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DC59E-7F1F-633A-80DC-8AD70FE5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Governance, Security &amp;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783D8-4FAB-5A80-B39D-5A29977A8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Sentinel Policy-as-Code</a:t>
            </a:r>
          </a:p>
          <a:p>
            <a:r>
              <a:rPr lang="en-US" dirty="0"/>
              <a:t>Enforce mandatory rules before apply.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Deny public S3 buckets</a:t>
            </a:r>
          </a:p>
          <a:p>
            <a:pPr lvl="1"/>
            <a:r>
              <a:rPr lang="en-US" dirty="0"/>
              <a:t>Restrict instance types</a:t>
            </a:r>
          </a:p>
          <a:p>
            <a:pPr lvl="1"/>
            <a:r>
              <a:rPr lang="en-US" dirty="0"/>
              <a:t>Enforce tagging standards</a:t>
            </a:r>
          </a:p>
          <a:p>
            <a:r>
              <a:rPr lang="en-US" b="1" dirty="0"/>
              <a:t>Security Benefits</a:t>
            </a:r>
          </a:p>
          <a:p>
            <a:r>
              <a:rPr lang="en-US" dirty="0"/>
              <a:t>Encrypted state</a:t>
            </a:r>
          </a:p>
          <a:p>
            <a:r>
              <a:rPr lang="en-US" dirty="0"/>
              <a:t>Role-based access</a:t>
            </a:r>
          </a:p>
          <a:p>
            <a:r>
              <a:rPr lang="en-US" dirty="0"/>
              <a:t>Session logging</a:t>
            </a:r>
          </a:p>
          <a:p>
            <a:r>
              <a:rPr lang="en-US" dirty="0"/>
              <a:t>Private registry for modules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8916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1F935-91EC-014C-081A-315399877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9779C-E815-88E8-7F7C-BDD4E9796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Terraform Cloud/Enterprise provides a robust platform for team-based </a:t>
            </a:r>
            <a:r>
              <a:rPr lang="en-IN" dirty="0" err="1"/>
              <a:t>IaC</a:t>
            </a:r>
            <a:r>
              <a:rPr lang="en-IN" dirty="0"/>
              <a:t>.</a:t>
            </a:r>
          </a:p>
          <a:p>
            <a:r>
              <a:rPr lang="en-IN" dirty="0"/>
              <a:t>Key capabilities include:</a:t>
            </a:r>
          </a:p>
          <a:p>
            <a:pPr lvl="1"/>
            <a:r>
              <a:rPr lang="en-IN" dirty="0"/>
              <a:t>Remote state</a:t>
            </a:r>
          </a:p>
          <a:p>
            <a:pPr lvl="1"/>
            <a:r>
              <a:rPr lang="en-IN" dirty="0"/>
              <a:t>VCS-driven automation</a:t>
            </a:r>
          </a:p>
          <a:p>
            <a:pPr lvl="1"/>
            <a:r>
              <a:rPr lang="en-IN" dirty="0"/>
              <a:t>Secure variable handling</a:t>
            </a:r>
          </a:p>
          <a:p>
            <a:pPr lvl="1"/>
            <a:r>
              <a:rPr lang="en-IN" dirty="0"/>
              <a:t>Private modules</a:t>
            </a:r>
          </a:p>
          <a:p>
            <a:pPr lvl="1"/>
            <a:r>
              <a:rPr lang="en-IN" dirty="0"/>
              <a:t>Governance &amp; policies</a:t>
            </a:r>
          </a:p>
          <a:p>
            <a:r>
              <a:rPr lang="en-IN" dirty="0"/>
              <a:t>Ideal for medium-to-large organizations deploying cloud infrastructure at scale.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9893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Terraform Cloud / Terraform Enterprise</vt:lpstr>
      <vt:lpstr>What Is Terraform Enterprise?</vt:lpstr>
      <vt:lpstr>Why Organizations Use Terraform Cloud/Enterprise</vt:lpstr>
      <vt:lpstr>Key Features</vt:lpstr>
      <vt:lpstr>How Remote State Works </vt:lpstr>
      <vt:lpstr>Workspaces in Terraform Cloud </vt:lpstr>
      <vt:lpstr>Terraform Runs </vt:lpstr>
      <vt:lpstr>Governance, Security &amp; Policies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2025-11-21T07:13:20Z</dcterms:created>
  <dcterms:modified xsi:type="dcterms:W3CDTF">2025-11-21T07:13:27Z</dcterms:modified>
</cp:coreProperties>
</file>