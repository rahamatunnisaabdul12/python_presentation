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2E5BB-A87E-B319-0E13-2BC7ECBE3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143A6-1292-F89C-181A-D624054A2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F59A0-E547-745E-E898-E1B42A035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32F84-57FD-4527-A0EC-026B0252171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718A1-4191-9716-B6F8-EED85A396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8EDD1-069F-79E8-D501-8D420285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44B2F-398A-423E-8BB8-6D9A5960F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099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83F99-8BE1-7BC7-F175-0732EF2FA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AB2FA-6C22-FB92-4F76-DFCBD1A58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2C6E4-55E6-2BF3-5BAB-CC275679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32F84-57FD-4527-A0EC-026B0252171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3F8EE-35DB-8B11-CE2D-4F1FA2017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C60B9-4D89-59CB-2219-62544A04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44B2F-398A-423E-8BB8-6D9A5960F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2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FF8A3-0BEF-FB85-6D3B-0F7F33D93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C55F1-7327-75A1-E994-575F31962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13659-D2BE-0876-0908-150A748F6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32F84-57FD-4527-A0EC-026B0252171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488D5-435F-25DC-183E-367FBE53E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CB38D-448F-9DD5-1471-C4582208A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44B2F-398A-423E-8BB8-6D9A5960F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61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085E-04C1-070C-6F19-3681D71D2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5496D-7C15-6821-592A-F5EFC0DD3F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28974-2782-9407-422F-5350AE2D8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A9CA5-699C-B681-984A-19DD7D53C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32F84-57FD-4527-A0EC-026B0252171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FFB87-4F84-742A-5B77-2D927F78C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480EB-3014-957F-4B4D-B9F33960D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44B2F-398A-423E-8BB8-6D9A5960F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367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81F0-A521-253A-8A76-B4D83AD5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A593D-D45E-475D-9BD4-D99A7CB93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E8DA9-31EE-A2C1-FA72-C76F279E6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B6B526-1A23-7745-2E07-6008AE22F7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EAF737-46D9-1F4E-4EDC-8851AFF9F7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62874B-35ED-7344-E8B6-6555D3709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32F84-57FD-4527-A0EC-026B0252171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DF24BB-3902-4C38-4370-F38D7A778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C736-7192-8C37-8458-BC670E9FC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44B2F-398A-423E-8BB8-6D9A5960F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754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DA391-EF5C-7FF7-F512-4BA23E5DA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F29EAA-1E8A-A94B-864A-CAD93D923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32F84-57FD-4527-A0EC-026B0252171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94558F-02DB-157C-F07F-9C7CA6157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20EB7-915D-1FBF-8A46-B35108BE5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44B2F-398A-423E-8BB8-6D9A5960F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910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06BE05-3839-1A11-4532-924C8519D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32F84-57FD-4527-A0EC-026B0252171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A2D2A2-BEE0-AA9F-B061-30BE33D0E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DE618-889E-CF10-F169-147C51A91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44B2F-398A-423E-8BB8-6D9A5960F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041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B03F-80DE-5CB4-F615-6F7AEE3E7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6880A-B8C0-7C79-8299-16FC2F5E8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22E1F-F68F-B577-BE27-A88DBF9B5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3855F-A4B7-2DE5-120F-9EBB683C7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32F84-57FD-4527-A0EC-026B0252171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81583-59FC-A4BA-0CEA-7BA5058E5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E8D9C-F0D4-477A-0CAB-6A31CD8E8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44B2F-398A-423E-8BB8-6D9A5960F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049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D271D-F2D8-523E-A052-919B11630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0C84F1-45D0-BD45-BA9E-BF1C17E37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2354F1-7698-DE3D-80A9-D8DEC5E6B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2F701-2468-C0FC-BB5F-8C171340A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32F84-57FD-4527-A0EC-026B0252171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73C49-2C0C-4DD4-3ADB-465F519A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2668A-77B3-2CA5-5AAA-92CADFE6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44B2F-398A-423E-8BB8-6D9A5960F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2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965FB-1851-A0D9-DFBA-7061850E2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32784-2769-F74E-CB01-75C11A8A9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ACF84-504F-DC22-73D8-46AB7503B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32F84-57FD-4527-A0EC-026B0252171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3844E-91AC-6532-EA26-DE17EE450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A6B42-CB3C-F8F9-DA37-CB43EBA87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44B2F-398A-423E-8BB8-6D9A5960F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575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40DA62-342B-D42A-3FF5-CFBD243469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3C5C9-29DC-E1B6-EEF3-A803980DA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E6738-127D-665B-E7CF-A90817311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32F84-57FD-4527-A0EC-026B0252171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42441-0015-155A-C979-36675E4AB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40C48-8723-EBA6-627F-83E2E2477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44B2F-398A-423E-8BB8-6D9A5960F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061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0B29CB-967B-8D58-2FD0-DC6220316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D9E2F-F6B6-A98C-B125-60C692068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C2CEC-795A-A9C6-FEEB-B4A1AF0C11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32F84-57FD-4527-A0EC-026B0252171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A7E19-C60B-2A51-D1FE-3B07F2013E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BB79C-4FD4-5A89-D18C-11755A621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44B2F-398A-423E-8BB8-6D9A5960F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166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495D9-004C-05B0-5B11-9F00F3D43A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633" y="160421"/>
            <a:ext cx="10427368" cy="1122947"/>
          </a:xfrm>
        </p:spPr>
        <p:txBody>
          <a:bodyPr/>
          <a:lstStyle/>
          <a:p>
            <a:r>
              <a:rPr lang="en-IN" dirty="0"/>
              <a:t>Terraform Provisioners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D932A-6646-25D9-2D80-B4A0F75BE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021" y="1283368"/>
            <a:ext cx="9897979" cy="3974432"/>
          </a:xfrm>
        </p:spPr>
        <p:txBody>
          <a:bodyPr/>
          <a:lstStyle/>
          <a:p>
            <a:pPr algn="l"/>
            <a:r>
              <a:rPr lang="en-US" b="1" dirty="0"/>
              <a:t>Terraform Provisioners</a:t>
            </a:r>
          </a:p>
          <a:p>
            <a:pPr algn="l"/>
            <a:r>
              <a:rPr lang="en-US" dirty="0"/>
              <a:t>How Terraform executes scripts and commands on resources during creation or destruction.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9071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78E06-560D-B82D-9824-2518BCC2B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Are Provisioners?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C5D7F-DC02-01FD-AF4E-EB47AE0BE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Terraform feature used to run </a:t>
            </a:r>
            <a:r>
              <a:rPr lang="en-US" b="1" dirty="0"/>
              <a:t>scripts/commands</a:t>
            </a:r>
            <a:r>
              <a:rPr lang="en-US" dirty="0"/>
              <a:t> on a resource.</a:t>
            </a:r>
          </a:p>
          <a:p>
            <a:r>
              <a:rPr lang="en-US" dirty="0"/>
              <a:t>Examples: installing software, configuring OS, copying files.</a:t>
            </a:r>
          </a:p>
          <a:p>
            <a:r>
              <a:rPr lang="en-US" dirty="0"/>
              <a:t>Runs on the </a:t>
            </a:r>
            <a:r>
              <a:rPr lang="en-US" b="1" dirty="0"/>
              <a:t>target machine</a:t>
            </a:r>
            <a:r>
              <a:rPr lang="en-US" dirty="0"/>
              <a:t> or </a:t>
            </a:r>
            <a:r>
              <a:rPr lang="en-US" b="1" dirty="0"/>
              <a:t>locally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7457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4B22-07E6-71D7-AAEB-9E7751D90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We Use Provisioners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77783-E4DA-C369-E9D1-A7F29BDFB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perform last-mile configuration when other Terraform features can’t.</a:t>
            </a:r>
          </a:p>
          <a:p>
            <a:r>
              <a:rPr lang="en-US" dirty="0"/>
              <a:t>To bootstrap servers (install packages, start services).</a:t>
            </a:r>
          </a:p>
          <a:p>
            <a:r>
              <a:rPr lang="en-US" dirty="0"/>
              <a:t>To execute scripts after a resource is created or destroyed.</a:t>
            </a:r>
          </a:p>
          <a:p>
            <a:r>
              <a:rPr lang="en-US" dirty="0"/>
              <a:t>Useful for hybrid setups (cloud + on-prem).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2807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AF9D4-E127-0D4A-C893-CEEBBA4B8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Provisioners Should Be Used Carefully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E71F4-BF8E-2D34-D7D9-F74B799E3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Terraform team recommends </a:t>
            </a:r>
            <a:r>
              <a:rPr lang="en-US" b="1" dirty="0"/>
              <a:t>minimal</a:t>
            </a:r>
            <a:r>
              <a:rPr lang="en-US" dirty="0"/>
              <a:t> usage.</a:t>
            </a:r>
          </a:p>
          <a:p>
            <a:r>
              <a:rPr lang="en-US" dirty="0"/>
              <a:t>Provisioners are not 100% predictable (depends on SSH/</a:t>
            </a:r>
            <a:r>
              <a:rPr lang="en-US" dirty="0" err="1"/>
              <a:t>WinRM</a:t>
            </a:r>
            <a:r>
              <a:rPr lang="en-US" dirty="0"/>
              <a:t> success).</a:t>
            </a:r>
          </a:p>
          <a:p>
            <a:r>
              <a:rPr lang="en-US" dirty="0"/>
              <a:t>Better to use:</a:t>
            </a:r>
          </a:p>
          <a:p>
            <a:pPr lvl="1"/>
            <a:r>
              <a:rPr lang="en-US" dirty="0"/>
              <a:t>User data</a:t>
            </a:r>
          </a:p>
          <a:p>
            <a:pPr lvl="1"/>
            <a:r>
              <a:rPr lang="en-US" dirty="0"/>
              <a:t>Cloud-</a:t>
            </a:r>
            <a:r>
              <a:rPr lang="en-US" dirty="0" err="1"/>
              <a:t>init</a:t>
            </a:r>
            <a:endParaRPr lang="en-US" dirty="0"/>
          </a:p>
          <a:p>
            <a:pPr lvl="1"/>
            <a:r>
              <a:rPr lang="en-US" dirty="0"/>
              <a:t>Configuration management tools (Ansible)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8775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3518-8481-36A0-0B02-FBFBAC22D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Provisioners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DB62F-50B4-5F78-7560-7FE0A0CB1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local-exec</a:t>
            </a:r>
          </a:p>
          <a:p>
            <a:r>
              <a:rPr lang="en-US" dirty="0"/>
              <a:t>Runs a command </a:t>
            </a:r>
            <a:r>
              <a:rPr lang="en-US" b="1" dirty="0"/>
              <a:t>on the machine running Terraform</a:t>
            </a:r>
            <a:r>
              <a:rPr lang="en-US" dirty="0"/>
              <a:t>.</a:t>
            </a:r>
          </a:p>
          <a:p>
            <a:r>
              <a:rPr lang="en-US" b="1" dirty="0"/>
              <a:t>2. remote-exec</a:t>
            </a:r>
          </a:p>
          <a:p>
            <a:r>
              <a:rPr lang="en-US" dirty="0"/>
              <a:t>Runs a command </a:t>
            </a:r>
            <a:r>
              <a:rPr lang="en-US" b="1" dirty="0"/>
              <a:t>inside the remote resource</a:t>
            </a:r>
            <a:r>
              <a:rPr lang="en-US" dirty="0"/>
              <a:t> via SSH/</a:t>
            </a:r>
            <a:r>
              <a:rPr lang="en-US" dirty="0" err="1"/>
              <a:t>WinRM</a:t>
            </a:r>
            <a:r>
              <a:rPr lang="en-US" dirty="0"/>
              <a:t>.</a:t>
            </a:r>
          </a:p>
          <a:p>
            <a:r>
              <a:rPr lang="en-US" b="1" dirty="0"/>
              <a:t>3. file</a:t>
            </a:r>
          </a:p>
          <a:p>
            <a:r>
              <a:rPr lang="en-US" dirty="0"/>
              <a:t>Uploads files/directories to the remote machine.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6363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46E83-9C33-47A9-BEC7-6AC0B1F60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local-exec Provisioner — How It 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E8628-74D8-5BC8-ABC1-FD9175CAE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provisioner "local-exec"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command = "echo EC2 created!"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}</a:t>
            </a:r>
          </a:p>
          <a:p>
            <a:r>
              <a:rPr lang="en-US" dirty="0"/>
              <a:t>Useful for:</a:t>
            </a:r>
          </a:p>
          <a:p>
            <a:r>
              <a:rPr lang="en-US" dirty="0"/>
              <a:t>Logging</a:t>
            </a:r>
          </a:p>
          <a:p>
            <a:r>
              <a:rPr lang="en-US" dirty="0"/>
              <a:t>Triggering scripts/pipelines</a:t>
            </a:r>
          </a:p>
          <a:p>
            <a:r>
              <a:rPr lang="en-US" dirty="0"/>
              <a:t>Sending notifications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061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219AF-8435-502B-4958-9B6A727E3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Provisioner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D0C4B-393E-2B0A-0C89-C3C211076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Provisioners run in two stages:</a:t>
            </a:r>
          </a:p>
          <a:p>
            <a:r>
              <a:rPr lang="en-US" b="1" dirty="0"/>
              <a:t>Creation-time</a:t>
            </a:r>
            <a:r>
              <a:rPr lang="en-US" dirty="0"/>
              <a:t> (provisioner)</a:t>
            </a:r>
          </a:p>
          <a:p>
            <a:r>
              <a:rPr lang="en-US" b="1" dirty="0"/>
              <a:t>Destroy-time</a:t>
            </a:r>
            <a:r>
              <a:rPr lang="en-US" dirty="0"/>
              <a:t> (provisioner "destroy")</a:t>
            </a:r>
          </a:p>
          <a:p>
            <a:r>
              <a:rPr lang="en-US" dirty="0"/>
              <a:t>Terraform workflow:</a:t>
            </a:r>
          </a:p>
          <a:p>
            <a:r>
              <a:rPr lang="en-US" dirty="0"/>
              <a:t>Resource created</a:t>
            </a:r>
          </a:p>
          <a:p>
            <a:r>
              <a:rPr lang="en-US" dirty="0"/>
              <a:t>Connection established</a:t>
            </a:r>
          </a:p>
          <a:p>
            <a:r>
              <a:rPr lang="en-US" dirty="0"/>
              <a:t>Provisioner executes</a:t>
            </a:r>
          </a:p>
          <a:p>
            <a:r>
              <a:rPr lang="en-US" dirty="0"/>
              <a:t>If fails, Terraform marks resource as tainted (may recreate)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3750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D9421-3AC2-EC00-B047-A234BE3BA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1A95A-728A-E31E-179E-801AF8741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Provisioners allow running scripts/commands during Terraform lifecycle.</a:t>
            </a:r>
          </a:p>
          <a:p>
            <a:r>
              <a:rPr lang="en-US" dirty="0"/>
              <a:t>Types: </a:t>
            </a:r>
            <a:r>
              <a:rPr lang="en-US" b="1" dirty="0"/>
              <a:t>local-exec</a:t>
            </a:r>
            <a:r>
              <a:rPr lang="en-US" dirty="0"/>
              <a:t>, </a:t>
            </a:r>
            <a:r>
              <a:rPr lang="en-US" b="1" dirty="0"/>
              <a:t>remote-exec</a:t>
            </a:r>
            <a:r>
              <a:rPr lang="en-US" dirty="0"/>
              <a:t>, </a:t>
            </a:r>
            <a:r>
              <a:rPr lang="en-US" b="1" dirty="0"/>
              <a:t>file</a:t>
            </a:r>
            <a:r>
              <a:rPr lang="en-US" dirty="0"/>
              <a:t>.</a:t>
            </a:r>
          </a:p>
          <a:p>
            <a:r>
              <a:rPr lang="en-US" dirty="0"/>
              <a:t>Best used </a:t>
            </a:r>
            <a:r>
              <a:rPr lang="en-US" b="1" dirty="0"/>
              <a:t>only when absolutely necessary</a:t>
            </a:r>
            <a:r>
              <a:rPr lang="en-US" dirty="0"/>
              <a:t>.</a:t>
            </a:r>
          </a:p>
          <a:p>
            <a:r>
              <a:rPr lang="en-US" dirty="0"/>
              <a:t>Cloud-</a:t>
            </a:r>
            <a:r>
              <a:rPr lang="en-US" dirty="0" err="1"/>
              <a:t>init</a:t>
            </a:r>
            <a:r>
              <a:rPr lang="en-US"/>
              <a:t> / user data preferred for production automation.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976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Terraform Provisioners</vt:lpstr>
      <vt:lpstr>What Are Provisioners? </vt:lpstr>
      <vt:lpstr>Why We Use Provisioners</vt:lpstr>
      <vt:lpstr>Why Provisioners Should Be Used Carefully</vt:lpstr>
      <vt:lpstr>Types of Provisioners</vt:lpstr>
      <vt:lpstr>local-exec Provisioner — How It Works</vt:lpstr>
      <vt:lpstr>Provisioner lifecycle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2025-11-21T07:05:03Z</dcterms:created>
  <dcterms:modified xsi:type="dcterms:W3CDTF">2025-11-21T07:05:10Z</dcterms:modified>
</cp:coreProperties>
</file>