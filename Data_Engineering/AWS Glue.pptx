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891B-9124-5733-79B3-899F9B3A8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6A5F5F-322A-C21B-1391-9632E81E1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8FB27-E91F-918F-043D-443792FE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2A4E8-AA3C-0C7D-14F8-4046230D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AD657-2F10-FFD9-E0F1-A56B5121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89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3AFA-28A5-B2D2-14A0-117E1AB77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896A3-0E65-D16B-F842-353A7CFD0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4CCAA-654D-7BEE-D353-854CB562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CBC57-8B2D-9E9A-6FE9-7EC12EDB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0B7F3-B4D2-693F-659D-DA2AFE5D8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633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3625-4217-A43F-AAE9-06568F49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C31AD-2B6B-E711-4855-E0B90A359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3DDA4-E47B-F047-D5C8-97127A39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9DAE9-6BE2-64BB-193B-8CFFD9565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36671-F28E-32C9-43D8-8127564E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26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856A-4150-87A5-A233-F4A6C76B0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626E-B721-6CC5-DD64-9C564F135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4DFDF-299D-25B0-6910-F4275E052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ED514-28EE-BDDD-FAAD-05E5BA97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7FEE1-C116-301D-7C09-AF05F294E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0D378-345B-EE7A-E7DD-53C44084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82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E1AB-6D06-7644-132E-E357B11E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75C8F-DE53-CE93-67B6-3816B3381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E20EA-7E95-0DA8-2FB3-E562BF223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6CE5C-7088-A194-7BBE-5BE655902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C8307E-3B60-F72E-5DA8-73D44DA81B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33C293-16FB-9BD0-206F-4AEEF286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9E383-A140-DF27-B932-1787B789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86DFC-FA61-6881-1210-F488E649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268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42B1-791A-03DB-8010-EFD24DC0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0F730D-6E72-A768-BEF4-525EA07B1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A97704-5C56-CA11-2241-D9D904B1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8185A-BB2E-94C1-3F72-0CFFC09A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719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D240C0-7DC2-6274-FD78-6C7F99F18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2C69B-C06F-2BA4-EE4F-B016AD8B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B21C2-E6C9-6BC2-3790-CFBBF258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62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FE65-434D-355F-936B-BEA04408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3D5B9-6D45-1EA4-4DD6-EFFD84D5F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C15DE-3B76-103A-57B1-0197EDBE2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7BC4F-9DF4-8DB6-9AD2-1C4D6C812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739D6-FFE5-23E1-E57A-CF03A867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56D65-F2BE-D0E8-50E5-66F0D611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13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55A5-2FDF-5091-5E8A-571D1D186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C5DB1-B01E-7460-4157-5E0577B93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28717-555D-22C1-79CA-2C17D60B1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4E1C6-3E17-3294-6006-5A8571819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4E535-B6C8-76C7-15F1-EF14042C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DB778-79A1-3913-937C-8A4DD5E1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56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AF4-9B30-AB94-5198-1EF7067C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8C08A-BBAB-D68D-28AE-CF3567D12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A5BF7-0E8C-7C03-D7CF-4758B9E4A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48270-208D-581D-3407-32030DED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2CB15-7E2B-B26C-7245-B4911BC3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31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6AC81-30E7-1FA6-7601-1AD88B971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32F65-F3CB-B110-D0E4-2B07C20F1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B0CE7-2C6B-E6E0-B933-DFF5DEA8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5CA50-BBCA-9777-F226-82F7D9237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D059E-8A85-1379-EACC-87F96E7A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6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D418C-9A0A-E638-311A-71BB41AA5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112CC-5512-7E33-7A12-786FC1DFC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6545D-D77F-72AA-E366-3EA5AAAF5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7C100-34B4-4508-AF59-7EF6A4AB348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E6CFA-54D7-A24B-88E3-B2BDDCCE2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82957-485F-08A1-DAB8-CEBA7CED3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D4330-1EA5-4086-B110-48B73B82D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55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E360-4483-F5B7-6142-2EC91634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095" y="0"/>
            <a:ext cx="10250905" cy="16557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AWS Glue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128B5-FAE1-4813-618A-A06A73436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095" y="1331495"/>
            <a:ext cx="10250905" cy="392630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AWS Glue? (WHAT)</a:t>
            </a:r>
          </a:p>
          <a:p>
            <a:pPr algn="l"/>
            <a:r>
              <a:rPr lang="en-US" dirty="0"/>
              <a:t>A </a:t>
            </a:r>
            <a:r>
              <a:rPr lang="en-US" b="1" dirty="0"/>
              <a:t>serverless ETL (Extract–Transform–Load)</a:t>
            </a:r>
            <a:r>
              <a:rPr lang="en-US" dirty="0"/>
              <a:t> service by AWS.</a:t>
            </a:r>
          </a:p>
          <a:p>
            <a:pPr algn="l"/>
            <a:r>
              <a:rPr lang="en-US" dirty="0"/>
              <a:t>Automates data discovery, cataloging, cleaning, transforming, and loading.</a:t>
            </a:r>
          </a:p>
          <a:p>
            <a:pPr algn="l"/>
            <a:r>
              <a:rPr lang="en-US" dirty="0"/>
              <a:t>Used to prepare data for analytics, ML, dashboards, and data lakes.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55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D7A4C-574A-B48C-27B4-3988BA6F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AWS Glue is Important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AEED6-2B36-903B-68B9-EC67A709E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servers to manage → fully serverless</a:t>
            </a:r>
          </a:p>
          <a:p>
            <a:r>
              <a:rPr lang="en-US" dirty="0"/>
              <a:t>Automates schema detection, job scheduling, and ETL tasks</a:t>
            </a:r>
          </a:p>
          <a:p>
            <a:r>
              <a:rPr lang="en-US" dirty="0"/>
              <a:t>Works at large scale (GBs to PBs)</a:t>
            </a:r>
          </a:p>
          <a:p>
            <a:r>
              <a:rPr lang="en-US" dirty="0"/>
              <a:t>Integrates deeply with S3, Athena, Redshift, Lake Formation</a:t>
            </a:r>
          </a:p>
          <a:p>
            <a:r>
              <a:rPr lang="en-US" dirty="0"/>
              <a:t>Reduces manual coding effort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76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BC486-929A-6DC6-3F79-27ADB616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AWS Glue Works (HOW)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2D4F4-8757-B053-5433-518F2243B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Crawler scans data → generates metadata in Data </a:t>
            </a:r>
            <a:r>
              <a:rPr lang="en-IN" dirty="0" err="1"/>
              <a:t>Catalog</a:t>
            </a:r>
            <a:endParaRPr lang="en-IN" dirty="0"/>
          </a:p>
          <a:p>
            <a:r>
              <a:rPr lang="en-IN" dirty="0"/>
              <a:t>ETL jobs (Python/Spark) clean and transform data</a:t>
            </a:r>
          </a:p>
          <a:p>
            <a:r>
              <a:rPr lang="en-IN" dirty="0"/>
              <a:t>Workflows automate multi-step data pipelines</a:t>
            </a:r>
          </a:p>
          <a:p>
            <a:r>
              <a:rPr lang="en-IN" dirty="0"/>
              <a:t>Data is finally loaded into S3, Redshift, or databases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58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8364-8E18-3B9A-4A84-719DD53F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Glue Data </a:t>
            </a:r>
            <a:r>
              <a:rPr lang="en-IN" b="1" dirty="0" err="1"/>
              <a:t>Catalog</a:t>
            </a:r>
            <a:r>
              <a:rPr lang="en-IN" b="1" dirty="0"/>
              <a:t>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F8546-4E33-9A5C-9A5C-A84D835F9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central metadata repository</a:t>
            </a:r>
            <a:endParaRPr lang="en-US" dirty="0"/>
          </a:p>
          <a:p>
            <a:r>
              <a:rPr lang="en-US" dirty="0"/>
              <a:t>Stores table definitions, schemas, partitions</a:t>
            </a:r>
          </a:p>
          <a:p>
            <a:r>
              <a:rPr lang="en-US" dirty="0"/>
              <a:t>Used by services like Athena, EMR, Redshift Spectrum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511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817D-8960-95B0-3148-BEDE81520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Data Catalog Matters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A7452-29D3-B5B8-33C9-29AC7085D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Ensures consistent schema across tools</a:t>
            </a:r>
          </a:p>
          <a:p>
            <a:r>
              <a:rPr lang="en-US" dirty="0"/>
              <a:t>Enables SQL-on-lake using Athena</a:t>
            </a:r>
          </a:p>
          <a:p>
            <a:r>
              <a:rPr lang="en-US" dirty="0"/>
              <a:t>Makes automated data discovery possible</a:t>
            </a:r>
          </a:p>
          <a:p>
            <a:r>
              <a:rPr lang="en-US" dirty="0"/>
              <a:t>Eliminates need for manual schema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400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921B-AC43-AA43-9EA5-F9D252D1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Glue ETL Jobs (HOW)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D0FF7-B280-BC89-4E37-405081674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Written in </a:t>
            </a:r>
            <a:r>
              <a:rPr lang="en-US" b="1" dirty="0" err="1"/>
              <a:t>PySpark</a:t>
            </a:r>
            <a:r>
              <a:rPr lang="en-US" dirty="0"/>
              <a:t> or </a:t>
            </a:r>
            <a:r>
              <a:rPr lang="en-US" b="1" dirty="0"/>
              <a:t>Python shell jobs</a:t>
            </a:r>
            <a:endParaRPr lang="en-US" dirty="0"/>
          </a:p>
          <a:p>
            <a:r>
              <a:rPr lang="en-US" dirty="0"/>
              <a:t>Can join, filter, aggregate, and transform large datasets</a:t>
            </a:r>
          </a:p>
          <a:p>
            <a:r>
              <a:rPr lang="en-US" dirty="0"/>
              <a:t>Jobs can run on schedule, event, or on-demand</a:t>
            </a:r>
          </a:p>
          <a:p>
            <a:r>
              <a:rPr lang="en-US" dirty="0"/>
              <a:t>Uses distributed Spark cluster managed by AWS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34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D4E45-1448-5651-F382-F5FF6781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Glue Crawlers &amp; Workflows (WHAT &amp; 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0AA8F-4D43-CABB-2A8C-64AA3C929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Crawlers:</a:t>
            </a:r>
            <a:endParaRPr lang="en-IN" dirty="0"/>
          </a:p>
          <a:p>
            <a:r>
              <a:rPr lang="en-IN" dirty="0"/>
              <a:t>Scan S3/RDS → infer schema → update Data </a:t>
            </a:r>
            <a:r>
              <a:rPr lang="en-IN" dirty="0" err="1"/>
              <a:t>Catalog</a:t>
            </a:r>
            <a:endParaRPr lang="en-IN" dirty="0"/>
          </a:p>
          <a:p>
            <a:r>
              <a:rPr lang="en-IN" b="1" dirty="0"/>
              <a:t>Workflows:</a:t>
            </a:r>
            <a:endParaRPr lang="en-IN" dirty="0"/>
          </a:p>
          <a:p>
            <a:r>
              <a:rPr lang="en-IN" dirty="0"/>
              <a:t>Combine multiple ETL steps</a:t>
            </a:r>
          </a:p>
          <a:p>
            <a:r>
              <a:rPr lang="en-IN" dirty="0"/>
              <a:t>Manage dependencies, retries, and automation</a:t>
            </a:r>
          </a:p>
          <a:p>
            <a:r>
              <a:rPr lang="en-IN" dirty="0"/>
              <a:t>Used to build complete data pipelines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75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A597-4310-116B-DAAF-8539DF37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Cases (WHY IT’S USED)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61A96-A370-F862-2128-70154C7BE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Build </a:t>
            </a:r>
            <a:r>
              <a:rPr lang="en-IN" b="1" dirty="0"/>
              <a:t>data lakes</a:t>
            </a:r>
            <a:r>
              <a:rPr lang="en-IN" dirty="0"/>
              <a:t> on S3</a:t>
            </a:r>
          </a:p>
          <a:p>
            <a:r>
              <a:rPr lang="en-IN" dirty="0"/>
              <a:t>Clean &amp; transform raw logs into refined datasets</a:t>
            </a:r>
          </a:p>
          <a:p>
            <a:r>
              <a:rPr lang="en-IN" dirty="0"/>
              <a:t>ETL for Redshift or Snowflake</a:t>
            </a:r>
          </a:p>
          <a:p>
            <a:r>
              <a:rPr lang="en-IN" dirty="0"/>
              <a:t>Convert data formats (CSV → Parquet)</a:t>
            </a:r>
          </a:p>
          <a:p>
            <a:r>
              <a:rPr lang="en-IN" dirty="0"/>
              <a:t>Automate daily/hourly ingestion pipelines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0941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5652-3B26-FD49-3F4C-3E5AF728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301E1-B9B4-BC86-B784-133B51356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AWS Glue is serverless ETL that simplifies data preparation.</a:t>
            </a:r>
          </a:p>
          <a:p>
            <a:r>
              <a:rPr lang="en-IN" dirty="0"/>
              <a:t>Glue </a:t>
            </a:r>
            <a:r>
              <a:rPr lang="en-IN" dirty="0" err="1"/>
              <a:t>Catalog</a:t>
            </a:r>
            <a:r>
              <a:rPr lang="en-IN" dirty="0"/>
              <a:t> + Crawlers create metadata automatically.</a:t>
            </a:r>
          </a:p>
          <a:p>
            <a:r>
              <a:rPr lang="en-IN" dirty="0"/>
              <a:t>Glue Jobs transform large data efficiently with </a:t>
            </a:r>
            <a:r>
              <a:rPr lang="en-IN" dirty="0" err="1"/>
              <a:t>PySpark</a:t>
            </a:r>
            <a:r>
              <a:rPr lang="en-IN" dirty="0"/>
              <a:t>.</a:t>
            </a:r>
          </a:p>
          <a:p>
            <a:r>
              <a:rPr lang="en-IN"/>
              <a:t>Essential for data lakes, analytics, and modern ETL pipelines.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945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AWS Glue </vt:lpstr>
      <vt:lpstr>Why AWS Glue is Important (WHY)</vt:lpstr>
      <vt:lpstr>How AWS Glue Works (HOW)</vt:lpstr>
      <vt:lpstr>Glue Data Catalog (WHAT) </vt:lpstr>
      <vt:lpstr>Why Data Catalog Matters (WHY) </vt:lpstr>
      <vt:lpstr>Glue ETL Jobs (HOW) </vt:lpstr>
      <vt:lpstr>Glue Crawlers &amp; Workflows (WHAT &amp; HOW) </vt:lpstr>
      <vt:lpstr>Common Use Cases (WHY IT’S USED)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2025-11-20T06:19:21Z</dcterms:created>
  <dcterms:modified xsi:type="dcterms:W3CDTF">2025-11-20T06:19:27Z</dcterms:modified>
</cp:coreProperties>
</file>