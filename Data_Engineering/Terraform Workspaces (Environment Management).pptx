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DF77-3EB6-CF21-E343-98EBC0247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A09CE-05D9-22BB-CB6D-932C2A7E7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A372-60CC-3340-FFE7-E7B71B7C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44FCF-28AF-D998-93EF-36BD6484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9E17-E62E-A04C-2D04-2AB8907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4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BB6C-55B0-1159-F1A2-1B67BE9A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A76C-B609-01AA-CD9B-C136E1935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640B0-F5D7-7934-9681-73634A32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6AAE-551F-205F-77C3-DDAD51F4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CCDF-C25E-2C8D-9D3A-A7BCC546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30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8789-B727-4630-EFA8-7EC14D8E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3C021-923F-8E9C-7050-07DE38E8E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B5D32-209C-81C4-BB4B-74F89983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F155-5F21-474E-27DE-C89D0AAE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DE52-D6AA-8A17-A92A-376C26EB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89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782B-FD82-210E-DFDA-45AA6CEAA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F7E6E-0773-F350-6A9F-066588184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EA1D0-E63B-F810-AA88-647C28376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A5629-3F49-3287-E551-4A60A49E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4EDBF-4711-E283-A985-7C96243C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F38-7A83-A3E0-345B-E7379204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95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BAD3-5051-4836-9CDF-3C68B8B8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B991-6203-6CB6-7A06-5C00778E1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8275C-FE0D-41C0-7F14-7FAFCFD62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DE349-3D64-C5C7-FFFD-98D8D663D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E2E03-C7B2-35A1-702F-F978EDB77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385F6-A6E4-C52A-3899-70C7CAAE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577F5-70D8-AAED-52BB-8E2EF611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244B0-D64D-AC35-DF17-ACAAFD8E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61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F3D9-3C1D-DF6B-1E70-87A9339C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AFA84-0D04-51B0-4F05-A7480601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8A9B5-261F-809E-CB42-331E430F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F242B-F2B7-D0F8-F928-4925BD54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01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A53B0-BCFF-2DC0-E9ED-98FC79CF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FEEE-FFE2-8038-32B0-149F1697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5A8D3-FA37-C1A9-D160-CC86DD2B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24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5C5-45BD-C1F4-159F-DF33087E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B52C-2265-2B68-7484-1222E4988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2EB05-35FF-ED56-9050-F829D327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F6C94-23A8-7DAE-8537-FB1B0C90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219BB-F000-43AA-0024-381F915E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0745-5F21-1AAE-8B14-93290E6A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50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7966-80E2-8B09-EA8D-EE6C9EB9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30920-CD53-D06E-5044-0ED749F7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736B2-A2A0-721B-DA58-66EC529F8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99BD9-B852-D60C-C81E-73D69FBF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C9096-27BC-681F-8F54-3D588ACA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6305B-ACC2-316B-CCAD-A0901F1B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4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D84-C431-3104-7CC0-F65E0762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3670D-D7F1-8901-AAC9-4D5AA40F4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E2452-73FB-397A-37EA-95392507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38D8B-0F65-1177-F892-F2AAEC6F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79A1-8012-BAB3-3B5D-DD15470E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6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449F1-0F65-2756-DC66-7B5AD545A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2790E-E7A6-7716-AB75-BC14E244B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A0E01-8572-DBE2-5BAC-34A9E292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8AD5-6335-EC2B-9066-EBB4C3B4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ECC9-EB1A-55C1-9500-0FDCCE41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93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FC405-C6E5-D81D-D9CF-4FCAD331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C1295-8264-2B23-0717-9501CF30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A1A9-DF6F-B6AE-663A-B796206FE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4645A-40A2-485B-8F62-9CD596CDB49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F562-1FBF-D297-21C0-38721487F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9602A-3F5E-5817-3192-D03D2CFAC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757C-43E4-4CB7-B924-5AC9F5518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09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845B-5E97-6A9F-5E2D-C942BA29D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21" y="1"/>
            <a:ext cx="10202779" cy="1600200"/>
          </a:xfrm>
        </p:spPr>
        <p:txBody>
          <a:bodyPr>
            <a:normAutofit fontScale="90000"/>
          </a:bodyPr>
          <a:lstStyle/>
          <a:p>
            <a:r>
              <a:rPr lang="en-IN" dirty="0"/>
              <a:t>Terraform Workspaces (Environment Management)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130F8-5CA6-5157-AB04-B6B1C7E73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221" y="1732547"/>
            <a:ext cx="10202779" cy="352525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Workspaces? (WHAT)</a:t>
            </a:r>
          </a:p>
          <a:p>
            <a:pPr algn="l"/>
            <a:r>
              <a:rPr lang="en-US" dirty="0"/>
              <a:t>Workspaces are </a:t>
            </a:r>
            <a:r>
              <a:rPr lang="en-US" b="1" dirty="0"/>
              <a:t>separate state files</a:t>
            </a:r>
            <a:r>
              <a:rPr lang="en-US" dirty="0"/>
              <a:t> within the same Terraform configuration.</a:t>
            </a:r>
          </a:p>
          <a:p>
            <a:pPr algn="l"/>
            <a:r>
              <a:rPr lang="en-US" dirty="0"/>
              <a:t>Allow multiple environments (dev, stage, prod) using the </a:t>
            </a:r>
            <a:r>
              <a:rPr lang="en-US" b="1" dirty="0"/>
              <a:t>same code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Each workspace keeps its own independent infrastructure state.</a:t>
            </a:r>
          </a:p>
          <a:p>
            <a:pPr algn="l"/>
            <a:r>
              <a:rPr lang="en-US" dirty="0"/>
              <a:t>Default workspace = </a:t>
            </a:r>
            <a:r>
              <a:rPr lang="en-US" b="1" dirty="0"/>
              <a:t>"default"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01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F3A-AD55-1D99-7ADB-B72C4E83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Workspaces Are Needed?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9F81-6C61-D72C-126D-096CD8562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environment separation without duplicating .</a:t>
            </a:r>
            <a:r>
              <a:rPr lang="en-US" dirty="0" err="1"/>
              <a:t>tf</a:t>
            </a:r>
            <a:r>
              <a:rPr lang="en-US" dirty="0"/>
              <a:t> files.</a:t>
            </a:r>
          </a:p>
          <a:p>
            <a:r>
              <a:rPr lang="en-US" dirty="0"/>
              <a:t>Prevent conflicts when managing different environments.</a:t>
            </a:r>
          </a:p>
          <a:p>
            <a:r>
              <a:rPr lang="en-US" dirty="0"/>
              <a:t>Provide clean, isolated deployments for testing and production.</a:t>
            </a:r>
          </a:p>
          <a:p>
            <a:r>
              <a:rPr lang="en-US" dirty="0"/>
              <a:t>Reduce code duplication and maintenance effort.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80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3E6-0A9E-686A-F267-E0F14C31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Workspaces Work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05B5-D253-2484-D0F5-8A6177E12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maintains </a:t>
            </a:r>
            <a:r>
              <a:rPr lang="en-US" b="1" dirty="0"/>
              <a:t>one configuration</a:t>
            </a:r>
            <a:r>
              <a:rPr lang="en-US" dirty="0"/>
              <a:t>, but multiple state files.</a:t>
            </a:r>
          </a:p>
          <a:p>
            <a:r>
              <a:rPr lang="en-US" dirty="0"/>
              <a:t>Each workspace has its own .</a:t>
            </a:r>
            <a:r>
              <a:rPr lang="en-US" dirty="0" err="1"/>
              <a:t>tfstate</a:t>
            </a:r>
            <a:r>
              <a:rPr lang="en-US" dirty="0"/>
              <a:t>.</a:t>
            </a:r>
          </a:p>
          <a:p>
            <a:r>
              <a:rPr lang="en-US" dirty="0"/>
              <a:t>Switching workspace changes which environment Terraform manages.</a:t>
            </a:r>
          </a:p>
          <a:p>
            <a:r>
              <a:rPr lang="en-US" dirty="0"/>
              <a:t>Resources can be named dynamically using workspace values.</a:t>
            </a:r>
          </a:p>
          <a:p>
            <a:r>
              <a:rPr lang="en-US" dirty="0"/>
              <a:t>Infrastructure remains isolated across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04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C6E6-3819-FCE6-06A5-91C0E3C2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Workspace Commands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3C69-2A70-41F6-3CC1-992193F0F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workspace list → List all workspaces.</a:t>
            </a:r>
          </a:p>
          <a:p>
            <a:r>
              <a:rPr lang="en-IN" dirty="0"/>
              <a:t>terraform workspace new dev → Create a new workspace.</a:t>
            </a:r>
          </a:p>
          <a:p>
            <a:r>
              <a:rPr lang="en-IN" dirty="0"/>
              <a:t>terraform workspace select prod → Switch environments.</a:t>
            </a:r>
          </a:p>
          <a:p>
            <a:r>
              <a:rPr lang="en-IN" dirty="0"/>
              <a:t>terraform workspace show → Display current workspace.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03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30AE-579F-BD05-D50A-6DC70336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Use Workspaces Instead of Duplicating Folders?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134EB-0F3E-6530-CB1C-0D545499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Keeps all logic in </a:t>
            </a:r>
            <a:r>
              <a:rPr lang="en-IN" b="1" dirty="0"/>
              <a:t>one place</a:t>
            </a:r>
            <a:r>
              <a:rPr lang="en-IN" dirty="0"/>
              <a:t>, reducing errors.</a:t>
            </a:r>
          </a:p>
          <a:p>
            <a:r>
              <a:rPr lang="en-IN" dirty="0"/>
              <a:t>Easier to update infrastructure for all environments.</a:t>
            </a:r>
          </a:p>
          <a:p>
            <a:r>
              <a:rPr lang="en-IN" dirty="0"/>
              <a:t>Simplifies CI/CD pipelines.</a:t>
            </a:r>
          </a:p>
          <a:p>
            <a:r>
              <a:rPr lang="en-IN" dirty="0"/>
              <a:t>Ensures consistent architecture across environments.</a:t>
            </a:r>
          </a:p>
          <a:p>
            <a:r>
              <a:rPr lang="en-IN" dirty="0"/>
              <a:t>Avoids code drift between Dev/Stage/Prod.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80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38B6-274C-D3C7-9AB7-80BC1904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Workspaces Integrate with Variables (HOW)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01DD4-CCA1-552B-7A3E-594BA3F102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103588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terraform.workspace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dynamic configuration: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choose different instance types based on workspace.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Environment-specific values can be taken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tfvars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safe and clean environment-specific behavior.</a:t>
            </a:r>
          </a:p>
        </p:txBody>
      </p:sp>
    </p:spTree>
    <p:extLst>
      <p:ext uri="{BB962C8B-B14F-4D97-AF65-F5344CB8AC3E}">
        <p14:creationId xmlns:p14="http://schemas.microsoft.com/office/powerpoint/2010/main" val="171076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7686-3651-2119-BD15-AAC45701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Use Cases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86F2-316D-C65E-BA06-2F334D988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separate S3 buckets for dev/stage/prod.</a:t>
            </a:r>
          </a:p>
          <a:p>
            <a:r>
              <a:rPr lang="en-IN" dirty="0"/>
              <a:t>Deploy isolated VPCs per environment.</a:t>
            </a:r>
          </a:p>
          <a:p>
            <a:r>
              <a:rPr lang="en-IN" dirty="0"/>
              <a:t>Use different DB sizes for non-prod vs prod.</a:t>
            </a:r>
          </a:p>
          <a:p>
            <a:r>
              <a:rPr lang="en-IN" dirty="0"/>
              <a:t>Build CI/CD pipelines that automatically switch workspaces.</a:t>
            </a:r>
          </a:p>
          <a:p>
            <a:r>
              <a:rPr lang="en-IN" dirty="0"/>
              <a:t>Manage feature environments for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01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0E2B-5101-1E8F-A198-86260773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Workspaces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759A3-4A58-A89B-B532-96EF63223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Complete environment isolation.</a:t>
            </a:r>
          </a:p>
          <a:p>
            <a:r>
              <a:rPr lang="en-IN" dirty="0"/>
              <a:t>Easy and clean environment lifecycle management.</a:t>
            </a:r>
          </a:p>
          <a:p>
            <a:r>
              <a:rPr lang="en-IN" dirty="0"/>
              <a:t>Avoids accidental production changes.</a:t>
            </a:r>
          </a:p>
          <a:p>
            <a:r>
              <a:rPr lang="en-IN" dirty="0"/>
              <a:t>Reduces code duplication.</a:t>
            </a:r>
          </a:p>
          <a:p>
            <a:r>
              <a:rPr lang="en-IN" dirty="0"/>
              <a:t>Improves organization in large Terraform projects.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27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EB70-22B1-0BBB-D4F4-C67D2822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4D4EB-9CC3-8746-4CA6-061E72947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Workspaces let Terraform manage </a:t>
            </a:r>
            <a:r>
              <a:rPr lang="en-US" b="1" dirty="0"/>
              <a:t>multiple environments</a:t>
            </a:r>
            <a:r>
              <a:rPr lang="en-US" dirty="0"/>
              <a:t> using the same configuration.</a:t>
            </a:r>
          </a:p>
          <a:p>
            <a:r>
              <a:rPr lang="en-US" dirty="0"/>
              <a:t>Each workspace maintains a separate </a:t>
            </a:r>
            <a:r>
              <a:rPr lang="en-US" b="1" dirty="0"/>
              <a:t>state file</a:t>
            </a:r>
            <a:r>
              <a:rPr lang="en-US" dirty="0"/>
              <a:t>.</a:t>
            </a:r>
          </a:p>
          <a:p>
            <a:r>
              <a:rPr lang="en-US"/>
              <a:t>Essential for scalable, safe, and environment-aware Infrastructure as Code.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2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Office Theme</vt:lpstr>
      <vt:lpstr>Terraform Workspaces (Environment Management)</vt:lpstr>
      <vt:lpstr>Why Workspaces Are Needed? (WHY)</vt:lpstr>
      <vt:lpstr>How Workspaces Work (HOW)</vt:lpstr>
      <vt:lpstr>Core Workspace Commands (WHAT)</vt:lpstr>
      <vt:lpstr>Why Use Workspaces Instead of Duplicating Folders? (WHY) </vt:lpstr>
      <vt:lpstr>How Workspaces Integrate with Variables (HOW)</vt:lpstr>
      <vt:lpstr>Real Use Cases (WHAT)</vt:lpstr>
      <vt:lpstr>Benefits of Workspaces (WHY)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2025-11-20T10:51:02Z</dcterms:created>
  <dcterms:modified xsi:type="dcterms:W3CDTF">2025-11-20T10:51:07Z</dcterms:modified>
</cp:coreProperties>
</file>