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875A-5972-BCCF-059F-D097F734C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32B60-E948-FE17-ADBF-31C651D1E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98B50-F731-8A04-671F-B1FBEA16C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26030-808E-D4B9-2A6C-3C5A297B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9C86C-6743-4FC7-116C-4DB244A3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442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5649-7563-69F1-223C-563292CC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AD0FE-1765-88C6-6E06-B603AFE25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AD312-4F5B-7E6C-6691-4C59045EC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964EA-5C5A-49A7-0664-E06550A0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25A76-6EAA-B1A2-8D54-035D403C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14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6C6D-5DBE-2371-2BC4-99288DCA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5384C-70BD-8AEC-6320-401A01035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F09BB-2DBB-6212-B9C7-6D66537E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74C4F-0FB2-4F3F-0A66-A91C6F86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DB785-5F31-7C60-B0D2-3D8A2041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83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EF7E-15F7-AF41-4F9C-7DFE137E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817A8-06F3-6E5B-CC45-3FB194136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43AF2-F394-61E7-53DF-9C795145D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71661-A37F-BFA1-DC38-730154A8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930D1-5038-36BE-3C10-ADC7BF61A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CAF2E-0461-E0C1-E2BF-EB4C97F7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305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C6DD-5059-62EF-9DCC-A1EB1BE4C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A22F9-43A7-268D-1E8B-2FC86FA4C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CD9AC-B408-05BF-D839-147FEDC66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52D6C-4706-7038-9B0C-AF746F983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6D2C3-3E92-3B09-810F-9667618E9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6295C-370B-4239-EBD9-4854BAD3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F9162-4BAF-60CD-CB98-5AFA5EB5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6BAE7B-EF2E-008E-1673-BE98D394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1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285C5-DD30-DE0F-DB00-11FB0F10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3DAC9-E1EF-C45D-CABA-04D688AC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CEF1D-FCD1-F53D-0A4C-35E149E97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00C15-7D7E-54CD-DD0F-3548403B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576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8DE03-DE44-659A-7619-72D0ECD28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32FB48-ED58-BD68-A079-D639C4AB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9F8A6-78B5-61F9-D151-F11E77D6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105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D70B6-02A9-0C7F-AA59-BBDB5D80B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D4A97-689D-787E-2B67-20F8894FF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8F7B1-D09C-19F5-15B0-B4DAB013B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CCD27-F08D-2E35-0CAE-C5A68820F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8396B-2429-EA34-B4CE-06551B811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E740C-4297-9D1D-515A-7A06973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87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6035-6051-AD72-FF79-715CC2EBF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C96DA-C730-26E5-3EC1-5A7EEBB09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980E8-FADB-099C-E082-EA1E2D6AB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7C36F-CFE7-6720-540E-0556974CD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3E871-4ECD-41A7-0286-B8E9AECCF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F1A64-3E84-C708-978A-C2D14387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3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321B-3018-24BA-08EC-5636BB16D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66E91-DFAF-09FB-4B56-9E113BCA1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8CEC0-3F72-B978-EAB8-324061E6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FCD56-7FCB-CF8B-6381-C4716E54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195B1-EC06-8750-067F-67520EF5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087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94C82-0FC4-08CA-92B5-7BE3ED7229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B82BB-3A6C-2C09-CD3F-238145A28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310C-3176-5F38-7DF9-6E7E1E2BD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00843-7606-BCBE-EACD-C753EAF85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DB301-F614-4BD1-7C73-A7D95AAB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736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F2A3E7-4DAE-3DFE-8227-B4C6B3CF9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E5BDA-5393-D843-8AB1-93BC43057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8EC60-4002-4827-8BB0-25F506505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4D0C5-FF55-4772-8278-AFC3999D348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F6615-06CE-21B6-48A7-23975B6AE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D3284-567A-66CC-1DD5-455958960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1D942-128A-4461-9EB0-A0195A756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828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6BD3C-D8E9-3286-0097-CC16C5EEA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79" y="0"/>
            <a:ext cx="10523621" cy="1315453"/>
          </a:xfrm>
        </p:spPr>
        <p:txBody>
          <a:bodyPr/>
          <a:lstStyle/>
          <a:p>
            <a:r>
              <a:rPr lang="en-IN" dirty="0"/>
              <a:t>AWS Lambda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574F9-E56C-9AB8-D900-D84BD8445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094" y="1588167"/>
            <a:ext cx="10250905" cy="460408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AWS Lambda? (WHAT)</a:t>
            </a:r>
          </a:p>
          <a:p>
            <a:pPr algn="l"/>
            <a:r>
              <a:rPr lang="en-US" dirty="0"/>
              <a:t>A </a:t>
            </a:r>
            <a:r>
              <a:rPr lang="en-US" b="1" dirty="0"/>
              <a:t>serverless compute service</a:t>
            </a:r>
            <a:r>
              <a:rPr lang="en-US" dirty="0"/>
              <a:t> from AWS.</a:t>
            </a:r>
          </a:p>
          <a:p>
            <a:pPr algn="l"/>
            <a:r>
              <a:rPr lang="en-US" dirty="0"/>
              <a:t>Runs your code </a:t>
            </a:r>
            <a:r>
              <a:rPr lang="en-US" b="1" dirty="0"/>
              <a:t>without managing servers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Automatically scales based on requests.</a:t>
            </a:r>
          </a:p>
          <a:p>
            <a:pPr algn="l"/>
            <a:r>
              <a:rPr lang="en-US" dirty="0"/>
              <a:t>Supports multiple languages (Python, Node.js, Java, Go, etc.).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513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0CAB-3A9E-CECF-A9D2-AC5BA1B3D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AWS Lambda is Important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8BC73-7110-6F21-6F94-82C973D2E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server maintenance → fully managed</a:t>
            </a:r>
          </a:p>
          <a:p>
            <a:r>
              <a:rPr lang="en-US" dirty="0"/>
              <a:t>Cost-efficient → pay only for execution time</a:t>
            </a:r>
          </a:p>
          <a:p>
            <a:r>
              <a:rPr lang="en-US" dirty="0"/>
              <a:t>Auto-scalable → handles 1 request or 1 million</a:t>
            </a:r>
          </a:p>
          <a:p>
            <a:r>
              <a:rPr lang="en-US" dirty="0"/>
              <a:t>Ideal for microservices, event-driven apps, automation workflows</a:t>
            </a:r>
          </a:p>
          <a:p>
            <a:r>
              <a:rPr lang="en-US" dirty="0"/>
              <a:t>High availability by default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49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1F34-5729-B8F8-0C59-CE1EECF1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AWS Lambda Works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C952F-B9E4-AEF6-9608-16F3165DC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upload your function code</a:t>
            </a:r>
          </a:p>
          <a:p>
            <a:r>
              <a:rPr lang="en-US" dirty="0"/>
              <a:t>Lambda triggers your function based on events</a:t>
            </a:r>
          </a:p>
          <a:p>
            <a:r>
              <a:rPr lang="en-US" dirty="0"/>
              <a:t>AWS allocates compute automatically</a:t>
            </a:r>
          </a:p>
          <a:p>
            <a:r>
              <a:rPr lang="en-US" dirty="0"/>
              <a:t>Lambda executes your code and returns output</a:t>
            </a:r>
          </a:p>
          <a:p>
            <a:r>
              <a:rPr lang="en-US" dirty="0"/>
              <a:t>AWS cleans up resources after execution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887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FD77-4EB1-880A-4E30-083500FD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Lambda Triggers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0AD5-BE61-D370-8614-CD1C6916C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Lambda can be triggered by:</a:t>
            </a:r>
          </a:p>
          <a:p>
            <a:r>
              <a:rPr lang="en-US" dirty="0"/>
              <a:t>S3 (file upload)</a:t>
            </a:r>
          </a:p>
          <a:p>
            <a:r>
              <a:rPr lang="en-US" dirty="0"/>
              <a:t>API Gateway (REST APIs)</a:t>
            </a:r>
          </a:p>
          <a:p>
            <a:r>
              <a:rPr lang="en-US" dirty="0"/>
              <a:t>DynamoDB Streams</a:t>
            </a:r>
          </a:p>
          <a:p>
            <a:r>
              <a:rPr lang="en-US" dirty="0"/>
              <a:t>SQS messages</a:t>
            </a:r>
          </a:p>
          <a:p>
            <a:r>
              <a:rPr lang="en-US" dirty="0"/>
              <a:t>CloudWatch Events</a:t>
            </a:r>
          </a:p>
          <a:p>
            <a:r>
              <a:rPr lang="en-US" dirty="0"/>
              <a:t>IoT, </a:t>
            </a:r>
            <a:r>
              <a:rPr lang="en-US" dirty="0" err="1"/>
              <a:t>EventBridge</a:t>
            </a:r>
            <a:r>
              <a:rPr lang="en-US" dirty="0"/>
              <a:t>, Kinesis, and more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46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BB42-778B-A775-E3D8-912F3D32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Triggers Matter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A5B88-82CE-8C8C-1368-A90C23246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</a:t>
            </a:r>
            <a:r>
              <a:rPr lang="en-US" b="1" dirty="0"/>
              <a:t>event-driven architecture</a:t>
            </a:r>
            <a:endParaRPr lang="en-US" dirty="0"/>
          </a:p>
          <a:p>
            <a:r>
              <a:rPr lang="en-US" dirty="0"/>
              <a:t>Automation without servers</a:t>
            </a:r>
          </a:p>
          <a:p>
            <a:r>
              <a:rPr lang="en-US" dirty="0"/>
              <a:t>Connects different AWS services easily</a:t>
            </a:r>
          </a:p>
          <a:p>
            <a:r>
              <a:rPr lang="en-US" dirty="0"/>
              <a:t>Responds instantly to changes (example: new file in S3)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646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6BA93-C7A4-23B9-D318-E5598BD51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Build a Lambda Function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E1F06-32B7-D2CA-8F74-7899F0DA1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Steps:</a:t>
            </a:r>
          </a:p>
          <a:p>
            <a:r>
              <a:rPr lang="en-IN" dirty="0"/>
              <a:t>Write code (Python example: </a:t>
            </a:r>
            <a:r>
              <a:rPr lang="en-IN" dirty="0" err="1"/>
              <a:t>lambda_handler</a:t>
            </a:r>
            <a:r>
              <a:rPr lang="en-IN" dirty="0"/>
              <a:t>)</a:t>
            </a:r>
          </a:p>
          <a:p>
            <a:r>
              <a:rPr lang="en-IN" dirty="0"/>
              <a:t>Define IAM Role for permissions</a:t>
            </a:r>
          </a:p>
          <a:p>
            <a:r>
              <a:rPr lang="en-IN" dirty="0"/>
              <a:t>Configure memory + timeout</a:t>
            </a:r>
          </a:p>
          <a:p>
            <a:r>
              <a:rPr lang="en-IN" dirty="0"/>
              <a:t>Add trigger (API Gateway, S3…)</a:t>
            </a:r>
          </a:p>
          <a:p>
            <a:r>
              <a:rPr lang="en-IN" dirty="0"/>
              <a:t>Deploy and test directly in AWS Console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557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A6BB-53AC-10DA-9A7C-3E2707CE6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Lambda Use Cases (WHAT &amp; 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19A2-EDB0-B24C-9489-706174695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S3 file processing</a:t>
            </a:r>
            <a:r>
              <a:rPr lang="en-IN" dirty="0"/>
              <a:t> (images, logs, CSV)</a:t>
            </a:r>
          </a:p>
          <a:p>
            <a:r>
              <a:rPr lang="en-IN" b="1" dirty="0"/>
              <a:t>APIs using API Gateway + Lambda</a:t>
            </a:r>
            <a:endParaRPr lang="en-IN" dirty="0"/>
          </a:p>
          <a:p>
            <a:r>
              <a:rPr lang="en-IN" b="1" dirty="0"/>
              <a:t>CRON jobs</a:t>
            </a:r>
            <a:r>
              <a:rPr lang="en-IN" dirty="0"/>
              <a:t> using </a:t>
            </a:r>
            <a:r>
              <a:rPr lang="en-IN" dirty="0" err="1"/>
              <a:t>EventBridge</a:t>
            </a:r>
            <a:endParaRPr lang="en-IN" dirty="0"/>
          </a:p>
          <a:p>
            <a:r>
              <a:rPr lang="en-IN" b="1" dirty="0"/>
              <a:t>Serverless ETL</a:t>
            </a:r>
            <a:r>
              <a:rPr lang="en-IN" dirty="0"/>
              <a:t> for data pipelines</a:t>
            </a:r>
          </a:p>
          <a:p>
            <a:r>
              <a:rPr lang="en-IN" b="1" dirty="0"/>
              <a:t>Chatbot and ML inference</a:t>
            </a:r>
            <a:endParaRPr lang="en-IN" dirty="0"/>
          </a:p>
          <a:p>
            <a:r>
              <a:rPr lang="en-IN" dirty="0"/>
              <a:t>Saves cost and simplifies backend logic.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2929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D1A1-255E-9F7B-BC7C-A24E7C13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Lambda Limits &amp; Considerations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1983B-53BF-0AA1-D432-8C735925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execution time: </a:t>
            </a:r>
            <a:r>
              <a:rPr lang="en-US" b="1" dirty="0"/>
              <a:t>15 minutes</a:t>
            </a:r>
            <a:endParaRPr lang="en-US" dirty="0"/>
          </a:p>
          <a:p>
            <a:r>
              <a:rPr lang="en-US" dirty="0"/>
              <a:t>Stateless — cannot store data inside function</a:t>
            </a:r>
          </a:p>
          <a:p>
            <a:r>
              <a:rPr lang="en-US" dirty="0"/>
              <a:t>Cold starts if not used regularly</a:t>
            </a:r>
          </a:p>
          <a:p>
            <a:r>
              <a:rPr lang="en-US" dirty="0"/>
              <a:t>Best for small, modular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58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91DA3-E0D7-958C-7382-2BD6B70B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D4D7E-47D5-5E06-CE42-1DA313D0F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Lambda = Serverless, event-driven compute engine.</a:t>
            </a:r>
          </a:p>
          <a:p>
            <a:r>
              <a:rPr lang="en-US" dirty="0"/>
              <a:t>Runs code without provisioning servers.</a:t>
            </a:r>
          </a:p>
          <a:p>
            <a:r>
              <a:rPr lang="en-US" dirty="0"/>
              <a:t>Highly scalable, cost-efficient, and simple to deploy.</a:t>
            </a:r>
          </a:p>
          <a:p>
            <a:r>
              <a:rPr lang="en-US"/>
              <a:t>Core for automation, APIs, and data engineering workflows.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353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AWS Lambda</vt:lpstr>
      <vt:lpstr>Why AWS Lambda is Important (WHY)</vt:lpstr>
      <vt:lpstr>How AWS Lambda Works (HOW) </vt:lpstr>
      <vt:lpstr>Lambda Triggers (WHAT) </vt:lpstr>
      <vt:lpstr>Why Triggers Matter (WHY) </vt:lpstr>
      <vt:lpstr>How to Build a Lambda Function (HOW) </vt:lpstr>
      <vt:lpstr>Lambda Use Cases (WHAT &amp; WHY) </vt:lpstr>
      <vt:lpstr>Lambda Limits &amp; Considerations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2025-11-20T06:15:28Z</dcterms:created>
  <dcterms:modified xsi:type="dcterms:W3CDTF">2025-11-20T06:15:34Z</dcterms:modified>
</cp:coreProperties>
</file>