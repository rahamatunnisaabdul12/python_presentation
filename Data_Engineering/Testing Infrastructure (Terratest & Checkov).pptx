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C8D5-5ABC-F8FA-CE05-0D522BE73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D97A1-EEFA-D8D3-1154-49A22935B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CF21A-F388-DCA4-3276-7A6F52B1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14232-492D-B406-DEE1-1AFA21F1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6AA6-B6DE-3085-7447-A480CC46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2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4DCE-1639-CD04-A2B1-CA49A7FD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89EB-6021-E01B-4286-1738587A0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F7E6-D8C6-9AD4-FDC7-33E74C8F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21841-3170-730E-A3C8-A2C391BA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35F51-A153-583C-A456-C55EF09B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41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AD6E-EF7B-77D0-9EB6-3B0555061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76091-C15C-5B4B-CFF0-9889CD91F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7FB5A-2507-FC19-3046-E280FCE7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488C8-168F-CB2B-93CC-87E51332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4613-C857-F968-5929-12E41D60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0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89FA-5895-47AF-C285-A6A149F4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DA53-15C1-3BBB-365D-9C4A5AFC6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43EA5-34E1-4321-3F1E-19223EC4D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FDA0B-8072-FC82-C08F-1CFF7E3C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AF12D-FBB2-8C11-A114-6EBDE3DA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A44DC-7601-D3F3-3E51-9AC3DC8A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57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1131-E965-3BF2-0FF2-47E59E51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AE572-2CCF-25F3-0336-7F3074520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BC033-652E-1898-19E2-CC896FD2D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4530C-172B-16D7-D2A4-EBBFBACA7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7FABF-AE16-4B5A-8B7A-F103066CE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E3811-1FE3-EB29-1171-5075F26A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E7EDFD-D746-01ED-3375-A0381EC9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13D22-D71B-4D3B-1668-A7766BFF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38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D32D-7F2E-D213-E4DE-3241A11B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BEE81-4032-BFEE-BB3E-355FAF83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2EBC6-70C6-C95E-20FF-7DF9100B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5A37E-E277-9499-F364-941C348C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0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7E185-8776-2F78-5D5F-082AF6FF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26039-4737-B4FA-DD6A-A2C6C277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1D71-035C-5725-9458-E7945CF5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03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DFB0-3002-41AB-B3E8-0309832F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06A6-A7BB-C3A5-7DE4-592754072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15185-6104-4DA1-C237-B22DD6EE8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EE974-54A9-8FC1-19B2-06EAC2F9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684B5-22FA-C705-EEC8-0B5B05CD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163B3-1CD9-C3D1-496F-2E2B7525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5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F5254-28CC-F4EC-3707-5D376D5A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F7441E-3D1F-F988-CB0C-99C4FD619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D9BD0-DD06-AE29-F8BA-02B6CABE1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ABCDF-098B-CBA9-7C3F-E49FD410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FD9DE-BD87-C2C0-F582-B513D093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BD6B0-06CE-269A-10FA-AF4E32FF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87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C7C9-3C06-919A-B1B2-6D84EB3F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29799-8C52-2C09-184F-F11715AC8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1427-5203-E63F-A448-E7B06102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DBF47-40B1-614B-2C49-C9CF1C7C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A7D0-C46C-F379-5441-1D2B94B3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48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BB7F2-9F9A-676F-598D-D4B1A3AAA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017DE-1188-521D-C926-EB9CD0264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2857E-9A86-7F1D-91C5-B5DB4287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AFE47-148C-5EFF-C0A2-F83FD381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44E2D-05A2-F118-4510-5ACF9F72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810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B0E67-85C2-CD78-589D-C912CEB5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2883E-4BBD-BEF2-5085-A107E8B94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4077F-567D-4E3E-163C-25868C1D9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C8F7E-8271-41D1-960C-EBA65761E29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A691E-ABA5-9852-1B64-7A6D09033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26B6-CAC9-082A-0490-9B2D602D2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94914-FFC5-44F1-A151-74F11B5DED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213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EE12-8776-93F0-005D-6D941E86D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42" y="0"/>
            <a:ext cx="10042358" cy="2566737"/>
          </a:xfrm>
        </p:spPr>
        <p:txBody>
          <a:bodyPr>
            <a:normAutofit/>
          </a:bodyPr>
          <a:lstStyle/>
          <a:p>
            <a:r>
              <a:rPr lang="en-IN" sz="5400" b="1" dirty="0"/>
              <a:t>Testing Infrastructure (</a:t>
            </a:r>
            <a:r>
              <a:rPr lang="en-IN" sz="5400" b="1" dirty="0" err="1"/>
              <a:t>Terratest</a:t>
            </a:r>
            <a:r>
              <a:rPr lang="en-IN" sz="5400" b="1" dirty="0"/>
              <a:t> &amp; </a:t>
            </a:r>
            <a:r>
              <a:rPr lang="en-IN" sz="5400" b="1" dirty="0" err="1"/>
              <a:t>Checkov</a:t>
            </a:r>
            <a:r>
              <a:rPr lang="en-IN" sz="5400" b="1" dirty="0"/>
              <a:t>)</a:t>
            </a:r>
            <a:br>
              <a:rPr lang="en-IN" sz="5400" b="1" dirty="0"/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26E6E-155D-DC5A-B8CE-97A1C7B11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16" y="1780088"/>
            <a:ext cx="9881936" cy="455654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Infrastructure Testing?</a:t>
            </a:r>
          </a:p>
          <a:p>
            <a:pPr algn="l"/>
            <a:r>
              <a:rPr lang="en-US" dirty="0"/>
              <a:t>Process of validating </a:t>
            </a:r>
            <a:r>
              <a:rPr lang="en-US" b="1" dirty="0" err="1"/>
              <a:t>IaC</a:t>
            </a:r>
            <a:r>
              <a:rPr lang="en-US" b="1" dirty="0"/>
              <a:t> (Infrastructure as Code)</a:t>
            </a:r>
            <a:r>
              <a:rPr lang="en-US" dirty="0"/>
              <a:t> before deploying.</a:t>
            </a:r>
          </a:p>
          <a:p>
            <a:pPr algn="l"/>
            <a:r>
              <a:rPr lang="en-US" dirty="0"/>
              <a:t>Ensures Terraform code behaves as expected.</a:t>
            </a:r>
          </a:p>
          <a:p>
            <a:pPr algn="l"/>
            <a:r>
              <a:rPr lang="en-US" dirty="0"/>
              <a:t>Automatically checks:</a:t>
            </a:r>
          </a:p>
          <a:p>
            <a:pPr lvl="1" algn="l"/>
            <a:r>
              <a:rPr lang="en-US" dirty="0"/>
              <a:t>Syntax</a:t>
            </a:r>
          </a:p>
          <a:p>
            <a:pPr lvl="1" algn="l"/>
            <a:r>
              <a:rPr lang="en-US" dirty="0"/>
              <a:t>Security</a:t>
            </a:r>
          </a:p>
          <a:p>
            <a:pPr lvl="1" algn="l"/>
            <a:r>
              <a:rPr lang="en-US" dirty="0"/>
              <a:t>Resource configuration</a:t>
            </a:r>
          </a:p>
          <a:p>
            <a:pPr lvl="1" algn="l"/>
            <a:r>
              <a:rPr lang="en-US" dirty="0"/>
              <a:t>Deployment behavior (real cloud tests)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254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3993-440D-0AFB-98BF-AB934AFD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Testing Infrastructure (</a:t>
            </a:r>
            <a:r>
              <a:rPr lang="en-IN" b="1" dirty="0" err="1"/>
              <a:t>Terratest</a:t>
            </a:r>
            <a:r>
              <a:rPr lang="en-IN" b="1" dirty="0"/>
              <a:t>, </a:t>
            </a:r>
            <a:r>
              <a:rPr lang="en-IN" b="1" dirty="0" err="1"/>
              <a:t>Checkov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0970-F149-52A5-5A2E-4207860F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Infrastructure Testing?</a:t>
            </a:r>
          </a:p>
          <a:p>
            <a:r>
              <a:rPr lang="en-US" dirty="0"/>
              <a:t>A practice of validating </a:t>
            </a:r>
            <a:r>
              <a:rPr lang="en-US" dirty="0" err="1"/>
              <a:t>IaC</a:t>
            </a:r>
            <a:r>
              <a:rPr lang="en-US" dirty="0"/>
              <a:t> (Terraform) </a:t>
            </a:r>
            <a:r>
              <a:rPr lang="en-US" b="1" dirty="0"/>
              <a:t>before deploying</a:t>
            </a:r>
            <a:r>
              <a:rPr lang="en-US" dirty="0"/>
              <a:t> to cloud.</a:t>
            </a:r>
          </a:p>
          <a:p>
            <a:r>
              <a:rPr lang="en-US" dirty="0"/>
              <a:t>Ensures:</a:t>
            </a:r>
          </a:p>
          <a:p>
            <a:pPr lvl="1"/>
            <a:r>
              <a:rPr lang="en-US" dirty="0"/>
              <a:t>Correct configuration</a:t>
            </a:r>
          </a:p>
          <a:p>
            <a:pPr lvl="1"/>
            <a:r>
              <a:rPr lang="en-US" dirty="0"/>
              <a:t>Secure settings</a:t>
            </a:r>
          </a:p>
          <a:p>
            <a:pPr lvl="1"/>
            <a:r>
              <a:rPr lang="en-US" dirty="0"/>
              <a:t>Compliance with standards</a:t>
            </a:r>
          </a:p>
          <a:p>
            <a:pPr lvl="1"/>
            <a:r>
              <a:rPr lang="en-US" dirty="0"/>
              <a:t>Stable and predictable infra</a:t>
            </a:r>
          </a:p>
          <a:p>
            <a:r>
              <a:rPr lang="en-US" dirty="0"/>
              <a:t>Covers both </a:t>
            </a:r>
            <a:r>
              <a:rPr lang="en-US" b="1" dirty="0"/>
              <a:t>functional tests</a:t>
            </a:r>
            <a:r>
              <a:rPr lang="en-US" dirty="0"/>
              <a:t> and </a:t>
            </a:r>
            <a:r>
              <a:rPr lang="en-US" b="1" dirty="0"/>
              <a:t>security/compliance checks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26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53C3-79E9-2494-6D48-6B8EA004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Infrastructure Testing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A959-1AF6-CECE-C7E3-60DA77460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Prevents production failures</a:t>
            </a:r>
          </a:p>
          <a:p>
            <a:r>
              <a:rPr lang="en-US" dirty="0"/>
              <a:t>Protects from misconfigurations (open ports, public S3, weak IAM)</a:t>
            </a:r>
          </a:p>
          <a:p>
            <a:r>
              <a:rPr lang="en-US" dirty="0"/>
              <a:t>Saves cloud costs</a:t>
            </a:r>
          </a:p>
          <a:p>
            <a:r>
              <a:rPr lang="en-US" dirty="0"/>
              <a:t>Catches errors before apply</a:t>
            </a:r>
          </a:p>
          <a:p>
            <a:r>
              <a:rPr lang="en-US" dirty="0"/>
              <a:t>Ensures compliance (CIS, NIST, SOC2)</a:t>
            </a:r>
          </a:p>
          <a:p>
            <a:r>
              <a:rPr lang="en-US" dirty="0"/>
              <a:t>Makes deployments safer and automated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99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DCC2-5A36-7238-8796-35D36836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Terratest</a:t>
            </a:r>
            <a:r>
              <a:rPr lang="en-IN" b="1" dirty="0"/>
              <a:t>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37478-1621-8199-C463-5D1C9B9BB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Go-based testing framework</a:t>
            </a:r>
            <a:r>
              <a:rPr lang="en-IN" dirty="0"/>
              <a:t> for Infrastructure as Code.</a:t>
            </a:r>
          </a:p>
          <a:p>
            <a:r>
              <a:rPr lang="en-IN" dirty="0"/>
              <a:t>Runs real Terraform deployments in a test environment.</a:t>
            </a:r>
          </a:p>
          <a:p>
            <a:r>
              <a:rPr lang="en-IN" dirty="0"/>
              <a:t>Validates:</a:t>
            </a:r>
          </a:p>
          <a:p>
            <a:pPr lvl="1"/>
            <a:r>
              <a:rPr lang="en-IN" dirty="0"/>
              <a:t>Resources created correctly</a:t>
            </a:r>
          </a:p>
          <a:p>
            <a:pPr lvl="1"/>
            <a:r>
              <a:rPr lang="en-IN" dirty="0"/>
              <a:t>Network connectivity</a:t>
            </a:r>
          </a:p>
          <a:p>
            <a:pPr lvl="1"/>
            <a:r>
              <a:rPr lang="en-IN" dirty="0"/>
              <a:t>Outputs (IP, endpoints, URLs)</a:t>
            </a:r>
          </a:p>
          <a:p>
            <a:pPr lvl="1"/>
            <a:r>
              <a:rPr lang="en-IN" dirty="0"/>
              <a:t>Destroy works cleanly</a:t>
            </a:r>
          </a:p>
          <a:p>
            <a:r>
              <a:rPr lang="en-IN" dirty="0"/>
              <a:t>Used for </a:t>
            </a:r>
            <a:r>
              <a:rPr lang="en-IN" b="1" dirty="0"/>
              <a:t>functional &amp; integration testing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552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05D6-2DF1-B57B-C2DB-BB4BE49C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Terratest</a:t>
            </a:r>
            <a:r>
              <a:rPr lang="en-IN" b="1" dirty="0"/>
              <a:t> Works (High-Level)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4267-43E3-D55F-0139-E0F0028C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tests in Go</a:t>
            </a:r>
          </a:p>
          <a:p>
            <a:r>
              <a:rPr lang="en-US" dirty="0"/>
              <a:t>Run Terraform apply inside a temp environment</a:t>
            </a:r>
          </a:p>
          <a:p>
            <a:r>
              <a:rPr lang="en-US" dirty="0"/>
              <a:t>Verify resource behavior</a:t>
            </a:r>
          </a:p>
          <a:p>
            <a:r>
              <a:rPr lang="en-US" dirty="0"/>
              <a:t>Run Terraform destroy</a:t>
            </a:r>
          </a:p>
          <a:p>
            <a:r>
              <a:rPr lang="en-US" dirty="0"/>
              <a:t>Clean up everything automatically</a:t>
            </a:r>
          </a:p>
          <a:p>
            <a:r>
              <a:rPr lang="en-US" dirty="0" err="1"/>
              <a:t>Terratest</a:t>
            </a:r>
            <a:r>
              <a:rPr lang="en-US" dirty="0"/>
              <a:t> simulates a </a:t>
            </a:r>
            <a:r>
              <a:rPr lang="en-US" b="1" dirty="0"/>
              <a:t>small real deployment</a:t>
            </a:r>
            <a:r>
              <a:rPr lang="en-US" dirty="0"/>
              <a:t> to ensure correctness.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92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DEC3-B506-834B-9883-62779BB5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Checkov</a:t>
            </a:r>
            <a:r>
              <a:rPr lang="en-IN" b="1" dirty="0"/>
              <a:t>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0E52-9D21-48A3-CE83-F01E3161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static analysis &amp; security scanning tool</a:t>
            </a:r>
            <a:r>
              <a:rPr lang="en-US" dirty="0"/>
              <a:t> for Terraform.</a:t>
            </a:r>
          </a:p>
          <a:p>
            <a:r>
              <a:rPr lang="en-US" dirty="0"/>
              <a:t>Detects:</a:t>
            </a:r>
          </a:p>
          <a:p>
            <a:pPr lvl="1"/>
            <a:r>
              <a:rPr lang="en-US" dirty="0"/>
              <a:t>Security misconfigurations</a:t>
            </a:r>
          </a:p>
          <a:p>
            <a:pPr lvl="1"/>
            <a:r>
              <a:rPr lang="en-US" dirty="0"/>
              <a:t>Policy violations</a:t>
            </a:r>
          </a:p>
          <a:p>
            <a:pPr lvl="1"/>
            <a:r>
              <a:rPr lang="en-US" dirty="0"/>
              <a:t>Non-compliant cloud settings</a:t>
            </a:r>
          </a:p>
          <a:p>
            <a:r>
              <a:rPr lang="en-US" dirty="0"/>
              <a:t>Works without deploying resources (scan-only).</a:t>
            </a:r>
          </a:p>
          <a:p>
            <a:r>
              <a:rPr lang="en-US" dirty="0"/>
              <a:t>Used for </a:t>
            </a:r>
            <a:r>
              <a:rPr lang="en-US" b="1" dirty="0"/>
              <a:t>security &amp; compliance testing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3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77E8A-1F59-1028-19D6-234EC75E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Checkov</a:t>
            </a:r>
            <a:r>
              <a:rPr lang="en-IN" b="1" dirty="0"/>
              <a:t>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8F3E6-1D85-5661-CC68-B1FC4B110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Scans Terraform files locally or in CI/CD.</a:t>
            </a:r>
          </a:p>
          <a:p>
            <a:r>
              <a:rPr lang="en-US" dirty="0"/>
              <a:t>Compares against 1000+ industry rules:</a:t>
            </a:r>
          </a:p>
          <a:p>
            <a:pPr lvl="1"/>
            <a:r>
              <a:rPr lang="en-US" dirty="0"/>
              <a:t>AWS CIS Benchmark</a:t>
            </a:r>
          </a:p>
          <a:p>
            <a:pPr lvl="1"/>
            <a:r>
              <a:rPr lang="en-US" dirty="0"/>
              <a:t>Azure Secure Baseline</a:t>
            </a:r>
          </a:p>
          <a:p>
            <a:pPr lvl="1"/>
            <a:r>
              <a:rPr lang="en-US" dirty="0"/>
              <a:t>GCP Security Best Practices</a:t>
            </a:r>
          </a:p>
          <a:p>
            <a:r>
              <a:rPr lang="en-US" dirty="0"/>
              <a:t>Checks issues like:</a:t>
            </a:r>
          </a:p>
          <a:p>
            <a:r>
              <a:rPr lang="en-US" dirty="0"/>
              <a:t>Public S3 buckets</a:t>
            </a:r>
          </a:p>
          <a:p>
            <a:r>
              <a:rPr lang="en-US" dirty="0"/>
              <a:t>Unencrypted disks</a:t>
            </a:r>
          </a:p>
          <a:p>
            <a:r>
              <a:rPr lang="en-US" dirty="0"/>
              <a:t>Security groups open to world</a:t>
            </a:r>
          </a:p>
          <a:p>
            <a:r>
              <a:rPr lang="en-US" dirty="0"/>
              <a:t>Missing IAM restrictions</a:t>
            </a:r>
          </a:p>
          <a:p>
            <a:r>
              <a:rPr lang="en-US" dirty="0"/>
              <a:t>RDS without backups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410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330B-A344-5F05-C0AF-456D39D9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Terratest</a:t>
            </a:r>
            <a:r>
              <a:rPr lang="en-IN" b="1" dirty="0"/>
              <a:t> vs </a:t>
            </a:r>
            <a:r>
              <a:rPr lang="en-IN" b="1" dirty="0" err="1"/>
              <a:t>Checkov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728D97-0652-39EF-66CE-A99D64D83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701382"/>
              </p:ext>
            </p:extLst>
          </p:nvPr>
        </p:nvGraphicFramePr>
        <p:xfrm>
          <a:off x="838198" y="1825624"/>
          <a:ext cx="10515600" cy="394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734949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04868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2276884"/>
                    </a:ext>
                  </a:extLst>
                </a:gridCol>
              </a:tblGrid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Terratest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Checkov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533454"/>
                  </a:ext>
                </a:extLst>
              </a:tr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Functional /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/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386452"/>
                  </a:ext>
                </a:extLst>
              </a:tr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 Terraform?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352108"/>
                  </a:ext>
                </a:extLst>
              </a:tr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 /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479091"/>
                  </a:ext>
                </a:extLst>
              </a:tr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Checks Real Resources?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117223"/>
                  </a:ext>
                </a:extLst>
              </a:tr>
              <a:tr h="65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infra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Detect misconfigurations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81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881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24B9-8870-7C5E-CC82-916EB986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Infra Testing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373E-34AD-75DC-9317-B46F6A57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Run </a:t>
            </a:r>
            <a:r>
              <a:rPr lang="en-IN" b="1" dirty="0" err="1"/>
              <a:t>Checkov</a:t>
            </a:r>
            <a:r>
              <a:rPr lang="en-IN" dirty="0"/>
              <a:t> on every commit (pre-apply).</a:t>
            </a:r>
          </a:p>
          <a:p>
            <a:r>
              <a:rPr lang="en-IN" dirty="0"/>
              <a:t>Use </a:t>
            </a:r>
            <a:r>
              <a:rPr lang="en-IN" b="1" dirty="0" err="1"/>
              <a:t>Terratest</a:t>
            </a:r>
            <a:r>
              <a:rPr lang="en-IN" dirty="0"/>
              <a:t> for critical infrastructure (VPC, RDS, IAM).</a:t>
            </a:r>
          </a:p>
          <a:p>
            <a:r>
              <a:rPr lang="en-IN" dirty="0"/>
              <a:t>Build CI/CD pipelines:</a:t>
            </a:r>
          </a:p>
          <a:p>
            <a:pPr lvl="1"/>
            <a:r>
              <a:rPr lang="en-IN" dirty="0"/>
              <a:t>terraform </a:t>
            </a:r>
            <a:r>
              <a:rPr lang="en-IN" dirty="0" err="1"/>
              <a:t>fmt</a:t>
            </a:r>
            <a:endParaRPr lang="en-IN" dirty="0"/>
          </a:p>
          <a:p>
            <a:pPr lvl="1"/>
            <a:r>
              <a:rPr lang="en-IN" dirty="0"/>
              <a:t>terraform validate</a:t>
            </a:r>
          </a:p>
          <a:p>
            <a:pPr lvl="1"/>
            <a:r>
              <a:rPr lang="en-IN" dirty="0" err="1"/>
              <a:t>checkov</a:t>
            </a:r>
            <a:r>
              <a:rPr lang="en-IN" dirty="0"/>
              <a:t> -d .</a:t>
            </a:r>
          </a:p>
          <a:p>
            <a:pPr lvl="1"/>
            <a:r>
              <a:rPr lang="en-IN" dirty="0" err="1"/>
              <a:t>Terratest</a:t>
            </a:r>
            <a:r>
              <a:rPr lang="en-IN" dirty="0"/>
              <a:t> integration runs</a:t>
            </a:r>
          </a:p>
          <a:p>
            <a:r>
              <a:rPr lang="en-IN" dirty="0"/>
              <a:t>Test dev/stage before prod.</a:t>
            </a:r>
          </a:p>
          <a:p>
            <a:r>
              <a:rPr lang="en-IN" dirty="0"/>
              <a:t>Automate cleanup in </a:t>
            </a:r>
            <a:r>
              <a:rPr lang="en-IN" dirty="0" err="1"/>
              <a:t>Terratest</a:t>
            </a:r>
            <a:r>
              <a:rPr lang="en-IN" dirty="0"/>
              <a:t> to avoid cost leaks.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20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1262-A4F2-0C53-A963-2805F3C7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DB0A-1A75-2809-039E-2C77B371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Terratest</a:t>
            </a:r>
            <a:r>
              <a:rPr lang="en-IN" dirty="0"/>
              <a:t> → validates </a:t>
            </a:r>
            <a:r>
              <a:rPr lang="en-IN" i="1" dirty="0" err="1"/>
              <a:t>behavior</a:t>
            </a:r>
            <a:r>
              <a:rPr lang="en-IN" dirty="0"/>
              <a:t> of deployed infra</a:t>
            </a:r>
          </a:p>
          <a:p>
            <a:r>
              <a:rPr lang="en-IN" dirty="0" err="1"/>
              <a:t>Checkov</a:t>
            </a:r>
            <a:r>
              <a:rPr lang="en-IN" dirty="0"/>
              <a:t> → validates </a:t>
            </a:r>
            <a:r>
              <a:rPr lang="en-IN" i="1" dirty="0"/>
              <a:t>security &amp; compliance</a:t>
            </a:r>
            <a:r>
              <a:rPr lang="en-IN" dirty="0"/>
              <a:t> of Terraform code</a:t>
            </a:r>
          </a:p>
          <a:p>
            <a:r>
              <a:rPr lang="en-IN" dirty="0"/>
              <a:t>Both tools make </a:t>
            </a:r>
            <a:r>
              <a:rPr lang="en-IN" dirty="0" err="1"/>
              <a:t>IaC</a:t>
            </a:r>
            <a:r>
              <a:rPr lang="en-IN" dirty="0"/>
              <a:t> safer, consistent, and production-ready</a:t>
            </a:r>
          </a:p>
          <a:p>
            <a:r>
              <a:rPr lang="en-IN" dirty="0"/>
              <a:t>Essential for enterprise-level DevOps and cloud automation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51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Testing Infrastructure (Terratest &amp; Checkov) </vt:lpstr>
      <vt:lpstr>Testing Infrastructure (Terratest, Checkov) </vt:lpstr>
      <vt:lpstr>Why Infrastructure Testing Matters </vt:lpstr>
      <vt:lpstr>What Is Terratest? </vt:lpstr>
      <vt:lpstr>How Terratest Works (High-Level) </vt:lpstr>
      <vt:lpstr>What Is Checkov? </vt:lpstr>
      <vt:lpstr>How Checkov Works </vt:lpstr>
      <vt:lpstr>Terratest vs Checkov </vt:lpstr>
      <vt:lpstr>Best Practices for Infra Testing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2025-11-21T08:50:25Z</dcterms:created>
  <dcterms:modified xsi:type="dcterms:W3CDTF">2025-11-21T08:50:35Z</dcterms:modified>
</cp:coreProperties>
</file>