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0DE4-2341-B63D-9CC7-9B69F5AF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E9233-67EE-FE86-C054-C0FF647B5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CA89D-116E-D911-34F1-B0C8F646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7A2-A9C8-1D6A-74F6-5DD5CF08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60DDE-3EBC-8750-BC7D-9878F91E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0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F62F-0BD0-AB51-FCDE-FF6E3FE0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CA7C-8098-367F-7AE3-1065A31A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B339-BA09-646F-E04C-1E714CFF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4DE4-67AD-7FA0-3A0C-1DA093F4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6805A-6237-92EB-4663-943E728D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3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8BD6-0BC0-DA5B-D704-3DD1450C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EBF8D-5558-B616-C755-1B24A368C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999B-0DF8-9466-5EB0-2B797D5C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A90A-31E1-A899-CD77-C70E656C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EBCDF-F0C5-90D8-1188-ACF178CA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6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B540-C81B-15F3-1D89-476E3F48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55D0-80CB-986F-1ECF-3EBF40C63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D4783-C15A-24AC-CA3C-4166B6FE6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AA307-B2B6-A157-5FD8-93B915CD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B6DBD-6051-C0E1-9242-8CD7D82F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95A7-5770-1359-DB6B-C7D61886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23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37B3-E655-E5DD-90D6-5A622D66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1C95-14C1-04B5-D30A-F02C952C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A2DB0-D2CB-DA65-420C-1CDF813F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DD005-EC7A-1508-E227-D9C06C19B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6E790-086D-D2B7-1F88-7B60DF71F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5E247-C240-4495-87DB-1D153437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9138C-1252-E682-FA96-C1AE1A83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3B3F2-828B-0101-9134-C53A728C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01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0D25-D8A7-6839-706D-40D11761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5D47F-A3FA-69B2-7FF6-944A5D8F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25B40-0E3C-B461-945B-B43C62A0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589B8-3C2B-5D73-EFB2-31F3EC20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9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64BE2-8AD0-AC3F-3005-1D5669E1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790A9-392A-C80C-4FFB-563A8D49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BE246-35BA-4236-3D8A-8A996055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89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BC61-D8F8-8692-ADE5-D879487F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4E816-EE17-4665-D4D3-6DF449896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5FA5E-C4C1-98E9-5E02-191CF583F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ED69-FDFD-47EA-6E2B-3E3E98FE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82B75-8978-98D9-5432-F5294C8D5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C2E38-0409-964C-226C-D1C680FE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9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A64E-A9D9-95CD-60ED-0F9E5636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1BB14-38F3-96F2-94B6-D64ABB73A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34C74-953A-7A59-14EE-3DD11384B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7F64A-317F-CE9C-9614-E8D72B05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9F380-4F74-C8EA-4368-00E82D5F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B8D3-687E-A076-E0BD-0F8EBF15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7047-AB2B-CDC0-01A6-160371D5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13588-E196-6E8A-AB0D-A210F2BD2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3654-1B15-C180-9C97-D1C29F97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92788-0D08-37D9-DADD-1A74EDB5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35C57-3225-BE8B-5580-95515A57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34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6598-C5B9-CAAD-243D-67492CBAC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411C3-ACE2-509E-086D-71F725FCF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2B30C-52BC-2679-EB24-A454E5DC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F510F-5B30-DD4F-3ADF-8367665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F0D16-3153-EF93-99DD-3E64793C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6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79249-6C31-3419-9B2D-2684892E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E2B94-5DAA-A181-E25D-58DA5B305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1FE4-465A-A280-7F9D-DCDE315F3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BE76A-86D6-43A5-BDC8-78D638CEDF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C40A1-5B08-03A5-D79E-72D959D0D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A28DD-3574-1EA7-9829-FD79D2012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121F3-C85A-497A-B6CA-B5DB04EF2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9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15F2-DBDC-CBCD-B2F0-C128766DE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8" y="0"/>
            <a:ext cx="10299032" cy="1957137"/>
          </a:xfrm>
        </p:spPr>
        <p:txBody>
          <a:bodyPr/>
          <a:lstStyle/>
          <a:p>
            <a:r>
              <a:rPr lang="en-IN" b="1" dirty="0"/>
              <a:t>GitHub – Code Versioning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88520-83C1-C4C4-308F-678E79A24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1716505"/>
            <a:ext cx="10475495" cy="3541295"/>
          </a:xfrm>
        </p:spPr>
        <p:txBody>
          <a:bodyPr/>
          <a:lstStyle/>
          <a:p>
            <a:pPr algn="l"/>
            <a:r>
              <a:rPr lang="en-US" b="1" dirty="0"/>
              <a:t>GitHub for Code Versioning</a:t>
            </a:r>
          </a:p>
          <a:p>
            <a:pPr algn="l"/>
            <a:r>
              <a:rPr lang="en-US" dirty="0"/>
              <a:t>GitHub is a platform that stores, tracks, and manages your code using Git version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66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F3E0-7999-C140-7CF0-C0ED27AA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Code Versioning?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601A4-E11E-54EC-8783-D894F88E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Tracking changes in code over time so every version is saved and recoverable.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Avoid losing code</a:t>
            </a:r>
          </a:p>
          <a:p>
            <a:r>
              <a:rPr lang="en-US" dirty="0"/>
              <a:t>Roll back easily</a:t>
            </a:r>
          </a:p>
          <a:p>
            <a:r>
              <a:rPr lang="en-US" dirty="0"/>
              <a:t>Track who changed what</a:t>
            </a:r>
          </a:p>
          <a:p>
            <a:r>
              <a:rPr lang="en-US" dirty="0"/>
              <a:t>Enable teamwork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39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EED7-BCAB-5EED-2901-D63A9455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GitHub for Versioning?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1D57-3A66-A010-B113-CE3CA5E5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offers:</a:t>
            </a:r>
          </a:p>
          <a:p>
            <a:r>
              <a:rPr lang="en-US" dirty="0"/>
              <a:t>Cloud-based code storage</a:t>
            </a:r>
          </a:p>
          <a:p>
            <a:r>
              <a:rPr lang="en-US" dirty="0"/>
              <a:t>Automatic version tracking</a:t>
            </a:r>
          </a:p>
          <a:p>
            <a:r>
              <a:rPr lang="en-US" dirty="0"/>
              <a:t>Collaboration tools (PRs, reviews)</a:t>
            </a:r>
          </a:p>
          <a:p>
            <a:r>
              <a:rPr lang="en-US" dirty="0"/>
              <a:t>CI/CD automation</a:t>
            </a:r>
          </a:p>
          <a:p>
            <a:r>
              <a:rPr lang="en-US" dirty="0"/>
              <a:t>Issue tracking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57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8C1C-5EA9-6AF0-9498-55780478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Versioning Concepts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F684E-3C40-85EB-D4F8-8FFA458C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Commit:</a:t>
            </a:r>
            <a:r>
              <a:rPr lang="en-US" dirty="0"/>
              <a:t> Snapshot of changes</a:t>
            </a:r>
          </a:p>
          <a:p>
            <a:r>
              <a:rPr lang="en-US" b="1" dirty="0"/>
              <a:t>Branch:</a:t>
            </a:r>
            <a:r>
              <a:rPr lang="en-US" dirty="0"/>
              <a:t> Separate workspace for features</a:t>
            </a:r>
          </a:p>
          <a:p>
            <a:r>
              <a:rPr lang="en-US" b="1" dirty="0"/>
              <a:t>Merge:</a:t>
            </a:r>
            <a:r>
              <a:rPr lang="en-US" dirty="0"/>
              <a:t> Combine changes into main branch</a:t>
            </a:r>
          </a:p>
          <a:p>
            <a:r>
              <a:rPr lang="en-US" b="1" dirty="0"/>
              <a:t>Pull Request (PR):</a:t>
            </a:r>
            <a:r>
              <a:rPr lang="en-US" dirty="0"/>
              <a:t> Request to merge changes</a:t>
            </a:r>
          </a:p>
          <a:p>
            <a:r>
              <a:rPr lang="en-US" b="1" dirty="0"/>
              <a:t>Clone / Fork:</a:t>
            </a:r>
            <a:r>
              <a:rPr lang="en-US" dirty="0"/>
              <a:t> Copying a repo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5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67E-1987-130E-CC39-3EAD7E80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GitHub Tracks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2817-F84D-73A3-6A50-C5A799715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commit stores:</a:t>
            </a:r>
          </a:p>
          <a:p>
            <a:r>
              <a:rPr lang="en-US" dirty="0"/>
              <a:t>Files changed</a:t>
            </a:r>
          </a:p>
          <a:p>
            <a:r>
              <a:rPr lang="en-US" dirty="0"/>
              <a:t>Who changed them</a:t>
            </a:r>
          </a:p>
          <a:p>
            <a:r>
              <a:rPr lang="en-US" dirty="0"/>
              <a:t>Time of change</a:t>
            </a:r>
          </a:p>
          <a:p>
            <a:r>
              <a:rPr lang="en-US" dirty="0"/>
              <a:t>Message describing update</a:t>
            </a:r>
          </a:p>
          <a:p>
            <a:r>
              <a:rPr lang="en-US" dirty="0"/>
              <a:t>GitHub visually shows the full history.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08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FD67-A5B6-16E7-B577-C8EC5AFB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GitHub Branching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D594A-337F-D2BA-40EA-67B32476D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usage:</a:t>
            </a:r>
          </a:p>
          <a:p>
            <a:r>
              <a:rPr lang="en-US" b="1" dirty="0"/>
              <a:t>main</a:t>
            </a:r>
            <a:r>
              <a:rPr lang="en-US" dirty="0"/>
              <a:t> → stable code</a:t>
            </a:r>
          </a:p>
          <a:p>
            <a:r>
              <a:rPr lang="en-US" b="1" dirty="0"/>
              <a:t>feature branches</a:t>
            </a:r>
            <a:r>
              <a:rPr lang="en-US" dirty="0"/>
              <a:t> → new work</a:t>
            </a:r>
          </a:p>
          <a:p>
            <a:r>
              <a:rPr lang="en-US" b="1" dirty="0"/>
              <a:t>hotfix branches</a:t>
            </a:r>
            <a:r>
              <a:rPr lang="en-US" dirty="0"/>
              <a:t> → quick fixes</a:t>
            </a:r>
          </a:p>
          <a:p>
            <a:r>
              <a:rPr lang="en-US" dirty="0"/>
              <a:t>Branching ensures main code is never broken.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74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27B1-2B43-12D2-D82E-C12E50FD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Code Versioning Workflow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BC25-DCFD-EF2D-F5CD-7ACFF7D3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Clone repository</a:t>
            </a:r>
          </a:p>
          <a:p>
            <a:r>
              <a:rPr lang="en-US" dirty="0"/>
              <a:t>Create branch</a:t>
            </a:r>
          </a:p>
          <a:p>
            <a:r>
              <a:rPr lang="en-US" dirty="0"/>
              <a:t>Write code</a:t>
            </a:r>
          </a:p>
          <a:p>
            <a:r>
              <a:rPr lang="en-US" dirty="0"/>
              <a:t>Commit changes</a:t>
            </a:r>
          </a:p>
          <a:p>
            <a:r>
              <a:rPr lang="en-US" dirty="0"/>
              <a:t>Push to GitHub</a:t>
            </a:r>
          </a:p>
          <a:p>
            <a:r>
              <a:rPr lang="en-US" dirty="0"/>
              <a:t>Open Pull Request</a:t>
            </a:r>
          </a:p>
          <a:p>
            <a:r>
              <a:rPr lang="en-US" dirty="0"/>
              <a:t>Review &amp; Merge</a:t>
            </a:r>
          </a:p>
          <a:p>
            <a:r>
              <a:rPr lang="en-US" dirty="0"/>
              <a:t>Delete branch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45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D122-1F08-8983-7F14-3F0140DB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for Teams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E3435-3E84-2894-E5A0-2C0F9D0F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Everyone works independently</a:t>
            </a:r>
          </a:p>
          <a:p>
            <a:r>
              <a:rPr lang="en-US" dirty="0"/>
              <a:t>No overwriting each other’s changes</a:t>
            </a:r>
          </a:p>
          <a:p>
            <a:r>
              <a:rPr lang="en-US" dirty="0"/>
              <a:t>Clear review + approval</a:t>
            </a:r>
          </a:p>
          <a:p>
            <a:r>
              <a:rPr lang="en-US" dirty="0"/>
              <a:t>audit trail</a:t>
            </a:r>
          </a:p>
          <a:p>
            <a:r>
              <a:rPr lang="en-US" dirty="0"/>
              <a:t>Seamless collaboration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34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05F3-46BB-91B7-2BE3-E99292DE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Tools for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09E21-B1EC-7FAB-2B0E-A99AF990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GitHub Desktop</a:t>
            </a:r>
            <a:r>
              <a:rPr lang="en-US" dirty="0"/>
              <a:t> (Beginner-friendly)</a:t>
            </a:r>
          </a:p>
          <a:p>
            <a:r>
              <a:rPr lang="en-US" b="1" dirty="0"/>
              <a:t>Git CLI</a:t>
            </a:r>
            <a:r>
              <a:rPr lang="en-US" dirty="0"/>
              <a:t> (Developers use daily)</a:t>
            </a:r>
          </a:p>
          <a:p>
            <a:r>
              <a:rPr lang="en-US" b="1" dirty="0"/>
              <a:t>GitHub Actions</a:t>
            </a:r>
            <a:r>
              <a:rPr lang="en-US" dirty="0"/>
              <a:t> (Automation)</a:t>
            </a:r>
          </a:p>
          <a:p>
            <a:r>
              <a:rPr lang="en-US" b="1" dirty="0"/>
              <a:t>Code Owners</a:t>
            </a:r>
            <a:r>
              <a:rPr lang="en-US" dirty="0"/>
              <a:t> (Mandatory reviewers)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32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5D15-9B3E-64B9-5A42-8F849207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A107-FFDC-DFF3-FBB1-EA408F932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versioning provides:</a:t>
            </a:r>
          </a:p>
          <a:p>
            <a:r>
              <a:rPr lang="en-US" dirty="0"/>
              <a:t>Full history of your code</a:t>
            </a:r>
          </a:p>
          <a:p>
            <a:r>
              <a:rPr lang="en-US" dirty="0"/>
              <a:t>Safe backup</a:t>
            </a:r>
          </a:p>
          <a:p>
            <a:r>
              <a:rPr lang="en-US" dirty="0"/>
              <a:t>Collaboration workflow</a:t>
            </a:r>
          </a:p>
          <a:p>
            <a:r>
              <a:rPr lang="en-US" dirty="0"/>
              <a:t>Rollback and recovery</a:t>
            </a:r>
          </a:p>
          <a:p>
            <a:r>
              <a:rPr lang="en-US" dirty="0"/>
              <a:t>Industry-standard version control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10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 – Code Versioning </vt:lpstr>
      <vt:lpstr>What Is Code Versioning? </vt:lpstr>
      <vt:lpstr>Why GitHub for Versioning?</vt:lpstr>
      <vt:lpstr>Core Versioning Concepts </vt:lpstr>
      <vt:lpstr>How GitHub Tracks Changes</vt:lpstr>
      <vt:lpstr>GitHub Branching Model </vt:lpstr>
      <vt:lpstr>Code Versioning Workflow </vt:lpstr>
      <vt:lpstr>Benefits for Teams </vt:lpstr>
      <vt:lpstr>GitHub Tools for Versioning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2025-11-19T06:33:10Z</dcterms:created>
  <dcterms:modified xsi:type="dcterms:W3CDTF">2025-11-19T06:33:21Z</dcterms:modified>
</cp:coreProperties>
</file>