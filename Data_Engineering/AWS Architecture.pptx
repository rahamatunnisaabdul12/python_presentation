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FB9C6-B570-DC15-88D1-AD486835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94E0F-9D5F-AE75-D176-88638FBB7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88159-AAA5-5A9D-D036-3B9F1D4E7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182DC-FE93-0964-7B7C-8A936F99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301A3-7DD8-0D69-B9E4-9FF2219A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51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22FC-4588-F93A-14D2-4844F78E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8D81E-B0DF-2263-635A-3DC234576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1EAE1-A7B1-C3FD-DC8B-0B6597D8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2ACF2-96CC-5553-2916-D46D6D36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90BEB-BBC5-679C-3C9F-DF1ABF36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8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E318-5A6D-9ABF-C1DB-9084DF7CB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85AD0-4FAA-55A8-27B3-094661169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159F4-03BB-DA30-B26E-24B62728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44B6F-A8C7-167E-2A87-D49A8288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2F6F1-8B38-C339-EE85-C2376A72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32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CAE92-E656-63CC-C2E9-C3726FB6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644FB-A565-3406-4939-41838588F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8558C-1D84-B1CB-F6B5-834D83CA8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1D8D2-2DDB-B902-DDD9-E43E1C7A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07B27-A992-1044-E30B-FE4617CC3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6B906-F128-6EDE-1E2C-618265B7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00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F2A4-EC1A-CEFA-8990-032D36B0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15E22-8905-0BB2-3674-66B103C21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81617-74AE-C787-09AA-9399CDEA1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0FC29-FF07-0F1E-7DFC-5F46D54D0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73A6-7A98-42D1-4580-79647D431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727E1B-CBE8-9558-5522-CBAABA21C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37E34-B8C0-1EE7-9773-DEA8C2E2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C5D04-BF30-8F16-FAAF-94684910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822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E217C-62CA-96FE-089C-1C5996CA5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3D04B-1180-1CA3-5DB2-985E3306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33AEE-0322-59B7-C485-C60BBF61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98014-A073-8711-99A7-0EED05153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65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CC3FB-077A-6F11-400F-730EF950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AA51A7-B4EB-BD44-AA43-A9894E0E3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AACB1-83E6-41B9-AA0F-8B4A0102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11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9B8F1-84AA-263D-765B-DD5E9A4B3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8B2AF-D774-703E-A0B0-38ECEF8A5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507A9-6C2A-F4A3-7EC3-B526EC399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19DA8-498C-82DC-1C5D-00C058F30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85BCC-FA0A-6814-0403-F4FC54F3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91B5A-7C58-033D-FD39-CA7590C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6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BD1DC-5602-9CB1-1909-88AFE22A5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781A5-F7BF-C4AA-9518-DA92B22CD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6362-25D6-A154-2038-6DEAF3EDF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A9A78-7ABC-6D8A-EDD7-B2AAAA534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E3768-86E1-8684-FD10-0B774D9B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4D14B-4666-A96B-718C-5F33E8F9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14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557A-6C1D-F651-5057-39234278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88DC1-974D-F369-3E0A-D482C0E80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38972-02E1-45B2-E081-3F024FE8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274EA-F1F2-6322-E6EF-8670B1A3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9B420-DC33-ED1F-DA70-A1B797B1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15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ACF28F-9969-B6D5-CC85-1E2F665E2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FE385-42F3-E2B2-3E06-87546C735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BB621-DF18-7F5D-92E2-F762845C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35684-B254-33DD-B107-68B98CDF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04359-754B-66DE-9C9E-976DC07A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90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5C412-9DE1-F270-F284-90A57EB7A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0AAD6-A96D-D1AA-6A6A-CF7CA4A84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141B-A82B-80FD-121E-4CF1CBE3D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BCD94-80FF-4EFA-BF33-D062645CDF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1134F-B550-BB84-694B-2ADEC4002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10A45-7E8C-0EAA-CB4C-9C19491FA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319EC-26AA-472B-BDBD-7E4B059D8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11F0-A2D5-5890-D700-4141CC0C5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-112295"/>
            <a:ext cx="10331116" cy="2630906"/>
          </a:xfrm>
        </p:spPr>
        <p:txBody>
          <a:bodyPr/>
          <a:lstStyle/>
          <a:p>
            <a:r>
              <a:rPr lang="en-IN" b="1" dirty="0"/>
              <a:t>AWS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F0C59-F647-FAC9-9EB0-2A29DDA9C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5" y="2197767"/>
            <a:ext cx="10331116" cy="375385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AWS Architecture?</a:t>
            </a:r>
          </a:p>
          <a:p>
            <a:pPr algn="l"/>
            <a:r>
              <a:rPr lang="en-US" b="1" dirty="0"/>
              <a:t>WHAT:</a:t>
            </a:r>
            <a:endParaRPr lang="en-US" dirty="0"/>
          </a:p>
          <a:p>
            <a:pPr algn="l"/>
            <a:r>
              <a:rPr lang="en-US" dirty="0"/>
              <a:t>The structural design of how AWS cloud services work together.</a:t>
            </a:r>
          </a:p>
          <a:p>
            <a:pPr algn="l"/>
            <a:r>
              <a:rPr lang="en-US" dirty="0"/>
              <a:t>Includes networking, compute, storage, databases, and security components.</a:t>
            </a:r>
          </a:p>
          <a:p>
            <a:pPr algn="l"/>
            <a:r>
              <a:rPr lang="en-US" dirty="0"/>
              <a:t>Defines how applications run securely and efficiently on AWS.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959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11C2-FEB4-1EDF-66EF-8B75241E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AWS Architecture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ECF94-8211-2ACA-AB0B-55C41969B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Ensures high availability &amp; fault tolerance</a:t>
            </a:r>
          </a:p>
          <a:p>
            <a:r>
              <a:rPr lang="en-US" dirty="0"/>
              <a:t>Improves performance and scalability</a:t>
            </a:r>
          </a:p>
          <a:p>
            <a:r>
              <a:rPr lang="en-US" dirty="0"/>
              <a:t>Protects systems using layered security</a:t>
            </a:r>
          </a:p>
          <a:p>
            <a:r>
              <a:rPr lang="en-US" dirty="0"/>
              <a:t>Reduces cost through optimized design</a:t>
            </a:r>
          </a:p>
          <a:p>
            <a:r>
              <a:rPr lang="en-US" dirty="0"/>
              <a:t>Supports enterprise-level workloads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9073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C516-FCF9-7F30-BA89-9913E7A30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AWS Architecture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4724F-D844-BC29-44F5-64D282BD1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Uses distributed components like regions, AZs, load balancers, and VPCs</a:t>
            </a:r>
          </a:p>
          <a:p>
            <a:r>
              <a:rPr lang="en-US" dirty="0"/>
              <a:t>Services interact through secure private networks</a:t>
            </a:r>
          </a:p>
          <a:p>
            <a:r>
              <a:rPr lang="en-US" dirty="0"/>
              <a:t>Auto Scaling + monitoring ensures performance</a:t>
            </a:r>
          </a:p>
          <a:p>
            <a:r>
              <a:rPr lang="en-US" dirty="0"/>
              <a:t>Data stored across zones for durability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85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66AE-64D2-D916-8448-23623146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Regions &amp; Availability Zones (What)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479AE-A3D1-4EDC-A41C-3092CB952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b="1" dirty="0"/>
              <a:t>Regions</a:t>
            </a:r>
            <a:r>
              <a:rPr lang="en-US" dirty="0"/>
              <a:t> = physical geographical locations</a:t>
            </a:r>
          </a:p>
          <a:p>
            <a:r>
              <a:rPr lang="en-US" b="1" dirty="0"/>
              <a:t>Availability Zones (AZs)</a:t>
            </a:r>
            <a:r>
              <a:rPr lang="en-US" dirty="0"/>
              <a:t> = isolated data centers inside each region</a:t>
            </a:r>
          </a:p>
          <a:p>
            <a:r>
              <a:rPr lang="en-US" dirty="0"/>
              <a:t>Provide redundancy, disaster recovery, and low latency.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68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817A-6FCA-67D7-1B54-5F97B44C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Regions &amp; AZs Are Important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8D8D-9581-F577-8813-2118B6C8C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Prevents application downtime</a:t>
            </a:r>
          </a:p>
          <a:p>
            <a:r>
              <a:rPr lang="en-US" dirty="0"/>
              <a:t>Enables global deployments</a:t>
            </a:r>
          </a:p>
          <a:p>
            <a:r>
              <a:rPr lang="en-US" dirty="0"/>
              <a:t>Helps meet compliance and data residency rules</a:t>
            </a:r>
          </a:p>
          <a:p>
            <a:r>
              <a:rPr lang="en-US" dirty="0"/>
              <a:t>Ensures failover and disaster recovery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256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8AE1-932A-887F-D92F-484B57CB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Networking Architecture (What / 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2C8B7-9949-793C-9E27-D2202A486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1138989"/>
            <a:ext cx="10968789" cy="5037974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WHAT:</a:t>
            </a:r>
            <a:endParaRPr lang="en-IN" dirty="0"/>
          </a:p>
          <a:p>
            <a:r>
              <a:rPr lang="en-IN" dirty="0"/>
              <a:t>VPC (Virtual Private Cloud)</a:t>
            </a:r>
          </a:p>
          <a:p>
            <a:r>
              <a:rPr lang="en-IN" dirty="0"/>
              <a:t>Subnets (public &amp; private)</a:t>
            </a:r>
          </a:p>
          <a:p>
            <a:r>
              <a:rPr lang="en-IN" dirty="0"/>
              <a:t>Route tables</a:t>
            </a:r>
          </a:p>
          <a:p>
            <a:r>
              <a:rPr lang="en-IN" dirty="0"/>
              <a:t>Internet Gateway, NAT Gateway</a:t>
            </a:r>
          </a:p>
          <a:p>
            <a:r>
              <a:rPr lang="en-IN" dirty="0"/>
              <a:t>Security Groups &amp; NACLs</a:t>
            </a:r>
          </a:p>
          <a:p>
            <a:r>
              <a:rPr lang="en-IN" b="1" dirty="0"/>
              <a:t>HOW:</a:t>
            </a:r>
            <a:endParaRPr lang="en-IN" dirty="0"/>
          </a:p>
          <a:p>
            <a:r>
              <a:rPr lang="en-IN" dirty="0"/>
              <a:t>VPC isolates your cloud environment</a:t>
            </a:r>
          </a:p>
          <a:p>
            <a:r>
              <a:rPr lang="en-IN" dirty="0"/>
              <a:t>Public subnets host load balancers or web servers</a:t>
            </a:r>
          </a:p>
          <a:p>
            <a:r>
              <a:rPr lang="en-IN" dirty="0"/>
              <a:t>Private subnets host databases &amp; internal apps</a:t>
            </a:r>
          </a:p>
          <a:p>
            <a:r>
              <a:rPr lang="en-IN" dirty="0"/>
              <a:t>Security layers control inbound/outbound traffic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781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739A-6B08-A8DE-CD79-5D249320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Compute &amp; Storage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CC731-3AFD-A9C5-A7C5-A4AA3D5E0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WHAT:</a:t>
            </a:r>
            <a:endParaRPr lang="en-IN" dirty="0"/>
          </a:p>
          <a:p>
            <a:r>
              <a:rPr lang="en-IN" b="1" dirty="0"/>
              <a:t>Compute:</a:t>
            </a:r>
            <a:r>
              <a:rPr lang="en-IN" dirty="0"/>
              <a:t> EC2, Lambda, ECS, EKS</a:t>
            </a:r>
          </a:p>
          <a:p>
            <a:r>
              <a:rPr lang="en-IN" b="1" dirty="0"/>
              <a:t>Storage:</a:t>
            </a:r>
            <a:r>
              <a:rPr lang="en-IN" dirty="0"/>
              <a:t> S3, EBS, EFS, Glacier</a:t>
            </a:r>
          </a:p>
          <a:p>
            <a:r>
              <a:rPr lang="en-IN" b="1" dirty="0"/>
              <a:t>HOW:</a:t>
            </a:r>
            <a:endParaRPr lang="en-IN" dirty="0"/>
          </a:p>
          <a:p>
            <a:r>
              <a:rPr lang="en-IN" dirty="0"/>
              <a:t>EC2 for scalable servers</a:t>
            </a:r>
          </a:p>
          <a:p>
            <a:r>
              <a:rPr lang="en-IN" dirty="0"/>
              <a:t>Lambda for serverless execution</a:t>
            </a:r>
          </a:p>
          <a:p>
            <a:r>
              <a:rPr lang="en-IN" dirty="0"/>
              <a:t>S3 for unlimited data storage</a:t>
            </a:r>
          </a:p>
          <a:p>
            <a:r>
              <a:rPr lang="en-IN" dirty="0"/>
              <a:t>EBS/EFS for high-performance file storage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29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7F65C-B61F-AA88-0C19-5821CD84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Security &amp; IAM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F03F-39B2-DFCA-B662-5F51C156B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IAM roles, policies, users, groups</a:t>
            </a:r>
          </a:p>
          <a:p>
            <a:r>
              <a:rPr lang="en-US" dirty="0"/>
              <a:t>KMS for encryption</a:t>
            </a:r>
          </a:p>
          <a:p>
            <a:r>
              <a:rPr lang="en-US" dirty="0"/>
              <a:t>Security groups + firewalls</a:t>
            </a:r>
          </a:p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IAM defines who can access what</a:t>
            </a:r>
          </a:p>
          <a:p>
            <a:r>
              <a:rPr lang="en-US" dirty="0"/>
              <a:t>KMS secures sensitive data</a:t>
            </a:r>
          </a:p>
          <a:p>
            <a:r>
              <a:rPr lang="en-US" dirty="0"/>
              <a:t>Security groups protect instances</a:t>
            </a:r>
          </a:p>
          <a:p>
            <a:r>
              <a:rPr lang="en-US" dirty="0"/>
              <a:t>Encryption used for data at rest &amp; transit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723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62A2E-20AB-FDB8-D761-5F1B704DA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8720B-2EBE-A578-00EA-0596B357E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architecture is a combination of compute, storage, networking, and security layers.</a:t>
            </a:r>
          </a:p>
          <a:p>
            <a:r>
              <a:rPr lang="en-US" dirty="0"/>
              <a:t>Built on Regions &amp; AZs for high availability.</a:t>
            </a:r>
          </a:p>
          <a:p>
            <a:r>
              <a:rPr lang="en-US" dirty="0"/>
              <a:t>VPC, subnets, and security groups create a secure cloud network.</a:t>
            </a:r>
          </a:p>
          <a:p>
            <a:r>
              <a:rPr lang="en-US"/>
              <a:t>Supports scalable, fault-tolerant, and global applications.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496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AWS Architecture </vt:lpstr>
      <vt:lpstr>Why AWS Architecture Matters </vt:lpstr>
      <vt:lpstr>How AWS Architecture Works</vt:lpstr>
      <vt:lpstr>AWS Regions &amp; Availability Zones (What) </vt:lpstr>
      <vt:lpstr>Why Regions &amp; AZs Are Important </vt:lpstr>
      <vt:lpstr>AWS Networking Architecture (What / How) </vt:lpstr>
      <vt:lpstr>Compute &amp; Storage Architecture </vt:lpstr>
      <vt:lpstr>Security &amp; IAM Architecture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2025-11-19T11:08:58Z</dcterms:created>
  <dcterms:modified xsi:type="dcterms:W3CDTF">2025-11-19T11:09:09Z</dcterms:modified>
</cp:coreProperties>
</file>