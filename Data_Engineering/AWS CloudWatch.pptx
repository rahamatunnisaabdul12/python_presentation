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A347-77FF-A071-EF24-196BCEFA1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16262-AF70-E713-D97D-3E3E012AD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51621-AA85-5610-B859-AAD19C9E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73AE5-7B68-DD48-AE70-187DAEB2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56C89-9E7A-7169-74AE-79EE9232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7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378A-9AF4-4453-5C7E-9BAB6B99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6FF14-0BDC-F5EC-35FE-332B8D3CA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62262-B94E-2BED-8504-3E56DDA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8EC47-3CD0-367E-7323-DF9C2908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1C990-DA40-D6FF-CBEB-E4DB7394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6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C4C5-44B8-369C-6201-A16DB66D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32753-071C-C860-319B-95D616C7D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BE702-D46E-7465-148A-A5150A6F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E29F7-5F79-2C47-430E-78FB2BE51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34582-32DA-9C33-CCC1-2F46D12B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68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3C4A-9ED7-90CC-854F-1605A613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7022E-9601-7B5D-F4FA-465C6558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2410C-8017-F58B-E205-28B2705BA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59D36-2B04-AA4F-73A4-F10B8BAA0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6B06D-D32E-BF48-0055-D5AB6BC1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541F8-7DF7-17ED-9D46-7B52F4E8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F215-9C49-995E-3A6A-F2394F3F2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DE789-DC55-7044-A009-3BE439692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CDDBB-C64D-F5D6-8152-75AFEB110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FD0D4-D247-DF40-155C-AF86E4CDB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53615-AF9D-ED2D-2EB9-062167FB5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5346A-764A-031F-7CCC-7958D8F3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937E2-168F-24A3-4E0B-7E551919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0FF437-79A5-5223-ACF5-9A9CF37C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3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0E2B-86C3-94C6-03E0-D3D4FD12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EE1F-1DEB-D3B0-51ED-051AF0D3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E1383-2478-00DE-1603-A77F9C71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FE98B-6404-B4F8-3C08-D815F656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8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EC6C8-4A51-29EA-4CAC-B9D96ACAF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42069-3E46-5CAB-8A81-F97B22CB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23CF-4602-3E01-09D4-69EB519A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9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93F7-5198-3284-BB31-D7CEBF07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1AAA6-6D71-A526-8955-AEC6E0295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CF426-C481-0BCB-54F0-626A304F1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9F1C6-A86E-69DF-2140-A5E15620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FFEDA-BF43-96DB-84B2-F37A0A29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BDFD8-B567-9553-FBFE-9FF4CF7B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09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CF53C-3CDE-491F-F937-8F37C90F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55DAF8-F1C0-75D7-9781-A156CED85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E58D6-1A53-5F1A-CEFE-EB55122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20422-98C8-8FB1-011F-DBD3399C1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4206A-054A-6097-EC15-B97BF282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3C3FE-A2BF-10A6-2258-3E2711B6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1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B156-AD6A-CFD1-02F7-E3BA9C75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98290-83F1-FE63-9642-710494636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26D76-4888-C9CC-1DB1-0CCBE6A4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902C8-9AD1-DB51-B0EA-9B7C6AB7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DD93A-1763-C78A-2C15-1262259F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46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BA73D7-3144-CAB2-FC9F-64DED6E03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1A26B-045F-4216-7673-F63736576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0A6E-C289-CF93-19CD-F5E42F01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E0DE7-5D93-3608-3F04-B7616B30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450F6-D17F-2640-0C29-649C4182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23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DB708-301C-2ECD-C926-88582F46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29AA9-276E-920A-B392-A4AA50F81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33D9F-4CF3-2B75-2C5F-C964D4053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FC07C-411C-44C2-A7BF-38BCDE5F094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C71F6-6234-9356-3375-265101720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80CC5-AE22-9E72-1213-7F79A3067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08508-9FAF-4E81-A68A-50CAD9F82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61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F6E5-34E0-99EE-6860-E038CEF43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76463"/>
            <a:ext cx="10668000" cy="2277979"/>
          </a:xfrm>
        </p:spPr>
        <p:txBody>
          <a:bodyPr/>
          <a:lstStyle/>
          <a:p>
            <a:r>
              <a:rPr lang="en-IN" b="1" dirty="0"/>
              <a:t>AWS CloudWatch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C568A-B5FE-FA46-C733-ED75D200B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2149643"/>
            <a:ext cx="10218821" cy="310815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CloudWatch? (WHAT)</a:t>
            </a:r>
          </a:p>
          <a:p>
            <a:pPr algn="l"/>
            <a:r>
              <a:rPr lang="en-US" dirty="0"/>
              <a:t>A </a:t>
            </a:r>
            <a:r>
              <a:rPr lang="en-US" b="1" dirty="0"/>
              <a:t>monitoring and observability</a:t>
            </a:r>
            <a:r>
              <a:rPr lang="en-US" dirty="0"/>
              <a:t> service in AWS.</a:t>
            </a:r>
          </a:p>
          <a:p>
            <a:pPr algn="l"/>
            <a:r>
              <a:rPr lang="en-US" dirty="0"/>
              <a:t>Collects </a:t>
            </a:r>
            <a:r>
              <a:rPr lang="en-US" b="1" dirty="0"/>
              <a:t>logs, metrics, events, traces</a:t>
            </a:r>
            <a:r>
              <a:rPr lang="en-US" dirty="0"/>
              <a:t> from AWS services &amp; applications.</a:t>
            </a:r>
          </a:p>
          <a:p>
            <a:pPr algn="l"/>
            <a:r>
              <a:rPr lang="en-US" dirty="0"/>
              <a:t>Provides dashboards, alerts, alarms, and automated responses.</a:t>
            </a:r>
          </a:p>
          <a:p>
            <a:pPr algn="l"/>
            <a:r>
              <a:rPr lang="en-US" dirty="0"/>
              <a:t>Works with almost every AWS service by default.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232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FB1F-777F-D146-6603-070D8779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CloudWatch is Used?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7613-9557-955C-B97A-88D0D17F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track application performance and resource health.</a:t>
            </a:r>
          </a:p>
          <a:p>
            <a:r>
              <a:rPr lang="en-US" dirty="0"/>
              <a:t>To troubleshoot errors using real-time logs.</a:t>
            </a:r>
          </a:p>
          <a:p>
            <a:r>
              <a:rPr lang="en-US" dirty="0"/>
              <a:t>To set alarms and get automatic notifications.</a:t>
            </a:r>
          </a:p>
          <a:p>
            <a:r>
              <a:rPr lang="en-US" dirty="0"/>
              <a:t>To reduce downtime through proactive alerts.</a:t>
            </a:r>
          </a:p>
          <a:p>
            <a:r>
              <a:rPr lang="en-US" dirty="0"/>
              <a:t>To optimize cost by monitoring resource usage.</a:t>
            </a:r>
          </a:p>
        </p:txBody>
      </p:sp>
    </p:spTree>
    <p:extLst>
      <p:ext uri="{BB962C8B-B14F-4D97-AF65-F5344CB8AC3E}">
        <p14:creationId xmlns:p14="http://schemas.microsoft.com/office/powerpoint/2010/main" val="314796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944B-2048-21D9-82C2-DE7AE467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CloudWatch Works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5C4C5-DBF5-7F35-E1AA-0250CD65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services generate </a:t>
            </a:r>
            <a:r>
              <a:rPr lang="en-IN" b="1" dirty="0"/>
              <a:t>metrics</a:t>
            </a:r>
            <a:r>
              <a:rPr lang="en-IN" dirty="0"/>
              <a:t> (CPU, network, memory, API calls).</a:t>
            </a:r>
          </a:p>
          <a:p>
            <a:r>
              <a:rPr lang="en-IN" dirty="0"/>
              <a:t>Applications send </a:t>
            </a:r>
            <a:r>
              <a:rPr lang="en-IN" b="1" dirty="0"/>
              <a:t>logs</a:t>
            </a:r>
            <a:r>
              <a:rPr lang="en-IN" dirty="0"/>
              <a:t> (JSON, text, structured logs).</a:t>
            </a:r>
          </a:p>
          <a:p>
            <a:r>
              <a:rPr lang="en-IN" dirty="0"/>
              <a:t>CloudWatch stores them in </a:t>
            </a:r>
            <a:r>
              <a:rPr lang="en-IN" b="1" dirty="0"/>
              <a:t>Log Groups + Streams</a:t>
            </a:r>
            <a:r>
              <a:rPr lang="en-IN" dirty="0"/>
              <a:t>.</a:t>
            </a:r>
          </a:p>
          <a:p>
            <a:r>
              <a:rPr lang="en-IN" dirty="0"/>
              <a:t>You create </a:t>
            </a:r>
            <a:r>
              <a:rPr lang="en-IN" b="1" dirty="0"/>
              <a:t>dashboards</a:t>
            </a:r>
            <a:r>
              <a:rPr lang="en-IN" dirty="0"/>
              <a:t> to visualize usage.</a:t>
            </a:r>
          </a:p>
          <a:p>
            <a:r>
              <a:rPr lang="en-IN" dirty="0"/>
              <a:t>You create </a:t>
            </a:r>
            <a:r>
              <a:rPr lang="en-IN" b="1" dirty="0"/>
              <a:t>alarms</a:t>
            </a:r>
            <a:r>
              <a:rPr lang="en-IN" dirty="0"/>
              <a:t> to trigger actions (email, SMS, Lambda, SNS).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860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6F60-2178-4395-78AF-843CE604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CloudWatch Components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6E853-181C-0957-E105-5ECC798A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CloudWatch Metrics</a:t>
            </a:r>
            <a:r>
              <a:rPr lang="en-IN" dirty="0"/>
              <a:t> → Numeric data (CPU, RAM, latency).</a:t>
            </a:r>
          </a:p>
          <a:p>
            <a:r>
              <a:rPr lang="en-IN" b="1" dirty="0"/>
              <a:t>CloudWatch Logs</a:t>
            </a:r>
            <a:r>
              <a:rPr lang="en-IN" dirty="0"/>
              <a:t> → Application logs, Lambda logs, API logs.</a:t>
            </a:r>
          </a:p>
          <a:p>
            <a:r>
              <a:rPr lang="en-IN" b="1" dirty="0"/>
              <a:t>CloudWatch Alarms</a:t>
            </a:r>
            <a:r>
              <a:rPr lang="en-IN" dirty="0"/>
              <a:t> → Automatic alerts.</a:t>
            </a:r>
          </a:p>
          <a:p>
            <a:r>
              <a:rPr lang="en-IN" b="1" dirty="0"/>
              <a:t>CloudWatch Events / </a:t>
            </a:r>
            <a:r>
              <a:rPr lang="en-IN" b="1" dirty="0" err="1"/>
              <a:t>EventBridge</a:t>
            </a:r>
            <a:r>
              <a:rPr lang="en-IN" dirty="0"/>
              <a:t> → Triggers &amp; automation.</a:t>
            </a:r>
          </a:p>
          <a:p>
            <a:r>
              <a:rPr lang="en-IN" b="1" dirty="0"/>
              <a:t>CloudWatch Dashboards</a:t>
            </a:r>
            <a:r>
              <a:rPr lang="en-IN" dirty="0"/>
              <a:t> → Custom visual monitoring.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95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8A99-150E-1B50-9CFD-D19585F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CloudWatch is Important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104D-2387-BBB3-67BF-71B0846A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Improves system reliability and uptime.</a:t>
            </a:r>
          </a:p>
          <a:p>
            <a:r>
              <a:rPr lang="en-US" dirty="0"/>
              <a:t>Helps detect failures early.</a:t>
            </a:r>
          </a:p>
          <a:p>
            <a:r>
              <a:rPr lang="en-US" dirty="0"/>
              <a:t>Simplifies debugging with log insights.</a:t>
            </a:r>
          </a:p>
          <a:p>
            <a:r>
              <a:rPr lang="en-US" dirty="0"/>
              <a:t>Reduces manual monitoring.</a:t>
            </a:r>
          </a:p>
          <a:p>
            <a:r>
              <a:rPr lang="en-US" dirty="0"/>
              <a:t>Integrates with Lambda, SNS, SQS for automation.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91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2BFB-3EBF-258E-0567-56D289BE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CloudWatch Alarms Work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62AD1-912D-1535-C189-94736372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a metric (e.g., EC2 CPU &gt; 80%).</a:t>
            </a:r>
          </a:p>
          <a:p>
            <a:r>
              <a:rPr lang="en-IN" dirty="0"/>
              <a:t>Set threshold &amp; evaluation period.</a:t>
            </a:r>
          </a:p>
          <a:p>
            <a:r>
              <a:rPr lang="en-IN" dirty="0"/>
              <a:t>Configure action → email (SNS), SMS, Lambda trigger, stop/start EC2.</a:t>
            </a:r>
          </a:p>
          <a:p>
            <a:r>
              <a:rPr lang="en-IN" dirty="0"/>
              <a:t>Alarm changes states: </a:t>
            </a:r>
            <a:r>
              <a:rPr lang="en-IN" b="1" dirty="0"/>
              <a:t>OK → ALARM → INSUFFICIENT DATA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00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94BC-B5F0-1C48-866A-C91E8B3C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Use Cases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84EC-D7A0-7259-2D48-03C1834D0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Monitor EC2 CPU and restart server automatically.</a:t>
            </a:r>
          </a:p>
          <a:p>
            <a:r>
              <a:rPr lang="en-IN" dirty="0"/>
              <a:t>Track S3 bucket access logs for security.</a:t>
            </a:r>
          </a:p>
          <a:p>
            <a:r>
              <a:rPr lang="en-IN" dirty="0"/>
              <a:t>Trigger Lambda when API Gateway logs show errors.</a:t>
            </a:r>
          </a:p>
          <a:p>
            <a:r>
              <a:rPr lang="en-IN" dirty="0"/>
              <a:t>Monitor costs using Billing metrics.</a:t>
            </a:r>
          </a:p>
          <a:p>
            <a:r>
              <a:rPr lang="en-IN" dirty="0"/>
              <a:t>Set alarms for RDS connections, latency, or storage.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049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E056-671D-8312-30F2-9ED37751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(WHY)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BB834-38FB-9B06-58D3-723E94210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detection of anomalies.</a:t>
            </a:r>
          </a:p>
          <a:p>
            <a:r>
              <a:rPr lang="en-US" dirty="0"/>
              <a:t>Centralized logging for all AWS services.</a:t>
            </a:r>
          </a:p>
          <a:p>
            <a:r>
              <a:rPr lang="en-US" dirty="0"/>
              <a:t>Custom metrics for application events.</a:t>
            </a:r>
          </a:p>
          <a:p>
            <a:r>
              <a:rPr lang="en-US" dirty="0"/>
              <a:t>Cost optimization using insights and alerts.</a:t>
            </a:r>
          </a:p>
          <a:p>
            <a:r>
              <a:rPr lang="en-US" dirty="0"/>
              <a:t>Automates recovery workflows.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602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4B51-8A83-8194-A6D0-7C9199AA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D84F0-3580-A49C-B6C3-2B85F2595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CloudWatch = </a:t>
            </a:r>
            <a:r>
              <a:rPr lang="en-US" b="1" dirty="0"/>
              <a:t>Monitoring + Logging + Alerting + Automation</a:t>
            </a:r>
            <a:r>
              <a:rPr lang="en-US" dirty="0"/>
              <a:t>.</a:t>
            </a:r>
          </a:p>
          <a:p>
            <a:r>
              <a:rPr lang="en-US" dirty="0"/>
              <a:t>Essential for reliable, scalable AWS workloads.</a:t>
            </a:r>
          </a:p>
          <a:p>
            <a:r>
              <a:rPr lang="en-US"/>
              <a:t>Helps troubleshoot, optimize, and secure your infrastructure.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50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CloudWatch </vt:lpstr>
      <vt:lpstr>Why CloudWatch is Used? (WHY) </vt:lpstr>
      <vt:lpstr>How CloudWatch Works (HOW) </vt:lpstr>
      <vt:lpstr>Key CloudWatch Components (WHAT)</vt:lpstr>
      <vt:lpstr>Why CloudWatch is Important (WHY)</vt:lpstr>
      <vt:lpstr>How CloudWatch Alarms Work (HOW) </vt:lpstr>
      <vt:lpstr>Real Use Cases (WHAT)</vt:lpstr>
      <vt:lpstr>Benefits (WHY)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2025-11-20T09:24:54Z</dcterms:created>
  <dcterms:modified xsi:type="dcterms:W3CDTF">2025-11-20T09:25:00Z</dcterms:modified>
</cp:coreProperties>
</file>