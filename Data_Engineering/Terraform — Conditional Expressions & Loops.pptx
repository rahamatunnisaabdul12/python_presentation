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D18E0-1896-785E-9288-32F619F21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E692A-75A8-7E07-E3D8-F5C576D1A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F0DB-62EF-C028-4060-EA14E0C1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16F6C-DC9C-4E81-378B-B86B7F27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C331-CE2C-70E7-6F09-D4352627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12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4089-9A77-F8FE-1751-3E01680E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189C-3615-C0ED-AB1A-D436CBE8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04B0-5909-A263-392B-797FFA86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E6782-249A-AA77-F28F-C7CB1CA4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C321-38B6-85C0-7690-3328A3AF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25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6315-1307-2AC4-08E1-5483BF4E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237A8-DE69-C294-0E1D-3E3180CC9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C913-08C0-1CC8-0CA9-3D806F7AB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76DE7-1A2D-CFFB-FE53-C9472E10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798F-35A8-0E52-458E-DD3515EC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76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09E4-B27A-51F2-9E9C-DFDA9958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4F28-E059-4A41-B84E-17BE5C5C2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4D999-A09C-0F84-0996-7CDFD89A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B88A-3DA1-3242-FB45-20FF3C97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DCCF7-E915-0D7E-0876-B6A7E5DE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9931E-C0A0-BE61-0D57-4A9620D2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0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C057-F118-28E5-D7A9-B554D0C3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0D84-C616-33FE-C7E3-014D6C40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3FCA1-B4E8-255F-FBB8-8B0F00B1A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44892-F723-CE87-594B-D336E6124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A534D-C0C2-6E6C-9D91-7FE0486C4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5B0B4-6670-B283-1432-D1CDAACA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43CFE-572B-5D2B-B311-E003E795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C586-7B63-DDCC-8BF5-6D269F9B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40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3AE9-8E06-E244-6C73-0E5E89FD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E5127-3CBE-EE94-41F2-6CFF0BE6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58059-F0D0-FEAB-040F-190E912E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46B95-DABF-1D71-FEC2-EB1392B8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93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D3C7C-EAD0-13F2-9494-B607DF29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FF032-1A0F-2859-8807-3FEC655B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56A68-2BE9-5576-D9E3-FDB9231F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38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554A-68FE-5D9D-49B0-E65B92D2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981E-BE5C-52F7-CDAF-40FAB668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8F1BF-D38B-2004-CDB4-2C396F71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9F889-0F86-9F79-07BC-3A564E89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7EB15-590A-FA38-6955-79FD74D8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6D44A-EC87-277F-51DA-BB926F1B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4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CAB6-C2FB-454A-0F3D-AB9955C1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B2D7D-38CA-929F-833A-A1A12789B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BCF5D-C59E-D7B9-E5E6-B72BB3700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6B4C4-C2EF-ADF2-2492-157E4298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E0AAF-0F7A-1E93-1AFC-9DE1DDFC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299F0-B35F-DEA2-8C83-079349B9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9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D384-2487-3711-A489-01B02910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4E4B6-9EA9-D9C7-C967-9FDAEC0EA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ACB3F-3988-AB7F-3613-2B392011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21771-4A5F-68FA-09FA-63F1AE76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CD35D-AAF6-11F2-E1CC-25B4120D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7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AA620-1C4F-8F9D-DC03-7AAD0649F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DA689-C818-F823-41CC-7585339BA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DFEDE-B368-0239-2A79-943E2863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42DC3-B539-FBC7-AA56-454A561C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E2022-AB67-5CEC-AFDD-7296179B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0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705DA-EB98-C1C5-0B73-F6E6B79F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60DEA-8DAE-953A-AE09-384BA4584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24E7E-6F2B-EF6E-E701-8363E049D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A2591-20B9-47EE-83D0-D98C2671A92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C38DE-0FFE-B369-CE3B-52F3C4B42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F306C-0186-0F10-4D65-7CABD1E3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16FE6-1581-4674-AF41-5810FA4C9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1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23E1-B48E-268A-4862-F7F0C9031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0668000" cy="1860884"/>
          </a:xfrm>
        </p:spPr>
        <p:txBody>
          <a:bodyPr/>
          <a:lstStyle/>
          <a:p>
            <a:r>
              <a:rPr lang="en-IN" b="1"/>
              <a:t>Terraform — Conditional Expressions &amp; Loops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DF8F0-E653-D889-9940-E3320C8CA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16" y="1860885"/>
            <a:ext cx="10395284" cy="339691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Conditional Expressions?</a:t>
            </a:r>
          </a:p>
          <a:p>
            <a:pPr algn="l"/>
            <a:r>
              <a:rPr lang="en-US" dirty="0"/>
              <a:t>A way to choose between two values based on a condition.</a:t>
            </a:r>
          </a:p>
          <a:p>
            <a:pPr algn="l"/>
            <a:r>
              <a:rPr lang="en-US" dirty="0"/>
              <a:t>Similar to Python’s ternary operator.</a:t>
            </a:r>
          </a:p>
          <a:p>
            <a:pPr algn="l"/>
            <a:r>
              <a:rPr lang="en-US" dirty="0"/>
              <a:t>Used for optional resources, environment-based config, feature toggles.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7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93AC-D96B-4AF1-84CE-8A2DFE17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We Use Conditionals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A6E4-8062-22F3-0D17-823369BB7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enable/disable a resource based on environment.</a:t>
            </a:r>
          </a:p>
          <a:p>
            <a:r>
              <a:rPr lang="en-US" dirty="0"/>
              <a:t>To apply different settings for dev, stage, prod.</a:t>
            </a:r>
          </a:p>
          <a:p>
            <a:r>
              <a:rPr lang="en-US" dirty="0"/>
              <a:t>To reduce duplication and make configurations flexible.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41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A2B0-01B2-8AA1-ACC1-4E4A318F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Conditionals Work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A9DE-F969-3996-0148-0237C64D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</a:rPr>
              <a:t>instance_type</a:t>
            </a:r>
            <a:r>
              <a:rPr lang="fr-FR" dirty="0">
                <a:solidFill>
                  <a:srgbClr val="FF0000"/>
                </a:solidFill>
              </a:rPr>
              <a:t> = </a:t>
            </a:r>
            <a:r>
              <a:rPr lang="fr-FR" dirty="0" err="1">
                <a:solidFill>
                  <a:srgbClr val="FF0000"/>
                </a:solidFill>
              </a:rPr>
              <a:t>var.is_prod</a:t>
            </a:r>
            <a:r>
              <a:rPr lang="fr-FR" dirty="0">
                <a:solidFill>
                  <a:srgbClr val="FF0000"/>
                </a:solidFill>
              </a:rPr>
              <a:t> ? "m5.large" : "t3.micro"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US" dirty="0"/>
              <a:t>Terraform evaluates the expression at plan time.</a:t>
            </a:r>
          </a:p>
          <a:p>
            <a:r>
              <a:rPr lang="en-US" dirty="0"/>
              <a:t>Only one of the values is used.</a:t>
            </a:r>
          </a:p>
          <a:p>
            <a:r>
              <a:rPr lang="en-US" dirty="0"/>
              <a:t>Supports nested conditionals when needed.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4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44ED-68FE-D49E-952E-FF2C397F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Loops in Terraform?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8735A-4B2C-C80E-CB49-32E3C547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let us </a:t>
            </a:r>
            <a:r>
              <a:rPr lang="en-US" b="1" dirty="0"/>
              <a:t>repeat</a:t>
            </a:r>
            <a:r>
              <a:rPr lang="en-US" dirty="0"/>
              <a:t> resource creation automatically:</a:t>
            </a:r>
          </a:p>
          <a:p>
            <a:r>
              <a:rPr lang="en-US" dirty="0"/>
              <a:t>count</a:t>
            </a:r>
          </a:p>
          <a:p>
            <a:r>
              <a:rPr lang="en-US" dirty="0" err="1"/>
              <a:t>for_each</a:t>
            </a:r>
            <a:endParaRPr lang="en-US" dirty="0"/>
          </a:p>
          <a:p>
            <a:r>
              <a:rPr lang="en-US" dirty="0"/>
              <a:t>for expressions (inside lists/maps)</a:t>
            </a:r>
          </a:p>
          <a:p>
            <a:r>
              <a:rPr lang="en-US" dirty="0"/>
              <a:t>Used for dynamic &amp; scalable infrastructure.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42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4E64-C522-37FA-EC24-EBBF3255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 Use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0BAC-A9E3-6BEA-6860-995D3F33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avoid manually creating the same resource multiple times.</a:t>
            </a:r>
          </a:p>
          <a:p>
            <a:r>
              <a:rPr lang="en-US" dirty="0"/>
              <a:t>To handle variable-sized input lists/maps.</a:t>
            </a:r>
          </a:p>
          <a:p>
            <a:r>
              <a:rPr lang="en-US" dirty="0"/>
              <a:t>To build scalable </a:t>
            </a:r>
            <a:r>
              <a:rPr lang="en-US" dirty="0" err="1"/>
              <a:t>IaC</a:t>
            </a:r>
            <a:r>
              <a:rPr lang="en-US" dirty="0"/>
              <a:t> (VPC subnets, IAM users, S3 buckets,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946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4282-558C-3F2D-27D7-F4289A1E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2E2A5-7525-2E88-67F9-860362532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resource "</a:t>
            </a:r>
            <a:r>
              <a:rPr lang="en-IN" dirty="0" err="1">
                <a:solidFill>
                  <a:srgbClr val="FF0000"/>
                </a:solidFill>
              </a:rPr>
              <a:t>aws_instance</a:t>
            </a:r>
            <a:r>
              <a:rPr lang="en-IN" dirty="0">
                <a:solidFill>
                  <a:srgbClr val="FF0000"/>
                </a:solidFill>
              </a:rPr>
              <a:t>" "ec2"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count = 3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ami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var.ami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instance_type</a:t>
            </a:r>
            <a:r>
              <a:rPr lang="en-IN" dirty="0">
                <a:solidFill>
                  <a:srgbClr val="FF0000"/>
                </a:solidFill>
              </a:rPr>
              <a:t> = "t3.micro"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Creates 3 EC2 instances automatically.</a:t>
            </a:r>
            <a:br>
              <a:rPr lang="en-US" dirty="0"/>
            </a:br>
            <a:r>
              <a:rPr lang="en-US" dirty="0"/>
              <a:t>Good for simple repetition.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48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46EF-D370-4550-BB06-A1B81AD1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for_each</a:t>
            </a:r>
            <a:r>
              <a:rPr lang="en-IN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5FCB-8467-B1AD-08AB-F16EB47BB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resource "aws_s3_bucket" "bucket"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for_each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toset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var.bucket_names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bucket   = </a:t>
            </a:r>
            <a:r>
              <a:rPr lang="en-IN" dirty="0" err="1">
                <a:solidFill>
                  <a:srgbClr val="FF0000"/>
                </a:solidFill>
              </a:rPr>
              <a:t>each.value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Creates predictable names</a:t>
            </a:r>
          </a:p>
          <a:p>
            <a:r>
              <a:rPr lang="en-US" dirty="0"/>
              <a:t>Supports map keys, list values</a:t>
            </a:r>
          </a:p>
          <a:p>
            <a:r>
              <a:rPr lang="en-US" dirty="0"/>
              <a:t>Recommended for production </a:t>
            </a:r>
            <a:r>
              <a:rPr lang="en-US" dirty="0" err="1"/>
              <a:t>IaC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39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FF75-829B-E943-A1C3-DA00099B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 Expressions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26BE-7EFF-FF45-3377-C9A5D48D1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locals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upper_names</a:t>
            </a:r>
            <a:r>
              <a:rPr lang="en-IN" dirty="0">
                <a:solidFill>
                  <a:srgbClr val="FF0000"/>
                </a:solidFill>
              </a:rPr>
              <a:t> = [for n in </a:t>
            </a:r>
            <a:r>
              <a:rPr lang="en-IN" dirty="0" err="1">
                <a:solidFill>
                  <a:srgbClr val="FF0000"/>
                </a:solidFill>
              </a:rPr>
              <a:t>var.names</a:t>
            </a:r>
            <a:r>
              <a:rPr lang="en-IN" dirty="0">
                <a:solidFill>
                  <a:srgbClr val="FF0000"/>
                </a:solidFill>
              </a:rPr>
              <a:t> : upper(n)]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Converts all names to UPPERCASE.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34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D574-4D8B-4205-8CD2-DA53CA4F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0708-E1CB-5158-A4DF-2013E5D6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Expressions:</a:t>
            </a:r>
          </a:p>
          <a:p>
            <a:r>
              <a:rPr lang="en-US" dirty="0"/>
              <a:t>Allow </a:t>
            </a:r>
            <a:r>
              <a:rPr lang="en-US" i="1" dirty="0"/>
              <a:t>if-else logic</a:t>
            </a:r>
            <a:r>
              <a:rPr lang="en-US" dirty="0"/>
              <a:t> in Terraform</a:t>
            </a:r>
          </a:p>
          <a:p>
            <a:r>
              <a:rPr lang="en-US" dirty="0"/>
              <a:t>Make configs dynamic</a:t>
            </a:r>
          </a:p>
          <a:p>
            <a:r>
              <a:rPr lang="en-US" dirty="0"/>
              <a:t>Loops:</a:t>
            </a:r>
          </a:p>
          <a:p>
            <a:r>
              <a:rPr lang="en-US" dirty="0"/>
              <a:t>count, </a:t>
            </a:r>
            <a:r>
              <a:rPr lang="en-US" dirty="0" err="1"/>
              <a:t>for_each</a:t>
            </a:r>
            <a:r>
              <a:rPr lang="en-US" dirty="0"/>
              <a:t>, for expressions</a:t>
            </a:r>
          </a:p>
          <a:p>
            <a:r>
              <a:rPr lang="en-US" dirty="0"/>
              <a:t>Reduce code duplication</a:t>
            </a:r>
          </a:p>
          <a:p>
            <a:r>
              <a:rPr lang="en-US"/>
              <a:t>Support scalable infrastructure builds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947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— Conditional Expressions &amp; Loops</vt:lpstr>
      <vt:lpstr>Why We Use Conditionals </vt:lpstr>
      <vt:lpstr>How Conditionals Work </vt:lpstr>
      <vt:lpstr>What Are Loops in Terraform?</vt:lpstr>
      <vt:lpstr>Why We Use Loops</vt:lpstr>
      <vt:lpstr>count Loop</vt:lpstr>
      <vt:lpstr>for_each Loop</vt:lpstr>
      <vt:lpstr>for Expressions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2025-11-21T06:58:55Z</dcterms:created>
  <dcterms:modified xsi:type="dcterms:W3CDTF">2025-11-21T06:59:00Z</dcterms:modified>
</cp:coreProperties>
</file>