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A116-CE29-0C63-3CDC-3CE313417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DBB70-C9C4-E80F-FD71-A2ACDD2E9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D2B9D-48F0-2C10-CF8A-026AC761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127C1-39D1-ECF1-1C76-0A96CB14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FBF52-7BDF-A29B-8204-EA09EBFF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344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88A5-8578-3078-E793-701F2A00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DE71C-0C08-B8F8-15DE-505D69AEA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3D262-D9EC-2967-A371-BFDA6FBA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884F2-4A7B-278C-357C-E9C662F1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E1656-3436-3955-078C-20B6DD03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24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3FF7-BDA2-4A0A-FEF1-787970B4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9A731-998A-20A5-79A6-EB03E129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ED6F9-3D47-B921-BD2C-9CD31BEB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1718-00EA-5A87-B263-CDF2AD2B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852C5-B269-36AC-799D-6437B52F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47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2A38-755C-E7C9-33B7-C5C8F8F4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D117-FBC1-B7A4-6D49-B34745B6B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E6746-C09C-5F25-727D-69F251774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811B8-2AC1-5F30-05F1-F92D0CE9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2CE50-0783-5515-0C65-1B51CE5B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16FA9-29E3-6D1A-1FF4-C5296828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7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6DB6-1222-4947-6BC9-B02E957B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7DE5A-53F9-1C62-D0D9-3651A6D8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FF005-54D6-EE9A-011F-B1CB513C5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0A7E5-9DB6-C12D-1C66-F62954921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2425E-7831-D608-03A3-2E6B1A3C1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79244-AEE0-B0C3-2B09-EF000091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59AF2-7C76-F937-078C-FD4493F6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0A38A-367B-AD94-557E-A50F94E9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81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D313-C377-A00D-3EF1-C0CF58DC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736D2-CA35-8A6E-F1A4-794D9EF3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8616D-BB21-21E1-92C2-9DF58CD7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DD0D3-A348-4E8C-69B6-E2070237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04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61676-BA26-0916-5190-8FBB4F11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56E2A-6DBF-A407-9EAD-FA432E0D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CE5E5-E1E4-D9D3-9314-1DBB8789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95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3BA1-2A3C-C50E-76BD-7E96D4CC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33203-385D-3C2B-E517-6A202E163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201BB-8129-08B1-5023-90B70B7DB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FCA14-331C-440D-E7DD-91D5EA56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16F04-F557-F88F-7AF4-A66FABF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80DDF-0D4B-E77C-ED96-9311FA9B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70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1F1D-09E8-4C04-9200-B238078DC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87272-54A4-2F6F-D22E-642DDFC25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30CB3-7795-63A8-9654-7C8251A48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3E221-E3EB-8D8E-6396-55754073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50F37-37F7-F76B-1994-33433C81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D5311-91E2-540E-0317-AA90D576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2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65FB-105E-A9C5-D3C8-3B1A8FC5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F6113-B26C-BBEA-3695-0F5572204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56A43-8DC8-04F3-85DC-F6EAA120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C16D-F12A-F8BB-9025-C805A4B8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4EC1-561B-BC7F-F6D6-3FF949DF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63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8FA6D-6D22-D34E-C071-B07F9E2110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C9A17-E3D9-7718-AC11-6F36D10AB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244D-139D-10D4-E0BE-7E89595B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7F0E3-2688-9C3F-FEB5-76F43DC8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F0C54-E51C-73C7-33F7-D89E6AED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51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6A5B8-1726-460E-E71E-9555944C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FBEAF-4FD3-0AB7-2642-64069B830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570F8-C8EF-D736-844C-4283A2039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E522-ECCC-4B95-B7F2-2DC55EFC398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47F35-D921-AE66-390B-1DDA47AE7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933A0-0D1C-591E-FC1F-A999332B1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783D2-BF8D-43A6-80D5-519184E15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89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3F2C-30EF-7F56-B8B4-F8AA39AA1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4379" y="160421"/>
            <a:ext cx="10812379" cy="2662990"/>
          </a:xfrm>
        </p:spPr>
        <p:txBody>
          <a:bodyPr>
            <a:normAutofit/>
          </a:bodyPr>
          <a:lstStyle/>
          <a:p>
            <a:r>
              <a:rPr lang="en-IN" b="1" dirty="0"/>
              <a:t>GitHub – Process &amp; Sharing Environment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7C908-F2A1-61FC-7B0A-AD2E99129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979" y="2069432"/>
            <a:ext cx="9914021" cy="3188368"/>
          </a:xfrm>
        </p:spPr>
        <p:txBody>
          <a:bodyPr/>
          <a:lstStyle/>
          <a:p>
            <a:r>
              <a:rPr lang="en-US" b="1" dirty="0"/>
              <a:t>GitHub Process &amp; Sharing Environment</a:t>
            </a:r>
          </a:p>
          <a:p>
            <a:r>
              <a:rPr lang="en-US" dirty="0"/>
              <a:t>How teams collaborate, share code, and manage development in GitHub.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46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4F00-7214-7BDD-35EE-6D7466D5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the GitHub Sharing Environment?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7A87-BC84-1DB0-CBAC-C6DC5EF9B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cloud-based workspace where multiple developers:</a:t>
            </a:r>
          </a:p>
          <a:p>
            <a:r>
              <a:rPr lang="en-US" dirty="0"/>
              <a:t>Store code</a:t>
            </a:r>
          </a:p>
          <a:p>
            <a:r>
              <a:rPr lang="en-US" dirty="0"/>
              <a:t>Share updates</a:t>
            </a:r>
          </a:p>
          <a:p>
            <a:r>
              <a:rPr lang="en-US" dirty="0"/>
              <a:t>Review changes</a:t>
            </a:r>
          </a:p>
          <a:p>
            <a:r>
              <a:rPr lang="en-US" dirty="0"/>
              <a:t>Track issues</a:t>
            </a:r>
          </a:p>
          <a:p>
            <a:r>
              <a:rPr lang="en-US" dirty="0"/>
              <a:t>Automate workflows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79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123E-44F4-E50E-C67E-B3FED257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GitHub Is Used for Collaboration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08B1F-5E45-1562-CF80-99017344A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Teams use GitHub to:</a:t>
            </a:r>
          </a:p>
          <a:p>
            <a:r>
              <a:rPr lang="en-US" dirty="0"/>
              <a:t>Work together without overwriting code</a:t>
            </a:r>
          </a:p>
          <a:p>
            <a:r>
              <a:rPr lang="en-US" dirty="0"/>
              <a:t>Maintain a complete history of changes</a:t>
            </a:r>
          </a:p>
          <a:p>
            <a:r>
              <a:rPr lang="en-US" dirty="0"/>
              <a:t>Review and approve merges</a:t>
            </a:r>
          </a:p>
          <a:p>
            <a:r>
              <a:rPr lang="en-US" dirty="0"/>
              <a:t>Enable CI/CD automation</a:t>
            </a:r>
          </a:p>
          <a:p>
            <a:r>
              <a:rPr lang="en-US" dirty="0"/>
              <a:t>Provide transparent project tracking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56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23BA5-8247-5B9D-BEBD-F31805DE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GitHub Process Overview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D07C-69AB-002C-AB11-FA5E35AAC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Clone repo</a:t>
            </a:r>
            <a:endParaRPr lang="en-US" dirty="0"/>
          </a:p>
          <a:p>
            <a:r>
              <a:rPr lang="en-US" b="1" dirty="0"/>
              <a:t>Create branch</a:t>
            </a:r>
            <a:endParaRPr lang="en-US" dirty="0"/>
          </a:p>
          <a:p>
            <a:r>
              <a:rPr lang="en-US" b="1" dirty="0"/>
              <a:t>Develop &amp; commit changes</a:t>
            </a:r>
            <a:endParaRPr lang="en-US" dirty="0"/>
          </a:p>
          <a:p>
            <a:r>
              <a:rPr lang="en-US" b="1" dirty="0"/>
              <a:t>Push branch to GitHub</a:t>
            </a:r>
            <a:endParaRPr lang="en-US" dirty="0"/>
          </a:p>
          <a:p>
            <a:r>
              <a:rPr lang="en-US" b="1" dirty="0"/>
              <a:t>Create Pull Request</a:t>
            </a:r>
            <a:endParaRPr lang="en-US" dirty="0"/>
          </a:p>
          <a:p>
            <a:r>
              <a:rPr lang="en-US" b="1" dirty="0"/>
              <a:t>Review &amp; merge</a:t>
            </a:r>
            <a:endParaRPr lang="en-US" dirty="0"/>
          </a:p>
          <a:p>
            <a:r>
              <a:rPr lang="en-US" b="1" dirty="0"/>
              <a:t>Deploy / release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583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60D9-3DC9-1EDB-D7C1-371503DE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Repository 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07861-2D32-2B49-6E6E-E035ED22C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repo typically has:</a:t>
            </a:r>
          </a:p>
          <a:p>
            <a:r>
              <a:rPr lang="en-US" dirty="0"/>
              <a:t>main or master branch</a:t>
            </a:r>
          </a:p>
          <a:p>
            <a:r>
              <a:rPr lang="en-US" dirty="0"/>
              <a:t>dev, feature, or bugfix branches</a:t>
            </a:r>
          </a:p>
          <a:p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 – source code</a:t>
            </a:r>
          </a:p>
          <a:p>
            <a:r>
              <a:rPr lang="en-US" dirty="0"/>
              <a:t>/docs – documentation</a:t>
            </a:r>
          </a:p>
          <a:p>
            <a:r>
              <a:rPr lang="en-US" dirty="0"/>
              <a:t>/tests – unit tests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34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3EB0-70C3-73AA-8789-7783973D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Strategy in Shared Environments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79C4B-C9E2-6650-8736-C19C79FCE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models:</a:t>
            </a:r>
          </a:p>
          <a:p>
            <a:r>
              <a:rPr lang="en-US" b="1" dirty="0" err="1"/>
              <a:t>GitFlow</a:t>
            </a:r>
            <a:r>
              <a:rPr lang="en-US" dirty="0"/>
              <a:t> – main, develop, feature, release, hotfix</a:t>
            </a:r>
          </a:p>
          <a:p>
            <a:r>
              <a:rPr lang="en-US" b="1" dirty="0"/>
              <a:t>Feature Branching</a:t>
            </a:r>
            <a:r>
              <a:rPr lang="en-US" dirty="0"/>
              <a:t> – one branch per feature</a:t>
            </a:r>
          </a:p>
          <a:p>
            <a:r>
              <a:rPr lang="en-US" b="1" dirty="0"/>
              <a:t>Trunk-Based Development</a:t>
            </a:r>
            <a:r>
              <a:rPr lang="en-US" dirty="0"/>
              <a:t> – short-lived branches</a:t>
            </a:r>
            <a:br>
              <a:rPr lang="en-US" dirty="0"/>
            </a:br>
            <a:r>
              <a:rPr lang="en-US" dirty="0"/>
              <a:t>Ensures clean, conflict-free development.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39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C997-93BD-38EE-5E6B-A132D420E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Pull Requests – Collaboration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8C66-80EC-835D-45A6-D5FDBF70E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PRs allow developers to:</a:t>
            </a:r>
          </a:p>
          <a:p>
            <a:r>
              <a:rPr lang="en-US" dirty="0"/>
              <a:t>Share code updates</a:t>
            </a:r>
          </a:p>
          <a:p>
            <a:r>
              <a:rPr lang="en-US" dirty="0"/>
              <a:t>Request reviews</a:t>
            </a:r>
          </a:p>
          <a:p>
            <a:r>
              <a:rPr lang="en-US" dirty="0"/>
              <a:t>Comment and discuss changes</a:t>
            </a:r>
          </a:p>
          <a:p>
            <a:r>
              <a:rPr lang="en-US" dirty="0"/>
              <a:t>Run automated tests</a:t>
            </a:r>
          </a:p>
          <a:p>
            <a:r>
              <a:rPr lang="en-US" dirty="0"/>
              <a:t>Safely merge code to main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80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95B4-FA46-1C8F-444C-BBE9B4C2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Control &amp;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EDA73-402D-D466-AC2E-079AE6F22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provides roles:</a:t>
            </a:r>
          </a:p>
          <a:p>
            <a:r>
              <a:rPr lang="en-US" b="1" dirty="0"/>
              <a:t>Owner</a:t>
            </a:r>
            <a:endParaRPr lang="en-US" dirty="0"/>
          </a:p>
          <a:p>
            <a:r>
              <a:rPr lang="en-US" b="1" dirty="0"/>
              <a:t>Admin</a:t>
            </a:r>
            <a:endParaRPr lang="en-US" dirty="0"/>
          </a:p>
          <a:p>
            <a:r>
              <a:rPr lang="en-US" b="1" dirty="0"/>
              <a:t>Maintainer</a:t>
            </a:r>
            <a:endParaRPr lang="en-US" dirty="0"/>
          </a:p>
          <a:p>
            <a:r>
              <a:rPr lang="en-US" b="1" dirty="0"/>
              <a:t>Contributor</a:t>
            </a:r>
            <a:endParaRPr lang="en-US" dirty="0"/>
          </a:p>
          <a:p>
            <a:r>
              <a:rPr lang="en-US" b="1" dirty="0"/>
              <a:t>Read-only</a:t>
            </a:r>
            <a:br>
              <a:rPr lang="en-US" dirty="0"/>
            </a:br>
            <a:r>
              <a:rPr lang="en-US" dirty="0"/>
              <a:t>This controls who can push, merge, or review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89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EBD4-C5AA-AD2E-2251-661520D4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Workflows in Shared Environment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B2280-B787-B2EB-793C-3E5F29775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Teams typically follow:</a:t>
            </a:r>
          </a:p>
          <a:p>
            <a:r>
              <a:rPr lang="en-US" dirty="0"/>
              <a:t>Daily commits</a:t>
            </a:r>
          </a:p>
          <a:p>
            <a:r>
              <a:rPr lang="en-US" dirty="0"/>
              <a:t>Code review culture</a:t>
            </a:r>
          </a:p>
          <a:p>
            <a:r>
              <a:rPr lang="en-US" dirty="0"/>
              <a:t>Merge rules (e.g., 1 or 2 approvals required)</a:t>
            </a:r>
          </a:p>
          <a:p>
            <a:r>
              <a:rPr lang="en-US" dirty="0"/>
              <a:t>Branch protection rules</a:t>
            </a:r>
          </a:p>
          <a:p>
            <a:r>
              <a:rPr lang="en-US" dirty="0"/>
              <a:t>Issue tracking + PR mapping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132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8D8E-24C5-72FA-D846-920AC8454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3B42-E2C8-A510-6172-9542AAADB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GitHub’s shared environment enables:</a:t>
            </a:r>
          </a:p>
          <a:p>
            <a:r>
              <a:rPr lang="en-US" dirty="0"/>
              <a:t>Smooth team collaboration</a:t>
            </a:r>
          </a:p>
          <a:p>
            <a:r>
              <a:rPr lang="en-US" dirty="0"/>
              <a:t>Safe branching and merging</a:t>
            </a:r>
          </a:p>
          <a:p>
            <a:r>
              <a:rPr lang="en-US" dirty="0"/>
              <a:t>Code reviews and quality checks</a:t>
            </a:r>
          </a:p>
          <a:p>
            <a:r>
              <a:rPr lang="en-US" dirty="0"/>
              <a:t>Centralized version history</a:t>
            </a:r>
          </a:p>
          <a:p>
            <a:r>
              <a:rPr lang="en-US" dirty="0"/>
              <a:t>Faster releases through structured workflows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53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GitHub – Process &amp; Sharing Environment </vt:lpstr>
      <vt:lpstr>What Is the GitHub Sharing Environment? (What) </vt:lpstr>
      <vt:lpstr>Why GitHub Is Used for Collaboration (Why) </vt:lpstr>
      <vt:lpstr>Core GitHub Process Overview (How) </vt:lpstr>
      <vt:lpstr>Repository Structure </vt:lpstr>
      <vt:lpstr>Branching Strategy in Shared Environments</vt:lpstr>
      <vt:lpstr>Pull Requests – Collaboration Hub</vt:lpstr>
      <vt:lpstr>Access Control &amp; Permissions</vt:lpstr>
      <vt:lpstr>Team Workflows in Shared Environment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2025-11-19T06:50:01Z</dcterms:created>
  <dcterms:modified xsi:type="dcterms:W3CDTF">2025-11-19T06:50:22Z</dcterms:modified>
</cp:coreProperties>
</file>