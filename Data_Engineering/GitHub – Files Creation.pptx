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9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52EEA-B297-146C-A834-54857BEAD6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0F02D-A2F8-D82A-41E1-9A8E7C3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88FE7-54B7-971B-9CCB-B110F2AD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5C690-AEB3-4FD5-B555-A986A0DC90A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6A248-6E9D-E318-DC51-DCF27FBDD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09261-C5EA-0C1E-B803-5A5DF3389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8B21F-1C67-4B51-B944-5DA604F0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019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31F72-D153-7654-320A-008D86B20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794AE-5355-DCF1-63BF-869EF2F73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62F42-52EF-80BD-1461-40DEA9E75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5C690-AEB3-4FD5-B555-A986A0DC90A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7E826-FBA8-51FB-4CFA-470F2ACC9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80929-96C1-A67D-7A8A-B473372DE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8B21F-1C67-4B51-B944-5DA604F0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116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4F55B-24C0-57D9-83E7-2FCBAE17C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7BD23-CE83-836E-935F-EDF400AB0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F6C0F-1539-320B-42E6-CAC14F8B7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5C690-AEB3-4FD5-B555-A986A0DC90A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48527-672D-6527-6AA4-5C24CD00F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0593C-4493-55B8-8841-07785C7BE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8B21F-1C67-4B51-B944-5DA604F0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655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1342D-6F23-7652-ECFF-87C01BA2C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6AF04-1293-5AEC-C6E2-4BECBF706D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D3CEB-7220-3877-D049-000A8A2A6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810C1-6D84-589C-4656-ED8AA8BA7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5C690-AEB3-4FD5-B555-A986A0DC90A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1B7E4-7B44-2D24-3531-92418C1E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82386-B16E-7BB1-81C3-BECF5EFBC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8B21F-1C67-4B51-B944-5DA604F0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848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E5762-E26F-B19C-D5AF-3D3B1F155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3468C-615E-5D07-1B40-6371FA121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1EFE9-2B89-409E-FD8F-3302C2BAE4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E8D3D-583E-0133-CDFA-9CACB6D5CA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6C46C4-2B51-B6FB-CF5D-55825202F7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975AAB-6F54-36E7-7E74-50CA8E122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5C690-AEB3-4FD5-B555-A986A0DC90A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2765C5-49D5-55AE-9AB3-A96644C90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BCD59E-7958-54C8-EAA4-0464307CB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8B21F-1C67-4B51-B944-5DA604F0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25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80D62-F65A-A5B9-450B-44F012B3A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B148EF-322F-B1C0-9424-73F6D89DD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5C690-AEB3-4FD5-B555-A986A0DC90A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96199-DAD3-53C3-41C3-600F033B7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4E69BC-8404-9C72-7C0B-23EF5CA88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8B21F-1C67-4B51-B944-5DA604F0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571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3CDD06-4606-2E38-C1C3-280A24B73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5C690-AEB3-4FD5-B555-A986A0DC90A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D531A4-7F0E-8FF0-2A50-610252B69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85B83-2456-531B-F750-7F6FB20A8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8B21F-1C67-4B51-B944-5DA604F0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266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12E25-017B-4970-5DAA-6FCBE3906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836B8-6E9F-C530-7957-05BA3EB05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2E3BC7-D700-B0B9-5D05-2F46DA5E9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25A5D8-35C3-E8A2-6A1B-9FD077664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5C690-AEB3-4FD5-B555-A986A0DC90A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04FF80-7107-07FD-BA07-625AE21F7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5FDA9D-2248-F265-A0A1-D85D1694E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8B21F-1C67-4B51-B944-5DA604F0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944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20BB6-E1D3-6ED7-2D1D-90D3388F6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72B8D-AA73-2727-0428-A6378825F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EBC0A-3978-88B8-FB7A-79DAA6F81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94F37-B522-8AF7-3A4A-BCB27C493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5C690-AEB3-4FD5-B555-A986A0DC90A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A6A63-866F-918E-7435-31B1EA7E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9F8D7-79A9-8C2A-059E-03751A89F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8B21F-1C67-4B51-B944-5DA604F0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125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01E31-D246-C6E5-B3E6-BDFEC5373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55F82E-4F8F-7397-30CA-E362991155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62ED5-D13A-10BD-73A5-C86471C44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5C690-AEB3-4FD5-B555-A986A0DC90A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96DB4-F2AC-AD7D-8C87-9350A0E6B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6C2B3-137C-8803-EB44-F0DAFF19E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8B21F-1C67-4B51-B944-5DA604F0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653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82B3D2-4B32-2EEF-556E-D75D4B8E8B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EC6C3-42B5-3607-FE04-DD12C1430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80A6D-0769-FDCD-F87E-41842A3ED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5C690-AEB3-4FD5-B555-A986A0DC90A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C7E86-517D-E634-BAC3-7CBABFF3B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CE9AF-59D2-AFD0-24D1-7D37FC05C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8B21F-1C67-4B51-B944-5DA604F0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142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5C7F72-F851-5494-1282-16449627D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F9C37-DF49-0718-08E5-90A0124CA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30685-2414-A1A3-06D5-0ACB4AFF1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5C690-AEB3-4FD5-B555-A986A0DC90A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31CDB-2D92-747D-6A23-1901594671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9153D-D88A-CEB6-5128-A734FE2271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68B21F-1C67-4B51-B944-5DA604F0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086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F3434-A7B0-5403-9A06-57993AF886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84" y="-1563520"/>
            <a:ext cx="9881937" cy="3509963"/>
          </a:xfrm>
        </p:spPr>
        <p:txBody>
          <a:bodyPr/>
          <a:lstStyle/>
          <a:p>
            <a:r>
              <a:rPr lang="en-IN" b="1" dirty="0"/>
              <a:t>GitHub – Files Creation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581885-A870-9FA6-3D50-FC1E234853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84" y="1747837"/>
            <a:ext cx="10026316" cy="3509963"/>
          </a:xfrm>
        </p:spPr>
        <p:txBody>
          <a:bodyPr>
            <a:normAutofit/>
          </a:bodyPr>
          <a:lstStyle/>
          <a:p>
            <a:endParaRPr lang="en-US" dirty="0"/>
          </a:p>
          <a:p>
            <a:pPr algn="l"/>
            <a:r>
              <a:rPr lang="en-US" b="1" dirty="0"/>
              <a:t>What Does File Creation Mean?</a:t>
            </a:r>
          </a:p>
          <a:p>
            <a:pPr algn="l"/>
            <a:r>
              <a:rPr lang="en-US" dirty="0"/>
              <a:t>Creating:</a:t>
            </a:r>
          </a:p>
          <a:p>
            <a:pPr algn="l"/>
            <a:r>
              <a:rPr lang="en-US" dirty="0"/>
              <a:t>Code files (.</a:t>
            </a:r>
            <a:r>
              <a:rPr lang="en-US" dirty="0" err="1"/>
              <a:t>py</a:t>
            </a:r>
            <a:r>
              <a:rPr lang="en-US" dirty="0"/>
              <a:t>, .</a:t>
            </a:r>
            <a:r>
              <a:rPr lang="en-US" dirty="0" err="1"/>
              <a:t>js</a:t>
            </a:r>
            <a:r>
              <a:rPr lang="en-US" dirty="0"/>
              <a:t>, .java)</a:t>
            </a:r>
          </a:p>
          <a:p>
            <a:pPr algn="l"/>
            <a:r>
              <a:rPr lang="en-US" dirty="0"/>
              <a:t>Documentation (.md, .txt)</a:t>
            </a:r>
          </a:p>
          <a:p>
            <a:pPr algn="l"/>
            <a:r>
              <a:rPr lang="en-US" dirty="0"/>
              <a:t>Config files (.</a:t>
            </a:r>
            <a:r>
              <a:rPr lang="en-US" dirty="0" err="1"/>
              <a:t>yaml</a:t>
            </a:r>
            <a:r>
              <a:rPr lang="en-US" dirty="0"/>
              <a:t>, .</a:t>
            </a:r>
            <a:r>
              <a:rPr lang="en-US" dirty="0" err="1"/>
              <a:t>json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inside a Git repository so they are tracked by GitHub.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761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FFF1A-BEF3-1B7E-AFCF-693D0DA44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File Creation Matters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837DC-0155-C1F0-EF6A-577FA2780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Starts your project structure</a:t>
            </a:r>
          </a:p>
          <a:p>
            <a:r>
              <a:rPr lang="en-US" dirty="0"/>
              <a:t>Git begins tracking file changes</a:t>
            </a:r>
          </a:p>
          <a:p>
            <a:r>
              <a:rPr lang="en-US" dirty="0"/>
              <a:t>Enables collaboration</a:t>
            </a:r>
          </a:p>
          <a:p>
            <a:r>
              <a:rPr lang="en-US" dirty="0"/>
              <a:t>Enables code review</a:t>
            </a:r>
          </a:p>
          <a:p>
            <a:r>
              <a:rPr lang="en-US" dirty="0"/>
              <a:t>Helps in CI/CD workflows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0150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193A9-02C7-4B7A-D27F-9782B9443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Ways to Create Files in GitHub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9258E-E617-D1E2-70DC-42BEEC635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Directly on GitHub UI (browser)</a:t>
            </a:r>
            <a:endParaRPr lang="en-IN" dirty="0"/>
          </a:p>
          <a:p>
            <a:r>
              <a:rPr lang="en-IN" b="1" dirty="0"/>
              <a:t>GitHub Desktop</a:t>
            </a:r>
            <a:endParaRPr lang="en-IN" dirty="0"/>
          </a:p>
          <a:p>
            <a:r>
              <a:rPr lang="en-IN" b="1" dirty="0"/>
              <a:t>VS Code + Git</a:t>
            </a:r>
            <a:endParaRPr lang="en-IN" dirty="0"/>
          </a:p>
          <a:p>
            <a:r>
              <a:rPr lang="en-IN" b="1" dirty="0"/>
              <a:t>Git CLI (terminal)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9891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F2077-C9BA-175C-77E9-82BCD7D44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to Create Files in GitHub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DF9A6-46C4-A020-C390-1938A5105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Directly on GitHub UI (browser)</a:t>
            </a:r>
            <a:endParaRPr lang="en-IN" dirty="0"/>
          </a:p>
          <a:p>
            <a:r>
              <a:rPr lang="en-IN" b="1" dirty="0"/>
              <a:t>GitHub Desktop</a:t>
            </a:r>
            <a:endParaRPr lang="en-IN" dirty="0"/>
          </a:p>
          <a:p>
            <a:r>
              <a:rPr lang="en-IN" b="1" dirty="0"/>
              <a:t>VS Code + Git</a:t>
            </a:r>
            <a:endParaRPr lang="en-IN" dirty="0"/>
          </a:p>
          <a:p>
            <a:r>
              <a:rPr lang="en-IN" b="1" dirty="0"/>
              <a:t>Git CLI (terminal)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2091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51E0B-52DC-5591-F215-F4C61B60E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a File Using GitHub UI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1A26F-CE43-43C8-73D6-8FEBB4589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Steps:</a:t>
            </a:r>
          </a:p>
          <a:p>
            <a:r>
              <a:rPr lang="en-US" dirty="0"/>
              <a:t>Open repo → Click </a:t>
            </a:r>
            <a:r>
              <a:rPr lang="en-US" b="1" dirty="0"/>
              <a:t>Add File</a:t>
            </a:r>
            <a:endParaRPr lang="en-US" dirty="0"/>
          </a:p>
          <a:p>
            <a:r>
              <a:rPr lang="en-US" dirty="0"/>
              <a:t>Select </a:t>
            </a:r>
            <a:r>
              <a:rPr lang="en-US" b="1" dirty="0"/>
              <a:t>Create new file</a:t>
            </a:r>
            <a:endParaRPr lang="en-US" dirty="0"/>
          </a:p>
          <a:p>
            <a:r>
              <a:rPr lang="en-US" dirty="0"/>
              <a:t>Enter filename (e.g., main.py)</a:t>
            </a:r>
          </a:p>
          <a:p>
            <a:r>
              <a:rPr lang="en-US" dirty="0"/>
              <a:t>Add content</a:t>
            </a:r>
          </a:p>
          <a:p>
            <a:r>
              <a:rPr lang="en-US" dirty="0"/>
              <a:t>Write commit message</a:t>
            </a:r>
          </a:p>
          <a:p>
            <a:r>
              <a:rPr lang="en-US" dirty="0"/>
              <a:t>Click </a:t>
            </a:r>
            <a:r>
              <a:rPr lang="en-US" b="1" dirty="0"/>
              <a:t>Commit new file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6903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D0963-4CAB-6024-9368-BAA4BEBA9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Files Using Git CLI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2C445-A7E4-4C7A-EA81-3F762A68C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Commands: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echo "print('Hello')" &gt; app.py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git add app.py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git commit -m "Added app.py"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git push</a:t>
            </a:r>
          </a:p>
          <a:p>
            <a:pPr marL="0" indent="0">
              <a:buNone/>
            </a:pPr>
            <a:r>
              <a:rPr lang="en-US" dirty="0"/>
              <a:t>GitHub receives the file when you push.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6589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8510E-1878-2AC6-67AE-632C57A3F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Files in VS Code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326E1-D6C8-B485-6B19-473ABFC6C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file in Explorer</a:t>
            </a:r>
          </a:p>
          <a:p>
            <a:r>
              <a:rPr lang="en-US" dirty="0"/>
              <a:t>Write code</a:t>
            </a:r>
          </a:p>
          <a:p>
            <a:r>
              <a:rPr lang="en-US" dirty="0"/>
              <a:t>Git panel → Stage changes</a:t>
            </a:r>
          </a:p>
          <a:p>
            <a:r>
              <a:rPr lang="en-US" dirty="0"/>
              <a:t>Commit</a:t>
            </a:r>
          </a:p>
          <a:p>
            <a:r>
              <a:rPr lang="en-US" dirty="0"/>
              <a:t>Push to GitHub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5331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3C0DE-0E9E-5D4E-00A5-81B863381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Types of Files Created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E1876-966F-7107-C836-9E2560F4F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Source code</a:t>
            </a:r>
            <a:r>
              <a:rPr lang="en-IN" dirty="0"/>
              <a:t> → .</a:t>
            </a:r>
            <a:r>
              <a:rPr lang="en-IN" dirty="0" err="1"/>
              <a:t>py</a:t>
            </a:r>
            <a:r>
              <a:rPr lang="en-IN" dirty="0"/>
              <a:t>, .</a:t>
            </a:r>
            <a:r>
              <a:rPr lang="en-IN" dirty="0" err="1"/>
              <a:t>js</a:t>
            </a:r>
            <a:r>
              <a:rPr lang="en-IN" dirty="0"/>
              <a:t>, .html</a:t>
            </a:r>
          </a:p>
          <a:p>
            <a:r>
              <a:rPr lang="en-IN" b="1" dirty="0"/>
              <a:t>README.md</a:t>
            </a:r>
            <a:r>
              <a:rPr lang="en-IN" dirty="0"/>
              <a:t> → project introduction</a:t>
            </a:r>
          </a:p>
          <a:p>
            <a:r>
              <a:rPr lang="en-IN" b="1" dirty="0"/>
              <a:t>.</a:t>
            </a:r>
            <a:r>
              <a:rPr lang="en-IN" b="1" dirty="0" err="1"/>
              <a:t>gitignore</a:t>
            </a:r>
            <a:r>
              <a:rPr lang="en-IN" dirty="0"/>
              <a:t> → exclude unwanted files</a:t>
            </a:r>
          </a:p>
          <a:p>
            <a:r>
              <a:rPr lang="en-IN" b="1" dirty="0" err="1"/>
              <a:t>config.yaml</a:t>
            </a:r>
            <a:r>
              <a:rPr lang="en-IN" dirty="0"/>
              <a:t> → environment configs</a:t>
            </a:r>
          </a:p>
          <a:p>
            <a:r>
              <a:rPr lang="en-IN" b="1" dirty="0"/>
              <a:t>requirements.txt</a:t>
            </a:r>
            <a:r>
              <a:rPr lang="en-IN" dirty="0"/>
              <a:t> → dependencies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0031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80FC3-7078-911E-5ED4-392868AAD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 for File Creation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A4E2E-EB7F-63DD-6DE9-E0CADCA73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folders for organization (</a:t>
            </a:r>
            <a:r>
              <a:rPr lang="en-US" dirty="0" err="1"/>
              <a:t>src</a:t>
            </a:r>
            <a:r>
              <a:rPr lang="en-US" dirty="0"/>
              <a:t>/, data/, tests/)</a:t>
            </a:r>
          </a:p>
          <a:p>
            <a:r>
              <a:rPr lang="en-US" dirty="0"/>
              <a:t>Write meaningful commit messages</a:t>
            </a:r>
          </a:p>
          <a:p>
            <a:r>
              <a:rPr lang="en-US" dirty="0"/>
              <a:t>Avoid uploading sensitive files</a:t>
            </a:r>
          </a:p>
          <a:p>
            <a:r>
              <a:rPr lang="en-US" dirty="0"/>
              <a:t>Use .</a:t>
            </a:r>
            <a:r>
              <a:rPr lang="en-US" dirty="0" err="1"/>
              <a:t>gitignore</a:t>
            </a:r>
            <a:r>
              <a:rPr lang="en-US" dirty="0"/>
              <a:t> to exclude local data</a:t>
            </a:r>
          </a:p>
          <a:p>
            <a:r>
              <a:rPr lang="en-US" dirty="0"/>
              <a:t>Follow naming conventions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1126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AEAD8-187F-2840-3F51-53F4528E7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387B1-2441-21C5-06A0-036F957AE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GitHub file creation helps:</a:t>
            </a:r>
          </a:p>
          <a:p>
            <a:r>
              <a:rPr lang="en-US" dirty="0"/>
              <a:t>Start and structure projects</a:t>
            </a:r>
          </a:p>
          <a:p>
            <a:r>
              <a:rPr lang="en-US" dirty="0"/>
              <a:t>Track every file version</a:t>
            </a:r>
          </a:p>
          <a:p>
            <a:r>
              <a:rPr lang="en-US" dirty="0"/>
              <a:t>Enable collaboration and code review</a:t>
            </a:r>
          </a:p>
          <a:p>
            <a:r>
              <a:rPr lang="en-US"/>
              <a:t>Maintain clean and organized repositories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879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GitHub – Files Creation </vt:lpstr>
      <vt:lpstr>Why File Creation Matters </vt:lpstr>
      <vt:lpstr>Ways to Create Files in GitHub </vt:lpstr>
      <vt:lpstr>Ways to Create Files in GitHub</vt:lpstr>
      <vt:lpstr>Creating a File Using GitHub UI </vt:lpstr>
      <vt:lpstr>Creating Files Using Git CLI </vt:lpstr>
      <vt:lpstr>Creating Files in VS Code </vt:lpstr>
      <vt:lpstr>Common Types of Files Created </vt:lpstr>
      <vt:lpstr>Best Practices for File Creation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2025-11-19T06:26:38Z</dcterms:created>
  <dcterms:modified xsi:type="dcterms:W3CDTF">2025-11-19T06:26:49Z</dcterms:modified>
</cp:coreProperties>
</file>