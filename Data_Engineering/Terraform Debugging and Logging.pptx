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E469-DB81-1916-D565-A900C6D58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0A8FF4-E336-5610-3EA3-CAEF6EAB0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DE53-9013-59F9-1039-B8FBE8E7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8E120-349B-7DF1-D6D9-07977CF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4092-730B-7BC6-BEED-68C85A86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90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3E61-E4BD-3DA8-A238-43C2A4D1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1DFD-4E73-E929-B464-202CE0736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F18B6-C0DE-09A1-6589-DD7E6245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2B3A8-047A-C024-940C-B7621C6A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B2200-A0E4-1571-31AF-3D2F0402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27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25D6-3941-C053-AEDE-ABE173C6F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B4E2-07D9-6D8D-80B7-E3D6A8227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659D-9E22-6DE8-9701-188B9960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7B20B-4DBC-544B-C46B-1EB49C29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F161-DC4E-A73F-381E-D772D3AC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59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8398-D5BD-F6CA-3033-FF8A5612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54DD3-0606-C887-D603-DDB1BA1EC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8B35C-F701-3132-45D2-0FFD39FF4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E031-36DC-FFD2-FB65-AA95E8902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3E040-1989-EB33-16E4-294F8549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A5977-9EBF-3718-6B67-D39F2EEC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16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06D72-C7A4-ADAE-EB1A-406C5C7E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F5AA5-EB5B-96A9-3B4A-6E20F3DFA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AEF14-E007-BED5-37C6-5606A6E62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9806F-C152-10A0-59FD-F55A8B68E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49358-A266-F69B-9A69-415997FF3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D89BB8-FA02-FC57-EE73-622F3749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432B7-2DF8-9551-5252-18EB01DC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A6027-EA3C-F696-0A88-70EBCA0C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27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005BE-C660-15BA-27F8-6B2301D85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7E146-0187-7111-6D32-63B1AAC2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1B40C-6F66-6BEB-40C9-3F47DD26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5A011-6173-239B-327B-49F03ECE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57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D3D23B-DB29-B235-5BCB-872F602E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0001A-71D1-41D1-7498-C2CCBB90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A673F-4E8E-553D-7FD1-CB07D706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96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C645-CCFD-C9F0-491D-5DC82C53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FCF0E-23C4-121D-7715-F464ECC0A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2B50C-B63F-A567-476B-744CF6E5E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126A7-788C-3D1A-66CC-C143D6A2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D2A67-3FC4-4E14-4326-8ACF89B3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69D9F-01FC-D21C-9FE4-C0415976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84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B29F-9815-31E1-A388-7D7E1112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323C4-EEAE-24A9-19CF-CEFC7883C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ABCA7-0BBD-329D-AF92-2D2A1E9DA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2B65E-BA2B-DD5A-17CC-DC4FB095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D1B64-8FEB-EAB9-85B6-42360057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304CB-8FCE-37B1-6CB7-3B3150F1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16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24CE-B17E-42A1-6E71-500A9550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E8BC8-3559-E1BD-5F8D-896E9582E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E37A5-24BD-4DAB-2081-A04C3D22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80905-369E-3D0B-7069-5AB927FF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69B95-3EE7-052C-A552-0842E795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38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FD265D-12A4-B96C-987F-0DD242E0E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5E60E-377D-1E0C-C321-C1F05EE9B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3453-FFE0-4265-B81A-3AAB5920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A06C8-4FE6-E304-A026-C0DB17367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1B64-E0D0-D214-B5B7-C53B13D9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91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4D136-E2BB-10AD-4D15-D410212C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BCEF6-91C8-6739-F1AB-FAA37F9BB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4B99A-CD86-427D-7563-5A98200F3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34295-B13A-4955-B3A8-03FC2CE1657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663B-85F5-31A9-720C-6B43EE578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89C4B-C1CC-08D2-834D-D38CFFC24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543A8-307C-443E-B07C-514DA580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72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FF6C-257F-88BB-3B4A-A5DEA39D4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642" y="-654302"/>
            <a:ext cx="10042358" cy="250256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Terraform Debugging and Logging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4B7B3-6B72-09AC-1854-E425F557E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232" y="1604211"/>
            <a:ext cx="9817768" cy="365358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Debugging in Terraform?</a:t>
            </a:r>
          </a:p>
          <a:p>
            <a:pPr algn="l"/>
            <a:r>
              <a:rPr lang="en-US" dirty="0"/>
              <a:t>The process of finding and fixing errors in Terraform configurations.</a:t>
            </a:r>
          </a:p>
          <a:p>
            <a:pPr algn="l"/>
            <a:r>
              <a:rPr lang="en-US" dirty="0"/>
              <a:t>Involves analyzing logs, state, commands, and error outputs.</a:t>
            </a:r>
          </a:p>
          <a:p>
            <a:pPr algn="l"/>
            <a:r>
              <a:rPr lang="en-US" dirty="0"/>
              <a:t>Helps ensure smooth provisioning of cloud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310139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3D3BD-E898-9957-1939-20BF4D91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Debugging Is Important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42922-AD7C-BC55-1173-FA4A3F0E7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Prevents broken infrastructure deployments.</a:t>
            </a:r>
          </a:p>
          <a:p>
            <a:r>
              <a:rPr lang="en-US" dirty="0"/>
              <a:t>Helps identify configuration errors early.</a:t>
            </a:r>
          </a:p>
          <a:p>
            <a:r>
              <a:rPr lang="en-US" dirty="0"/>
              <a:t>Ensures correct communication with cloud providers.</a:t>
            </a:r>
          </a:p>
          <a:p>
            <a:r>
              <a:rPr lang="en-US" dirty="0"/>
              <a:t>Reduces downtime, failures, and rework in CI/CD pipelines.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415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DF72-9F33-A9FD-E6EC-702D9FEA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Terraform Debugging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067BA-7D9F-B750-494D-AC873D86E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logging environment variables.</a:t>
            </a:r>
          </a:p>
          <a:p>
            <a:r>
              <a:rPr lang="en-US" dirty="0"/>
              <a:t>Provides detailed execution traces.</a:t>
            </a:r>
          </a:p>
          <a:p>
            <a:r>
              <a:rPr lang="en-US" dirty="0"/>
              <a:t>Shows how Terraform interacts with providers and state.</a:t>
            </a:r>
          </a:p>
          <a:p>
            <a:r>
              <a:rPr lang="en-US" dirty="0"/>
              <a:t>Helps locate the root cause of failures (syntax, provider, or API issues).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68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FE35-08E3-1289-12BE-ACBAC268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Terraform Logging Levels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3645A-A51D-4C0C-0A5A-997E6BC72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Terraform supports these log levels:</a:t>
            </a:r>
          </a:p>
          <a:p>
            <a:r>
              <a:rPr lang="en-IN" b="1" dirty="0"/>
              <a:t>TRACE</a:t>
            </a:r>
            <a:r>
              <a:rPr lang="en-IN" dirty="0"/>
              <a:t> – Very detailed internal logs</a:t>
            </a:r>
          </a:p>
          <a:p>
            <a:r>
              <a:rPr lang="en-IN" b="1" dirty="0"/>
              <a:t>DEBUG</a:t>
            </a:r>
            <a:r>
              <a:rPr lang="en-IN" dirty="0"/>
              <a:t> – Useful for troubleshooting provider/API issues</a:t>
            </a:r>
          </a:p>
          <a:p>
            <a:r>
              <a:rPr lang="en-IN" b="1" dirty="0"/>
              <a:t>INFO</a:t>
            </a:r>
            <a:r>
              <a:rPr lang="en-IN" dirty="0"/>
              <a:t> – Default operational information</a:t>
            </a:r>
          </a:p>
          <a:p>
            <a:r>
              <a:rPr lang="en-IN" b="1" dirty="0"/>
              <a:t>WARN</a:t>
            </a:r>
            <a:r>
              <a:rPr lang="en-IN" dirty="0"/>
              <a:t> – Non-critical issues</a:t>
            </a:r>
          </a:p>
          <a:p>
            <a:r>
              <a:rPr lang="en-IN" b="1" dirty="0"/>
              <a:t>ERROR</a:t>
            </a:r>
            <a:r>
              <a:rPr lang="en-IN" dirty="0"/>
              <a:t> – Blocking issues stopping execution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075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0E1E-FA1D-122C-F8A9-F6468D8C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Debugging Tools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0BBF-65DD-8E6E-B71D-A6D4F41B4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terraform validate</a:t>
            </a:r>
            <a:r>
              <a:rPr lang="en-IN" dirty="0"/>
              <a:t> → Checks syntax</a:t>
            </a:r>
          </a:p>
          <a:p>
            <a:r>
              <a:rPr lang="en-IN" b="1" dirty="0"/>
              <a:t>terraform plan</a:t>
            </a:r>
            <a:r>
              <a:rPr lang="en-IN" dirty="0"/>
              <a:t> → Detects deployment errors</a:t>
            </a:r>
          </a:p>
          <a:p>
            <a:r>
              <a:rPr lang="en-IN" b="1" dirty="0"/>
              <a:t>terraform apply -refresh-only</a:t>
            </a:r>
            <a:r>
              <a:rPr lang="en-IN" dirty="0"/>
              <a:t> → Identifies differences</a:t>
            </a:r>
          </a:p>
          <a:p>
            <a:r>
              <a:rPr lang="en-IN" b="1" dirty="0"/>
              <a:t>terraform providers mirror</a:t>
            </a:r>
            <a:r>
              <a:rPr lang="en-IN" dirty="0"/>
              <a:t> → Debug provider downloads</a:t>
            </a:r>
          </a:p>
          <a:p>
            <a:r>
              <a:rPr lang="en-IN" b="1" dirty="0"/>
              <a:t>terraform console</a:t>
            </a:r>
            <a:r>
              <a:rPr lang="en-IN" dirty="0"/>
              <a:t> → Test expressions interactively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794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92CD-3739-F8F5-DB47-6A8CDD4E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Typical Debugging Scenarios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37228-4E7C-6A6A-C05F-0AEB6D42D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Wrong variable values</a:t>
            </a:r>
          </a:p>
          <a:p>
            <a:r>
              <a:rPr lang="en-US" dirty="0"/>
              <a:t>Missing or incorrect provider authentication</a:t>
            </a:r>
          </a:p>
          <a:p>
            <a:r>
              <a:rPr lang="en-US" dirty="0"/>
              <a:t>State mismatch between local and remote</a:t>
            </a:r>
          </a:p>
          <a:p>
            <a:r>
              <a:rPr lang="en-US" dirty="0"/>
              <a:t>Incorrect data source references</a:t>
            </a:r>
          </a:p>
          <a:p>
            <a:r>
              <a:rPr lang="en-US" dirty="0"/>
              <a:t>Resource dependency issues</a:t>
            </a:r>
          </a:p>
          <a:p>
            <a:r>
              <a:rPr lang="en-US" dirty="0"/>
              <a:t>API rate limit or permission failures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24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9933-6F7C-963A-12DA-73929EF6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for Logging &amp; Debugging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D0CF1-6E67-E76C-3F90-E14549B9E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Always run </a:t>
            </a:r>
            <a:r>
              <a:rPr lang="en-IN" b="1" dirty="0"/>
              <a:t>terraform </a:t>
            </a:r>
            <a:r>
              <a:rPr lang="en-IN" b="1" dirty="0" err="1"/>
              <a:t>fmt</a:t>
            </a:r>
            <a:r>
              <a:rPr lang="en-IN" dirty="0"/>
              <a:t> and </a:t>
            </a:r>
            <a:r>
              <a:rPr lang="en-IN" b="1" dirty="0"/>
              <a:t>validate</a:t>
            </a:r>
            <a:r>
              <a:rPr lang="en-IN" dirty="0"/>
              <a:t> before plan/apply.</a:t>
            </a:r>
          </a:p>
          <a:p>
            <a:r>
              <a:rPr lang="en-IN" dirty="0"/>
              <a:t>Use </a:t>
            </a:r>
            <a:r>
              <a:rPr lang="en-IN" b="1" dirty="0"/>
              <a:t>remote backend</a:t>
            </a:r>
            <a:r>
              <a:rPr lang="en-IN" dirty="0"/>
              <a:t> to avoid local state corruption.</a:t>
            </a:r>
          </a:p>
          <a:p>
            <a:r>
              <a:rPr lang="en-IN" dirty="0"/>
              <a:t>Use </a:t>
            </a:r>
            <a:r>
              <a:rPr lang="en-IN" b="1" dirty="0"/>
              <a:t>module version pinning</a:t>
            </a:r>
            <a:r>
              <a:rPr lang="en-IN" dirty="0"/>
              <a:t> to avoid unexpected changes.</a:t>
            </a:r>
          </a:p>
          <a:p>
            <a:r>
              <a:rPr lang="en-IN" dirty="0"/>
              <a:t>Keep logs enabled in CI/CD pipelines.</a:t>
            </a:r>
          </a:p>
          <a:p>
            <a:r>
              <a:rPr lang="en-IN" dirty="0"/>
              <a:t>Review cloud provider logs (AWS, Azure, GCP) when API calls fail.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5494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E7CA-27CE-29BE-BB1C-25149B12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47BDD-1DDD-70DB-EC83-3B8DE274C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Debugging is essential to ensure reliable Terraform deployments.</a:t>
            </a:r>
          </a:p>
          <a:p>
            <a:r>
              <a:rPr lang="en-US" dirty="0"/>
              <a:t>Logs help trace issues at provider and configuration levels.</a:t>
            </a:r>
          </a:p>
          <a:p>
            <a:r>
              <a:rPr lang="en-US" dirty="0"/>
              <a:t>Terraform offers easy-to-use debugging tools and log levels.</a:t>
            </a:r>
          </a:p>
          <a:p>
            <a:r>
              <a:rPr lang="en-US" dirty="0"/>
              <a:t>Proper debugging and logging lead to stable, predictable </a:t>
            </a:r>
            <a:r>
              <a:rPr lang="en-US" dirty="0" err="1"/>
              <a:t>IaC</a:t>
            </a:r>
            <a:r>
              <a:rPr lang="en-US"/>
              <a:t> workflows.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920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Terraform Debugging and Logging </vt:lpstr>
      <vt:lpstr>Why Debugging Is Important </vt:lpstr>
      <vt:lpstr>How Terraform Debugging Works </vt:lpstr>
      <vt:lpstr>Terraform Logging Levels </vt:lpstr>
      <vt:lpstr>Common Debugging Tools </vt:lpstr>
      <vt:lpstr>Typical Debugging Scenarios </vt:lpstr>
      <vt:lpstr>Best Practices for Logging &amp; Debugging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2025-11-21T09:50:21Z</dcterms:created>
  <dcterms:modified xsi:type="dcterms:W3CDTF">2025-11-21T09:50:28Z</dcterms:modified>
</cp:coreProperties>
</file>