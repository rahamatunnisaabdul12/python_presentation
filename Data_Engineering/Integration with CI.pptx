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93DDD-B352-B37A-56EE-9F6E1C4C9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2C258-F96C-2352-1D88-22E29A29B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5B4A64-74C0-E171-B227-E417A74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B97E-07FE-45C9-A202-3513069B529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29F6E-32C7-34C8-B99F-41E9EED9D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294D2-5E8E-9FB3-6B4B-CDFE9BA66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188A-EF66-46C6-99C4-162D15DCB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930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5525F-99D3-B56C-B4B7-8852A7CE3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CC2BC-3B18-85F6-B040-44A5F21AD6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16891-920E-4EB3-CB98-4BB207758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B97E-07FE-45C9-A202-3513069B529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BA12A-1DCD-7952-66BB-944D05CC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EDB69-1DC7-23D5-20AE-EB4FE758A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188A-EF66-46C6-99C4-162D15DCB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74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D7774-8DBD-4E62-9A66-880FC40D5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88640-A03D-E1D5-7EED-0B4D49D35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F54D4-33FE-C174-8368-D51DFA5B1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B97E-07FE-45C9-A202-3513069B529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0CA65-07A6-514F-1B45-41D1F2757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B2F83-4AE9-E4A2-6207-D90FCE79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188A-EF66-46C6-99C4-162D15DCB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054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CA8EF-2BF7-DCDC-7E8F-8F4DD2B3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EB120-98D8-DBA4-68EE-D9D6DF0BE7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1908C9-74E3-951F-BB08-388ADE998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B5374-3FD4-A070-F982-343501BF6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B97E-07FE-45C9-A202-3513069B529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AAD31-BF15-3986-9800-1D8DEE93F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0FB7E-9562-3E96-E348-98E888A90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188A-EF66-46C6-99C4-162D15DCB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160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DE284-0678-B112-4621-8A4444DEB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3EF2D-3031-2F08-6948-308DB5CB3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819F40-43F1-8934-4FA1-F82C57AFE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6836F1-7169-EF1F-D5BC-ECCC8F8EE6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F8C73-CC23-629A-99EF-C6B5404C9D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98B865-01F3-2539-3AA1-8DF60CB8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B97E-07FE-45C9-A202-3513069B529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150D16-193A-D81A-C4B7-CCD656E3A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A4300-3F88-C19C-AB5A-40ECC4B34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188A-EF66-46C6-99C4-162D15DCB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47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D9117-E27A-B4E0-BA72-C143E5DB5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8132D-E9BF-78F9-F43B-A100C8008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B97E-07FE-45C9-A202-3513069B529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FE6A06-AE42-3BFF-7A7C-67FE4FF8C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500C1-D42C-1675-9CAF-2D079A1D8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188A-EF66-46C6-99C4-162D15DCB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248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AAB60-6D28-8CD4-6BE1-B99439D19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B97E-07FE-45C9-A202-3513069B529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81048-3863-1AD1-583E-9451F4829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24FD20-6EC3-316D-5773-ADAD7C15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188A-EF66-46C6-99C4-162D15DCB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831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64A49-B8A0-955D-8EDC-5E3782AD8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08CF9-5354-F884-FE09-255556975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DBFBE-7739-C38A-DE81-7208E47131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2BDD2-B4DB-9B20-3E69-7A5BDD468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B97E-07FE-45C9-A202-3513069B529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75318-874D-0563-7A62-0431C9A08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E9230-1B62-E5B0-BD2C-F0927695C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188A-EF66-46C6-99C4-162D15DCB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217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7842F-B90F-87A2-F01C-97A90E6CD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92FF1-DD8C-CE4B-25D6-EE1DA1E58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51775-8AA1-6521-6E5B-A2AA4EF3F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3FDAA4-5494-B329-79FD-7B7A41CC1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B97E-07FE-45C9-A202-3513069B529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52DC2-76A3-63D1-FC01-F21A3F0BD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1AFF8-3616-19A1-C906-FBE0116F6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188A-EF66-46C6-99C4-162D15DCB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734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C1163-1AE4-C945-7D6A-29BE265C4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DBCB49-A8F9-D594-7D91-6540ADE85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5041B-F81F-C7DD-E239-F2D38F3F7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B97E-07FE-45C9-A202-3513069B529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E6904-6FD8-8E86-3759-201213DB2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AB2AC-AD30-0182-99EE-78A81A554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188A-EF66-46C6-99C4-162D15DCB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393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62A022-D3D4-A500-5B7D-483633376C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9307DB-AA8F-E050-61C5-6AB0CE11D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8CDD1-5790-B361-BADB-65F69602D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9B97E-07FE-45C9-A202-3513069B529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B9144-C2A4-3609-8672-8BBB91DA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63481-0C32-F10E-1ACB-48A35941B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1188A-EF66-46C6-99C4-162D15DCB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058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0676E4-F28A-5901-A492-0A35044C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13AFE6-6BFF-A382-E1CE-AFD6E82E1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5D73A-88A1-CB7D-6226-FDC33127F2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B9B97E-07FE-45C9-A202-3513069B529A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43BE5-E8F5-7984-EC02-AE11B7749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E6B1C-66F6-CB0B-042F-E4E6AE11DB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1188A-EF66-46C6-99C4-162D15DCB8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666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15F4-A9A7-58C0-399F-A3FFCB52D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358" y="0"/>
            <a:ext cx="9769642" cy="3509963"/>
          </a:xfrm>
        </p:spPr>
        <p:txBody>
          <a:bodyPr>
            <a:normAutofit/>
          </a:bodyPr>
          <a:lstStyle/>
          <a:p>
            <a:r>
              <a:rPr lang="en-US" b="1" dirty="0"/>
              <a:t>Integration with CI/CD (GitHub Actions, Jenkins, GitLab CI)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FB7952-150B-9DE0-F67B-165DAF061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3768" y="2928270"/>
            <a:ext cx="9144000" cy="3509962"/>
          </a:xfrm>
        </p:spPr>
        <p:txBody>
          <a:bodyPr>
            <a:normAutofit/>
          </a:bodyPr>
          <a:lstStyle/>
          <a:p>
            <a:r>
              <a:rPr lang="en-US" b="1" dirty="0"/>
              <a:t>What Is CI/CD?</a:t>
            </a:r>
          </a:p>
          <a:p>
            <a:r>
              <a:rPr lang="en-US" dirty="0"/>
              <a:t>CI/CD = Continuous Integration + Continuous Delivery/Deployment.</a:t>
            </a:r>
          </a:p>
          <a:p>
            <a:r>
              <a:rPr lang="en-US" dirty="0"/>
              <a:t>Automates building, testing, and deploying code.</a:t>
            </a:r>
          </a:p>
          <a:p>
            <a:r>
              <a:rPr lang="en-US" dirty="0"/>
              <a:t>Ensures consistent, repeatable infrastructure updates.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2902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F8246-706E-4F99-BFD7-AE86560C8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Integrate Terraform or Code with CI/CD?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BB1D6-047C-5CFF-7AC9-F5E223F75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Prevent manual mistakes</a:t>
            </a:r>
          </a:p>
          <a:p>
            <a:r>
              <a:rPr lang="en-US" dirty="0"/>
              <a:t>Run automated tests on every change</a:t>
            </a:r>
          </a:p>
          <a:p>
            <a:r>
              <a:rPr lang="en-US" dirty="0"/>
              <a:t>Enforce infrastructure standards</a:t>
            </a:r>
          </a:p>
          <a:p>
            <a:r>
              <a:rPr lang="en-US" dirty="0"/>
              <a:t>Enable faster delivery</a:t>
            </a:r>
          </a:p>
          <a:p>
            <a:r>
              <a:rPr lang="en-US" dirty="0"/>
              <a:t>Provide audit trails and approvals</a:t>
            </a:r>
          </a:p>
          <a:p>
            <a:r>
              <a:rPr lang="en-US" dirty="0"/>
              <a:t>Support multi-developer collaboration safely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6874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EBADC-DA98-5894-AE47-FD5B4CF0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CI/CD Works with Terraform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3AA7A-5CAA-C9FD-F7C3-A3D74830B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workflow:</a:t>
            </a:r>
          </a:p>
          <a:p>
            <a:r>
              <a:rPr lang="en-US" dirty="0"/>
              <a:t>Developer pushes code to Git</a:t>
            </a:r>
          </a:p>
          <a:p>
            <a:r>
              <a:rPr lang="en-US" dirty="0"/>
              <a:t>CI pipeline runs:</a:t>
            </a:r>
          </a:p>
          <a:p>
            <a:pPr lvl="1"/>
            <a:r>
              <a:rPr lang="en-US" dirty="0"/>
              <a:t>Lint → Validate → Plan</a:t>
            </a:r>
          </a:p>
          <a:p>
            <a:r>
              <a:rPr lang="en-US" dirty="0"/>
              <a:t>Optional approval step</a:t>
            </a:r>
          </a:p>
          <a:p>
            <a:r>
              <a:rPr lang="en-US" dirty="0"/>
              <a:t>CD pipeline applies changes</a:t>
            </a:r>
          </a:p>
          <a:p>
            <a:r>
              <a:rPr lang="en-US" dirty="0"/>
              <a:t>State stored in remote backend</a:t>
            </a:r>
          </a:p>
          <a:p>
            <a:r>
              <a:rPr lang="en-US" dirty="0"/>
              <a:t>Notifications sent to Slack/Gmail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40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3FB98-2C63-A62E-5237-0F7061EB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Actions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C7BB5-3B44-8835-6CBF-C9F6EE5D9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What?</a:t>
            </a:r>
          </a:p>
          <a:p>
            <a:r>
              <a:rPr lang="en-US" dirty="0"/>
              <a:t>Built-in automation for GitHub projects.</a:t>
            </a:r>
          </a:p>
          <a:p>
            <a:r>
              <a:rPr lang="en-US" b="1" dirty="0"/>
              <a:t>Why?</a:t>
            </a:r>
          </a:p>
          <a:p>
            <a:r>
              <a:rPr lang="en-US" dirty="0"/>
              <a:t>Easy setup</a:t>
            </a:r>
          </a:p>
          <a:p>
            <a:r>
              <a:rPr lang="en-US" dirty="0"/>
              <a:t>Free for small/medium workloads</a:t>
            </a:r>
          </a:p>
          <a:p>
            <a:r>
              <a:rPr lang="en-US" dirty="0"/>
              <a:t>Excellent for repo-based </a:t>
            </a:r>
            <a:r>
              <a:rPr lang="en-US" dirty="0" err="1"/>
              <a:t>IaC</a:t>
            </a:r>
            <a:endParaRPr lang="en-US" dirty="0"/>
          </a:p>
          <a:p>
            <a:r>
              <a:rPr lang="en-US" b="1" dirty="0"/>
              <a:t>How?</a:t>
            </a:r>
          </a:p>
          <a:p>
            <a:r>
              <a:rPr lang="en-US" dirty="0"/>
              <a:t>Workflow file: .</a:t>
            </a:r>
            <a:r>
              <a:rPr lang="en-US" dirty="0" err="1"/>
              <a:t>github</a:t>
            </a:r>
            <a:r>
              <a:rPr lang="en-US" dirty="0"/>
              <a:t>/workflows/</a:t>
            </a:r>
            <a:r>
              <a:rPr lang="en-US" dirty="0" err="1"/>
              <a:t>terraform.yml</a:t>
            </a:r>
            <a:br>
              <a:rPr lang="en-US" dirty="0"/>
            </a:br>
            <a:r>
              <a:rPr lang="en-US" dirty="0"/>
              <a:t>Triggers on </a:t>
            </a:r>
            <a:r>
              <a:rPr lang="en-US" b="1" dirty="0"/>
              <a:t>push / pull request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0289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4506C-0A4F-CC26-67FA-98F727402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Jenkins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FEB4D-61BF-0DAA-87E5-E03863423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2" y="1825624"/>
            <a:ext cx="11113168" cy="503237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What?</a:t>
            </a:r>
          </a:p>
          <a:p>
            <a:r>
              <a:rPr lang="en-US" dirty="0"/>
              <a:t>Self-hosted automation server used in enterprises.</a:t>
            </a:r>
          </a:p>
          <a:p>
            <a:r>
              <a:rPr lang="en-US" b="1" dirty="0"/>
              <a:t>Why?</a:t>
            </a:r>
          </a:p>
          <a:p>
            <a:r>
              <a:rPr lang="en-US" dirty="0"/>
              <a:t>Highly customizable</a:t>
            </a:r>
          </a:p>
          <a:p>
            <a:r>
              <a:rPr lang="en-US" dirty="0"/>
              <a:t>Plugin ecosystem</a:t>
            </a:r>
          </a:p>
          <a:p>
            <a:r>
              <a:rPr lang="en-US" dirty="0"/>
              <a:t>Works in on-premise networks</a:t>
            </a:r>
          </a:p>
          <a:p>
            <a:r>
              <a:rPr lang="en-US" dirty="0"/>
              <a:t>Supports secret vaults</a:t>
            </a:r>
          </a:p>
          <a:p>
            <a:r>
              <a:rPr lang="en-US" b="1" dirty="0"/>
              <a:t>How?</a:t>
            </a:r>
          </a:p>
          <a:p>
            <a:r>
              <a:rPr lang="en-US" dirty="0"/>
              <a:t>Jenkins pipeline:</a:t>
            </a:r>
          </a:p>
          <a:p>
            <a:r>
              <a:rPr lang="en-US" dirty="0"/>
              <a:t>Checkout code</a:t>
            </a:r>
          </a:p>
          <a:p>
            <a:r>
              <a:rPr lang="en-US" dirty="0"/>
              <a:t>Run Terraform validate → plan</a:t>
            </a:r>
          </a:p>
          <a:p>
            <a:r>
              <a:rPr lang="en-US" dirty="0"/>
              <a:t>Approval stage</a:t>
            </a:r>
          </a:p>
          <a:p>
            <a:r>
              <a:rPr lang="en-US" dirty="0"/>
              <a:t>Apply to cloud</a:t>
            </a:r>
          </a:p>
          <a:p>
            <a:r>
              <a:rPr lang="en-US" dirty="0"/>
              <a:t>Works with shared agents and credential store.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272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A46BB-48F5-D406-9FA4-7B791147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GitLab CI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6E3A2-5B6E-DE06-530B-EBC8550A2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05" y="1267326"/>
            <a:ext cx="10856495" cy="4909637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What?</a:t>
            </a:r>
          </a:p>
          <a:p>
            <a:r>
              <a:rPr lang="en-IN" dirty="0"/>
              <a:t>Built-in CI/CD for GitLab repositories.</a:t>
            </a:r>
          </a:p>
          <a:p>
            <a:r>
              <a:rPr lang="en-IN" b="1" dirty="0"/>
              <a:t>Why?</a:t>
            </a:r>
          </a:p>
          <a:p>
            <a:r>
              <a:rPr lang="en-IN" dirty="0"/>
              <a:t>Native pipeline YAML</a:t>
            </a:r>
          </a:p>
          <a:p>
            <a:r>
              <a:rPr lang="en-IN" dirty="0"/>
              <a:t>Strong </a:t>
            </a:r>
            <a:r>
              <a:rPr lang="en-IN" dirty="0" err="1"/>
              <a:t>DevSecOps</a:t>
            </a:r>
            <a:r>
              <a:rPr lang="en-IN" dirty="0"/>
              <a:t> features</a:t>
            </a:r>
          </a:p>
          <a:p>
            <a:r>
              <a:rPr lang="en-IN" dirty="0"/>
              <a:t>Free runners available</a:t>
            </a:r>
          </a:p>
          <a:p>
            <a:r>
              <a:rPr lang="en-IN" dirty="0"/>
              <a:t>Best for container workflows</a:t>
            </a:r>
          </a:p>
          <a:p>
            <a:r>
              <a:rPr lang="en-IN" b="1" dirty="0"/>
              <a:t>How?</a:t>
            </a:r>
          </a:p>
          <a:p>
            <a:r>
              <a:rPr lang="en-IN" dirty="0"/>
              <a:t>Use .</a:t>
            </a:r>
            <a:r>
              <a:rPr lang="en-IN" dirty="0" err="1"/>
              <a:t>gitlab-ci.yml</a:t>
            </a:r>
            <a:r>
              <a:rPr lang="en-IN" dirty="0"/>
              <a:t> with Terraform stages:</a:t>
            </a:r>
          </a:p>
          <a:p>
            <a:r>
              <a:rPr lang="en-IN" dirty="0"/>
              <a:t>format</a:t>
            </a:r>
          </a:p>
          <a:p>
            <a:r>
              <a:rPr lang="en-IN" dirty="0"/>
              <a:t>validate</a:t>
            </a:r>
          </a:p>
          <a:p>
            <a:r>
              <a:rPr lang="en-IN" dirty="0"/>
              <a:t>plan</a:t>
            </a:r>
          </a:p>
          <a:p>
            <a:r>
              <a:rPr lang="en-IN" dirty="0"/>
              <a:t>deploy</a:t>
            </a:r>
          </a:p>
          <a:p>
            <a:r>
              <a:rPr lang="en-IN" dirty="0"/>
              <a:t>destroy (if needed)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7539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5BA31-B5A1-02D5-45E9-CCC751D7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Secrets Handling in CI/CD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ACF36-9B54-5416-5EEF-CC2619B8B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CI tools provide secure storage:</a:t>
            </a:r>
          </a:p>
          <a:p>
            <a:r>
              <a:rPr lang="en-IN" dirty="0"/>
              <a:t>GitHub: </a:t>
            </a:r>
            <a:r>
              <a:rPr lang="en-IN" b="1" dirty="0"/>
              <a:t>Actions Secrets / OIDC IAM role</a:t>
            </a:r>
            <a:endParaRPr lang="en-IN" dirty="0"/>
          </a:p>
          <a:p>
            <a:r>
              <a:rPr lang="en-IN" dirty="0"/>
              <a:t>Jenkins: </a:t>
            </a:r>
            <a:r>
              <a:rPr lang="en-IN" b="1" dirty="0"/>
              <a:t>Credentials store + Vault plugins</a:t>
            </a:r>
            <a:endParaRPr lang="en-IN" dirty="0"/>
          </a:p>
          <a:p>
            <a:r>
              <a:rPr lang="en-IN" dirty="0"/>
              <a:t>GitLab: </a:t>
            </a:r>
            <a:r>
              <a:rPr lang="en-IN" b="1" dirty="0"/>
              <a:t>CI/CD Variables + Secret Vault</a:t>
            </a:r>
            <a:endParaRPr lang="en-IN" dirty="0"/>
          </a:p>
          <a:p>
            <a:r>
              <a:rPr lang="en-IN" dirty="0"/>
              <a:t>Best Practices:</a:t>
            </a:r>
            <a:br>
              <a:rPr lang="en-IN" dirty="0"/>
            </a:br>
            <a:r>
              <a:rPr lang="en-IN" dirty="0"/>
              <a:t>✓ Never store secrets in repo</a:t>
            </a:r>
            <a:br>
              <a:rPr lang="en-IN" dirty="0"/>
            </a:br>
            <a:r>
              <a:rPr lang="en-IN" dirty="0"/>
              <a:t>✓ Mask secrets in logs</a:t>
            </a:r>
            <a:br>
              <a:rPr lang="en-IN" dirty="0"/>
            </a:br>
            <a:r>
              <a:rPr lang="en-IN" dirty="0"/>
              <a:t>✓ Use IAM roles over static keys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1772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0EC3E-A491-A177-9235-25A6257E7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Approvals, Policies &amp;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8334C-94E9-4410-8928-99C8D87C0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Pull-request based approvals</a:t>
            </a:r>
          </a:p>
          <a:p>
            <a:r>
              <a:rPr lang="en-US" dirty="0"/>
              <a:t>Manual gate before Terraform apply</a:t>
            </a:r>
          </a:p>
          <a:p>
            <a:r>
              <a:rPr lang="en-US" dirty="0"/>
              <a:t>Policy checks (Sentinel, OPA)</a:t>
            </a:r>
          </a:p>
          <a:p>
            <a:r>
              <a:rPr lang="en-US" dirty="0"/>
              <a:t>Enforced tagging rules</a:t>
            </a:r>
          </a:p>
          <a:p>
            <a:r>
              <a:rPr lang="en-US" dirty="0"/>
              <a:t>Slack/Teams notifications</a:t>
            </a:r>
            <a:br>
              <a:rPr lang="en-US" dirty="0"/>
            </a:br>
            <a:r>
              <a:rPr lang="en-US" dirty="0"/>
              <a:t>Ensures safe deployments.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8076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FFC2E-BA3B-F8F5-E839-B1AB2B17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55497-8FF5-9B9A-53FB-FC8DBDD07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CI/CD integrates Terraform/application deployment into automation pipelines.</a:t>
            </a:r>
          </a:p>
          <a:p>
            <a:r>
              <a:rPr lang="en-IN" dirty="0"/>
              <a:t>GitHub Actions → best for GitHub repos</a:t>
            </a:r>
          </a:p>
          <a:p>
            <a:r>
              <a:rPr lang="en-IN" dirty="0"/>
              <a:t>Jenkins → enterprise on-prem automation</a:t>
            </a:r>
          </a:p>
          <a:p>
            <a:r>
              <a:rPr lang="en-IN" dirty="0"/>
              <a:t>GitLab CI → strong DevOps automation</a:t>
            </a:r>
          </a:p>
          <a:p>
            <a:r>
              <a:rPr lang="en-IN"/>
              <a:t>CI/CD increases reliability, speed, and security of deployments.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366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Office PowerPoint</Application>
  <PresentationFormat>Widescreen</PresentationFormat>
  <Paragraphs>78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Integration with CI/CD (GitHub Actions, Jenkins, GitLab CI) </vt:lpstr>
      <vt:lpstr>Why Integrate Terraform or Code with CI/CD?</vt:lpstr>
      <vt:lpstr>How CI/CD Works with Terraform</vt:lpstr>
      <vt:lpstr>GitHub Actions Integration</vt:lpstr>
      <vt:lpstr>Jenkins Integration</vt:lpstr>
      <vt:lpstr>GitLab CI Integration</vt:lpstr>
      <vt:lpstr>Secrets Handling in CI/CD</vt:lpstr>
      <vt:lpstr>Approvals, Policies &amp; Governance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2025-11-21T07:19:12Z</dcterms:created>
  <dcterms:modified xsi:type="dcterms:W3CDTF">2025-11-21T07:19:16Z</dcterms:modified>
</cp:coreProperties>
</file>