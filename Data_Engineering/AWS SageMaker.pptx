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A92D-C6E1-31CA-B17A-28D1F38FC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2D316-F745-3F85-3340-73487B5A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93089-D09B-62E3-638B-79A8E833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4128B-8620-8307-D482-0D7A6E2E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5ADA3-E3DD-2E41-A817-F11E578D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7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70BE-FA3E-9694-F723-0D23911E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0406-4161-955D-D2A0-41F92C16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B9B5D-2AE1-6EB5-7FF2-6CF60C23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A6F7F-0801-5002-4D82-7C1B2F61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26B62-7E8B-27B0-B5B1-E28582FE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41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87076-2BA8-F5B9-E90D-FC32382A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B975A-133D-C740-9A9D-67B993AFD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D9D67-C221-65C0-E379-8CB4F499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57E49-6723-7137-B083-823D8F48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806F7-B71A-7E75-02D2-82BB0849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52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30D7-2200-1179-B9DF-BED964C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8FE3-0E36-705F-DEB7-EF43A293F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1FD81-D537-0BE6-C910-7C986C72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F8DDF-9A20-50B7-F45D-0FD076D4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31D5F-2C4B-534A-81EF-6B6ED910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82BB8-A119-43B5-0468-C3E1071B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4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94A3-8872-548B-CFB6-74F41EB3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6F73-925C-A32D-A0C5-6D739AEC9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E0BA8-5B92-A63E-2EEF-B883CE96A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17D63-71D1-8115-03F9-39AB0C673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B8077-A9AA-2956-DA74-2484C6E63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CEB2EC-4438-02A9-676A-C0616EFE5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F634B5-80BE-7814-7FEC-F6673721D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AD1B0-ECBF-872C-A091-F1342DE9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45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D40F-BFA0-8A10-7C6B-F2F28D85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8AC48-4946-18FE-0D11-1F4936514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98BA6-57DC-6E52-4E9E-7A299AA4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36038-E24C-C1BC-5151-A71E3BE9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34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CB150-D1A2-CAFA-E7C6-C3173AB5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EC8CA-0E8D-E9B2-D990-7BC47824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2008B-4B65-FEE4-AFDB-A51C71F8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3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F807-3BA9-B1C3-03D3-963C3017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FD013-277B-1138-54CD-D2AEABAAD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69EEC-9C08-C4F2-3B13-173F3EF1C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270AF-09F8-FD00-0477-7515A1C7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F4AE1-95E0-FA16-25EC-37E41EE4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FA17F-E05C-F95B-19CD-3830B2BD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8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0A8A-43EE-C22F-58F8-BFED980F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5A579F-FA22-30E4-55F6-238B0E4E9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62494-220E-6633-C76B-A13FAEAA7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99367-6065-67BF-1350-1A2835167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33E5A-DA7D-DF07-93CE-50065E34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048DE-2C59-1628-E11A-E4AFD4B4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81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A14E-C53A-A45E-E969-F0574EF4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C84A6-E0E7-CE60-37D1-7ED7E7ACA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CF8F-C7D0-CFF2-D2B9-57E51018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3184-36D4-4232-BCB2-235209DFB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49A1-BDC9-313B-5D1A-67ABA6B3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9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9C8F8-9ECD-F5CB-960C-56E2C32EF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F4029-F365-D21C-C1A2-74DF7EC12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5BE61-D102-7580-DE57-1EDBE8E3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6BD7-6C68-F9A5-E332-E74A4E4C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105E5-4F86-66EC-3D4C-72D483DC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5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41D67-F9A3-7EF7-BFD9-D9307482E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416FE-62E1-6474-D88A-AD72166B7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709E0-BACA-8DF2-9F2C-9D7CA113C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F120C-D01F-4756-B631-22DC814840F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C2871-5B00-5E00-3D81-368A964D2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CE2B2-D727-0665-D48A-EA7E6368F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06E30-D9C8-4DAB-BF4F-3DF53C3B9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0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2D17-918B-99D1-0378-4F769A9D1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347" y="1"/>
            <a:ext cx="10154653" cy="1780674"/>
          </a:xfrm>
        </p:spPr>
        <p:txBody>
          <a:bodyPr/>
          <a:lstStyle/>
          <a:p>
            <a:r>
              <a:rPr lang="en-IN" b="1" dirty="0"/>
              <a:t>AWS SageMaker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77E75-1858-371F-46D8-74CA7E1D9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337" y="1379621"/>
            <a:ext cx="10539663" cy="387817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SageMaker? (WHAT)</a:t>
            </a:r>
          </a:p>
          <a:p>
            <a:pPr algn="l"/>
            <a:r>
              <a:rPr lang="en-US" dirty="0"/>
              <a:t>A fully managed </a:t>
            </a:r>
            <a:r>
              <a:rPr lang="en-US" b="1" dirty="0"/>
              <a:t>Machine Learning (ML) platform</a:t>
            </a:r>
            <a:r>
              <a:rPr lang="en-US" dirty="0"/>
              <a:t> by AWS.</a:t>
            </a:r>
          </a:p>
          <a:p>
            <a:pPr algn="l"/>
            <a:r>
              <a:rPr lang="en-US" dirty="0"/>
              <a:t>Helps build, train, tune, deploy, and monitor ML models at scale.</a:t>
            </a:r>
          </a:p>
          <a:p>
            <a:pPr algn="l"/>
            <a:r>
              <a:rPr lang="en-US" dirty="0"/>
              <a:t>Removes infrastructure overhead—no servers to manage.</a:t>
            </a:r>
          </a:p>
          <a:p>
            <a:pPr algn="l"/>
            <a:r>
              <a:rPr lang="en-US" dirty="0"/>
              <a:t>Includes built-in algorithms, notebooks, pipelines, </a:t>
            </a:r>
            <a:r>
              <a:rPr lang="en-US" dirty="0" err="1"/>
              <a:t>MLOps</a:t>
            </a:r>
            <a:r>
              <a:rPr lang="en-US" dirty="0"/>
              <a:t>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57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A3F8-71D3-295D-4AC6-377043A6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SageMaker is Used?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8592E-B108-DC15-3FF2-6557BA95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Speeds up ML development from weeks → hours.</a:t>
            </a:r>
          </a:p>
          <a:p>
            <a:r>
              <a:rPr lang="en-US" dirty="0"/>
              <a:t>Reduces cost using managed training &amp; distributed clusters.</a:t>
            </a:r>
          </a:p>
          <a:p>
            <a:r>
              <a:rPr lang="en-US" dirty="0"/>
              <a:t>Scales automatically for large datasets and heavy training workloads.</a:t>
            </a:r>
          </a:p>
          <a:p>
            <a:r>
              <a:rPr lang="en-US" dirty="0"/>
              <a:t>Provides enterprise-grade security &amp; governance for ML workflows.</a:t>
            </a:r>
          </a:p>
          <a:p>
            <a:r>
              <a:rPr lang="en-US" dirty="0"/>
              <a:t>Enables collaboration between data scientists, engineers, &amp; analysts.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33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C712-883D-4E20-D344-DD39677C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SageMaker Works (HOW)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8B9433-87EB-DA47-3169-F53BB114C9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963975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S3 or Glue.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SageMaker Studio Notebooks.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managed compute clusters (CPU/GPU).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automatic hyperparameter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scalable endpoints.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built-in metrics &amp; drift detection</a:t>
            </a:r>
          </a:p>
        </p:txBody>
      </p:sp>
    </p:spTree>
    <p:extLst>
      <p:ext uri="{BB962C8B-B14F-4D97-AF65-F5344CB8AC3E}">
        <p14:creationId xmlns:p14="http://schemas.microsoft.com/office/powerpoint/2010/main" val="345417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BFAC-F85B-8F34-5D5D-AF61BACD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Components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97AA-00C3-FE40-7975-16E04B7C3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SageMaker Studio</a:t>
            </a:r>
            <a:r>
              <a:rPr lang="en-IN" dirty="0"/>
              <a:t> → web-based ML IDE.</a:t>
            </a:r>
          </a:p>
          <a:p>
            <a:r>
              <a:rPr lang="en-IN" b="1" dirty="0"/>
              <a:t>SageMaker Notebook Instances</a:t>
            </a:r>
            <a:r>
              <a:rPr lang="en-IN" dirty="0"/>
              <a:t> → hosted </a:t>
            </a:r>
            <a:r>
              <a:rPr lang="en-IN" dirty="0" err="1"/>
              <a:t>Jupyter</a:t>
            </a:r>
            <a:r>
              <a:rPr lang="en-IN" dirty="0"/>
              <a:t> notebooks.</a:t>
            </a:r>
          </a:p>
          <a:p>
            <a:r>
              <a:rPr lang="en-IN" b="1" dirty="0"/>
              <a:t>Training Jobs</a:t>
            </a:r>
            <a:r>
              <a:rPr lang="en-IN" dirty="0"/>
              <a:t> → managed GPU/CPU clusters.</a:t>
            </a:r>
          </a:p>
          <a:p>
            <a:r>
              <a:rPr lang="en-IN" b="1" dirty="0"/>
              <a:t>Endpoints</a:t>
            </a:r>
            <a:r>
              <a:rPr lang="en-IN" dirty="0"/>
              <a:t> → deploy models for real-time inference.</a:t>
            </a:r>
          </a:p>
          <a:p>
            <a:r>
              <a:rPr lang="en-IN" b="1" dirty="0"/>
              <a:t>Pipelines</a:t>
            </a:r>
            <a:r>
              <a:rPr lang="en-IN" dirty="0"/>
              <a:t> → CI/CD for ML (</a:t>
            </a:r>
            <a:r>
              <a:rPr lang="en-IN" dirty="0" err="1"/>
              <a:t>MLOps</a:t>
            </a:r>
            <a:r>
              <a:rPr lang="en-IN" dirty="0"/>
              <a:t>).</a:t>
            </a:r>
          </a:p>
          <a:p>
            <a:r>
              <a:rPr lang="en-IN" b="1" dirty="0"/>
              <a:t>Feature Store</a:t>
            </a:r>
            <a:r>
              <a:rPr lang="en-IN" dirty="0"/>
              <a:t> → central storage for ML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03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27D7-8E11-E507-F2C7-3184CDC0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Importance of SageMaker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9B7B7-56FA-A158-33E4-FDDC28BE5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Standardizes ML workflows at enterprise scale.</a:t>
            </a:r>
          </a:p>
          <a:p>
            <a:r>
              <a:rPr lang="en-IN" dirty="0"/>
              <a:t>Avoids manual configuration of training hardware.</a:t>
            </a:r>
          </a:p>
          <a:p>
            <a:r>
              <a:rPr lang="en-IN" dirty="0"/>
              <a:t>Helps teams follow best practices for </a:t>
            </a:r>
            <a:r>
              <a:rPr lang="en-IN" dirty="0" err="1"/>
              <a:t>MLOps</a:t>
            </a:r>
            <a:r>
              <a:rPr lang="en-IN" dirty="0"/>
              <a:t>.</a:t>
            </a:r>
          </a:p>
          <a:p>
            <a:r>
              <a:rPr lang="en-IN" dirty="0"/>
              <a:t>Cuts down ML cost using spot instances &amp; optimized training.</a:t>
            </a:r>
          </a:p>
          <a:p>
            <a:r>
              <a:rPr lang="en-IN" dirty="0"/>
              <a:t>Works seamlessly with S3, Lambda, API Gateway, Glue, and Redshift.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589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5C0F-5801-84A2-C0A9-3B2BB6DE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Model Training Works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3EEBB-7D8D-4AE3-13BA-5CE1E2DDA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choose an algorithm (built-in or custom Docker).</a:t>
            </a:r>
          </a:p>
          <a:p>
            <a:r>
              <a:rPr lang="en-IN" dirty="0"/>
              <a:t>Define an entry script (train.py).</a:t>
            </a:r>
          </a:p>
          <a:p>
            <a:r>
              <a:rPr lang="en-IN" dirty="0"/>
              <a:t>Submit a training job with dataset path in S3.</a:t>
            </a:r>
          </a:p>
          <a:p>
            <a:r>
              <a:rPr lang="en-IN" dirty="0"/>
              <a:t>SageMaker provisions cluster → trains → saves model artifacts in S3.</a:t>
            </a:r>
          </a:p>
          <a:p>
            <a:r>
              <a:rPr lang="en-IN" dirty="0"/>
              <a:t>Supports distributed training, GPUs, multi-node clusters.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57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9438-2E1D-4EEB-A97E-28CAD007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8FA4C-625D-D60F-E61B-7CD123862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Forecasting:</a:t>
            </a:r>
            <a:r>
              <a:rPr lang="en-IN" dirty="0"/>
              <a:t> demand prediction for supply chain.</a:t>
            </a:r>
          </a:p>
          <a:p>
            <a:r>
              <a:rPr lang="en-IN" b="1" dirty="0"/>
              <a:t>NLP:</a:t>
            </a:r>
            <a:r>
              <a:rPr lang="en-IN" dirty="0"/>
              <a:t> sentiment analysis, document classification.</a:t>
            </a:r>
          </a:p>
          <a:p>
            <a:r>
              <a:rPr lang="en-IN" b="1" dirty="0"/>
              <a:t>Computer Vision:</a:t>
            </a:r>
            <a:r>
              <a:rPr lang="en-IN" dirty="0"/>
              <a:t> defect detection, object recognition.</a:t>
            </a:r>
          </a:p>
          <a:p>
            <a:r>
              <a:rPr lang="en-IN" b="1" dirty="0"/>
              <a:t>Recommendation Engines:</a:t>
            </a:r>
            <a:r>
              <a:rPr lang="en-IN" dirty="0"/>
              <a:t> e-commerce personalization.</a:t>
            </a:r>
          </a:p>
          <a:p>
            <a:r>
              <a:rPr lang="en-IN" b="1" dirty="0"/>
              <a:t>Fraud Detection:</a:t>
            </a:r>
            <a:r>
              <a:rPr lang="en-IN" dirty="0"/>
              <a:t> bank/security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64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F414-FC4B-404C-D796-E8F7E58A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Using SageMaker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1FB97-3DA9-1C10-2338-5EF836C2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Simplifies complex ML workflows.</a:t>
            </a:r>
          </a:p>
          <a:p>
            <a:r>
              <a:rPr lang="en-US" dirty="0"/>
              <a:t>Reduces engineering effort with auto-scaling clusters.</a:t>
            </a:r>
          </a:p>
          <a:p>
            <a:r>
              <a:rPr lang="en-US" dirty="0"/>
              <a:t>Provides reliable production deployment.</a:t>
            </a:r>
          </a:p>
          <a:p>
            <a:r>
              <a:rPr lang="en-US" dirty="0"/>
              <a:t>Supports batch &amp; real-time predictions.</a:t>
            </a:r>
          </a:p>
          <a:p>
            <a:r>
              <a:rPr lang="en-US" dirty="0"/>
              <a:t>Enhances governance through model registry &amp; monitoring.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698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F9A7-2781-B210-077C-68D92A6B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F265-0E8E-7742-9A4B-C0BA380F9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SageMaker provides complete ML lifecycle automation.</a:t>
            </a:r>
          </a:p>
          <a:p>
            <a:r>
              <a:rPr lang="en-US" dirty="0"/>
              <a:t>Helps teams build, train, deploy, and monitor ML models quickly.</a:t>
            </a:r>
          </a:p>
          <a:p>
            <a:r>
              <a:rPr lang="en-US"/>
              <a:t>Highly scalable, cost-efficient, and fully integrated with AWS.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574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SageMaker </vt:lpstr>
      <vt:lpstr>Why SageMaker is Used? (WHY)</vt:lpstr>
      <vt:lpstr>How SageMaker Works (HOW)</vt:lpstr>
      <vt:lpstr>Core Components (WHAT) </vt:lpstr>
      <vt:lpstr>Importance of SageMaker (WHY) </vt:lpstr>
      <vt:lpstr>How Model Training Works (HOW) </vt:lpstr>
      <vt:lpstr>Real Use Cases (WHAT) </vt:lpstr>
      <vt:lpstr>Benefits of Using SageMaker (WHY)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2025-11-20T09:31:55Z</dcterms:created>
  <dcterms:modified xsi:type="dcterms:W3CDTF">2025-11-20T09:32:00Z</dcterms:modified>
</cp:coreProperties>
</file>